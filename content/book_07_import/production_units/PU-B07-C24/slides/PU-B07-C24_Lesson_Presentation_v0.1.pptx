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23cbc371174dc5" /><Relationship Type="http://schemas.openxmlformats.org/officeDocument/2006/relationships/extended-properties" Target="/docProps/app.xml" Id="R4a5f297755c048cf" /><Relationship Type="http://schemas.openxmlformats.org/officeDocument/2006/relationships/officeDocument" Target="/ppt/presentation.xml" Id="Rbbb018c87ae34b4d" /></Relationships>
</file>

<file path=ppt/presentation.xml><?xml version="1.0" encoding="utf-8"?>
<p:presentation xmlns:p="http://schemas.openxmlformats.org/presentationml/2006/main">
  <p:sldMasterIdLst>
    <p:sldMasterId xmlns:r="http://schemas.openxmlformats.org/officeDocument/2006/relationships" id="2147483648" r:id="R887795b64f9d4f4e"/>
  </p:sldMasterIdLst>
  <p:notesMasterIdLst>
    <p:notesMasterId xmlns:r="http://schemas.openxmlformats.org/officeDocument/2006/relationships" r:id="Rf247f152b74a4c3d"/>
  </p:notesMasterIdLst>
  <p:sldIdLst>
    <p:sldId xmlns:r="http://schemas.openxmlformats.org/officeDocument/2006/relationships" id="256" r:id="Re5f829d30a264501"/>
    <p:sldId xmlns:r="http://schemas.openxmlformats.org/officeDocument/2006/relationships" id="257" r:id="Rc7b5eef5a9f54c25"/>
    <p:sldId xmlns:r="http://schemas.openxmlformats.org/officeDocument/2006/relationships" id="258" r:id="Rde26bb36e6254dc3"/>
    <p:sldId xmlns:r="http://schemas.openxmlformats.org/officeDocument/2006/relationships" id="259" r:id="Ra132e2c812bc49e5"/>
    <p:sldId xmlns:r="http://schemas.openxmlformats.org/officeDocument/2006/relationships" id="260" r:id="R7229830f047f40ec"/>
    <p:sldId xmlns:r="http://schemas.openxmlformats.org/officeDocument/2006/relationships" id="261" r:id="R105a958925e44bf6"/>
    <p:sldId xmlns:r="http://schemas.openxmlformats.org/officeDocument/2006/relationships" id="262" r:id="Rb495fe04a0204eb3"/>
    <p:sldId xmlns:r="http://schemas.openxmlformats.org/officeDocument/2006/relationships" id="263" r:id="Rd26bab9bddeb4a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e83cab1d614519" /><Relationship Type="http://schemas.openxmlformats.org/officeDocument/2006/relationships/slideMaster" Target="/ppt/slideMasters/slideMaster1.xml" Id="R887795b64f9d4f4e" /><Relationship Type="http://schemas.openxmlformats.org/officeDocument/2006/relationships/notesMaster" Target="/ppt/notesMasters/notesMaster1.xml" Id="Rf247f152b74a4c3d" /><Relationship Type="http://schemas.openxmlformats.org/officeDocument/2006/relationships/presProps" Target="/ppt/presProps.xml" Id="R5d018f8854c444cc" /><Relationship Type="http://schemas.openxmlformats.org/officeDocument/2006/relationships/tableStyles" Target="/ppt/tableStyles.xml" Id="Ra3e50df387174341" /><Relationship Type="http://schemas.openxmlformats.org/officeDocument/2006/relationships/slide" Target="/ppt/slides/slide1.xml" Id="Re5f829d30a264501" /><Relationship Type="http://schemas.openxmlformats.org/officeDocument/2006/relationships/slide" Target="/ppt/slides/slide2.xml" Id="Rc7b5eef5a9f54c25" /><Relationship Type="http://schemas.openxmlformats.org/officeDocument/2006/relationships/slide" Target="/ppt/slides/slide3.xml" Id="Rde26bb36e6254dc3" /><Relationship Type="http://schemas.openxmlformats.org/officeDocument/2006/relationships/slide" Target="/ppt/slides/slide4.xml" Id="Ra132e2c812bc49e5" /><Relationship Type="http://schemas.openxmlformats.org/officeDocument/2006/relationships/slide" Target="/ppt/slides/slide5.xml" Id="R7229830f047f40ec" /><Relationship Type="http://schemas.openxmlformats.org/officeDocument/2006/relationships/slide" Target="/ppt/slides/slide6.xml" Id="R105a958925e44bf6" /><Relationship Type="http://schemas.openxmlformats.org/officeDocument/2006/relationships/slide" Target="/ppt/slides/slide7.xml" Id="Rb495fe04a0204eb3" /><Relationship Type="http://schemas.openxmlformats.org/officeDocument/2006/relationships/slide" Target="/ppt/slides/slide8.xml" Id="Rd26bab9bddeb4a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314baf28ca42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a3d5ba8c92440e" /><Relationship Type="http://schemas.openxmlformats.org/officeDocument/2006/relationships/notesMaster" Target="/ppt/notesMasters/notesMaster1.xml" Id="R9f04df5574b84a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163d8bf61e4476" /><Relationship Type="http://schemas.openxmlformats.org/officeDocument/2006/relationships/notesMaster" Target="/ppt/notesMasters/notesMaster1.xml" Id="R60d77b3c250346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9a1497a9434a60" /><Relationship Type="http://schemas.openxmlformats.org/officeDocument/2006/relationships/notesMaster" Target="/ppt/notesMasters/notesMaster1.xml" Id="R6646d7d0dd064f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946b91ed434784" /><Relationship Type="http://schemas.openxmlformats.org/officeDocument/2006/relationships/notesMaster" Target="/ppt/notesMasters/notesMaster1.xml" Id="R01b8f419d32949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69907161b74a81" /><Relationship Type="http://schemas.openxmlformats.org/officeDocument/2006/relationships/notesMaster" Target="/ppt/notesMasters/notesMaster1.xml" Id="Re7823fd0139a4e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f69495b6af4514" /><Relationship Type="http://schemas.openxmlformats.org/officeDocument/2006/relationships/notesMaster" Target="/ppt/notesMasters/notesMaster1.xml" Id="Rb5e64caafc1a4c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cc16745f814f5a" /><Relationship Type="http://schemas.openxmlformats.org/officeDocument/2006/relationships/notesMaster" Target="/ppt/notesMasters/notesMaster1.xml" Id="R67df0e5d860c4e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94aa5c8b7444ad" /><Relationship Type="http://schemas.openxmlformats.org/officeDocument/2006/relationships/notesMaster" Target="/ppt/notesMasters/notesMaster1.xml" Id="Rf698bfe6cabc4c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Distance Is Not Access. This lesson begins with one principle: health access depends on time, affordability, readiness, and equity.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Health access depends on time, affordability, readiness, and equity. The five controls shown here are Travel time, Affordability, Availability, Acceptability, Quality. Together, they prevent an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travel time, move through affordability and availability, and finish with acceptability and quality.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Equal distance produces unequal access when roads, costs, hours, and readiness differ.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Construct an access measure and inspect geographic and population inequities.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travel time clear? Is affordability documented? Is availability testable? Is acceptability governed? And is quality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d8f330c8d741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42d95ca8fb4b53" /><Relationship Type="http://schemas.openxmlformats.org/officeDocument/2006/relationships/slideLayout" Target="/ppt/slideLayouts/slideLayout1.xml" Id="R420199d4dfa441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0199d4dfa441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4ab0abcbc84b2d" /><Relationship Type="http://schemas.openxmlformats.org/officeDocument/2006/relationships/notesSlide" Target="/ppt/notesSlides/notesSlide1.xml" Id="R8dfb03bb676847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dddcb3caa046b9" /><Relationship Type="http://schemas.openxmlformats.org/officeDocument/2006/relationships/notesSlide" Target="/ppt/notesSlides/notesSlide2.xml" Id="R7c5729ecdea240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e9fa7ab13f4131" /><Relationship Type="http://schemas.openxmlformats.org/officeDocument/2006/relationships/notesSlide" Target="/ppt/notesSlides/notesSlide3.xml" Id="R2ce1d40334d04b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50918e7b924cb7" /><Relationship Type="http://schemas.openxmlformats.org/officeDocument/2006/relationships/notesSlide" Target="/ppt/notesSlides/notesSlide4.xml" Id="R06b77a8a6ce245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902a346e644d53" /><Relationship Type="http://schemas.openxmlformats.org/officeDocument/2006/relationships/notesSlide" Target="/ppt/notesSlides/notesSlide5.xml" Id="Ra24737a8ff794c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8694982d4044afb" /><Relationship Type="http://schemas.openxmlformats.org/officeDocument/2006/relationships/notesSlide" Target="/ppt/notesSlides/notesSlide6.xml" Id="R16b5afbfe95b48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2863d73e414bc1" /><Relationship Type="http://schemas.openxmlformats.org/officeDocument/2006/relationships/notesSlide" Target="/ppt/notesSlides/notesSlide7.xml" Id="Rccf6a16c0dd748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6d66cb0ced4388" /><Relationship Type="http://schemas.openxmlformats.org/officeDocument/2006/relationships/notesSlide" Target="/ppt/notesSlides/notesSlide8.xml" Id="R37ec736340a54418"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191665-4FA4-4E34-8134-107AC57C92D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05203376-8978-4732-8733-6E1FF45E50A7}"/>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6612FE53-BBC6-42C3-A83B-8EDB8ACB94A3}"/>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69D67030-38D0-4B40-9B7B-E11A2DB6819B}"/>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FDE0EAD3-2D89-4D49-8A12-31AE73C3B70F}"/>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DISTANCE IS NOT ACCESS</a:t>
            </a:r>
          </a:p>
        </p:txBody>
      </p:sp>
      <p:sp>
        <p:nvSpPr>
          <p:cNvPr id="6" name="">
            <a:extLst xmlns:a="http://schemas.openxmlformats.org/drawingml/2006/main">
              <a:ext uri="{FF2B5EF4-FFF2-40B4-BE49-F238E27FC236}">
                <a16:creationId xmlns:a16="http://schemas.microsoft.com/office/drawing/2014/main" id="{93324297-0D4A-432E-AF09-98ED8A078EA4}"/>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Health access depends on time, affordability, readiness, and equity.</a:t>
            </a:r>
          </a:p>
        </p:txBody>
      </p:sp>
      <p:sp>
        <p:nvSpPr>
          <p:cNvPr id="7" name="">
            <a:extLst xmlns:a="http://schemas.openxmlformats.org/drawingml/2006/main">
              <a:ext uri="{FF2B5EF4-FFF2-40B4-BE49-F238E27FC236}">
                <a16:creationId xmlns:a16="http://schemas.microsoft.com/office/drawing/2014/main" id="{72D04B61-CC26-439E-9A23-E8EC83719A23}"/>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V7_B_N04</a:t>
            </a:r>
          </a:p>
        </p:txBody>
      </p:sp>
      <p:sp>
        <p:nvSpPr>
          <p:cNvPr id="8" name="">
            <a:extLst xmlns:a="http://schemas.openxmlformats.org/drawingml/2006/main">
              <a:ext uri="{FF2B5EF4-FFF2-40B4-BE49-F238E27FC236}">
                <a16:creationId xmlns:a16="http://schemas.microsoft.com/office/drawing/2014/main" id="{E05D9C73-B305-4B3E-B67B-CB65DD222979}"/>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PU-B07-C24</a:t>
            </a:r>
          </a:p>
        </p:txBody>
      </p:sp>
      <p:sp>
        <p:nvSpPr>
          <p:cNvPr id="9" name="">
            <a:extLst xmlns:a="http://schemas.openxmlformats.org/drawingml/2006/main">
              <a:ext uri="{FF2B5EF4-FFF2-40B4-BE49-F238E27FC236}">
                <a16:creationId xmlns:a16="http://schemas.microsoft.com/office/drawing/2014/main" id="{FB7F01C0-975B-42C6-95E9-6B2B24B0752D}"/>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CC807634-DC5B-4861-AB9E-DCF475AA846A}"/>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831837286"/>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A08F37E-3FA1-4094-AD32-08511D40CFE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V7_B_N04</a:t>
            </a:r>
          </a:p>
        </p:txBody>
      </p:sp>
      <p:sp>
        <p:nvSpPr>
          <p:cNvPr id="2" name="">
            <a:extLst xmlns:a="http://schemas.openxmlformats.org/drawingml/2006/main">
              <a:ext uri="{FF2B5EF4-FFF2-40B4-BE49-F238E27FC236}">
                <a16:creationId xmlns:a16="http://schemas.microsoft.com/office/drawing/2014/main" id="{053855FA-A7CB-44A8-9077-59564026952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57D221D6-D314-4647-9600-31E90E1BC4F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AF26EEC-3C56-4368-BBAA-BEFEE7683164}"/>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BD191A5D-27EE-4538-BD92-29B4B12887E2}"/>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Health access depends on time, affordability, readiness, and equity.</a:t>
            </a:r>
          </a:p>
        </p:txBody>
      </p:sp>
      <p:sp>
        <p:nvSpPr>
          <p:cNvPr id="6" name="">
            <a:extLst xmlns:a="http://schemas.openxmlformats.org/drawingml/2006/main">
              <a:ext uri="{FF2B5EF4-FFF2-40B4-BE49-F238E27FC236}">
                <a16:creationId xmlns:a16="http://schemas.microsoft.com/office/drawing/2014/main" id="{B94BF56A-D331-4CD4-A791-0C126244F215}"/>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76CD5313-3215-4043-B701-3B83BBA923D8}"/>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5D365039-FEB3-44AC-8477-0A265866D5DF}"/>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Travel time</a:t>
            </a:r>
          </a:p>
        </p:txBody>
      </p:sp>
      <p:sp>
        <p:nvSpPr>
          <p:cNvPr id="9" name="">
            <a:extLst xmlns:a="http://schemas.openxmlformats.org/drawingml/2006/main">
              <a:ext uri="{FF2B5EF4-FFF2-40B4-BE49-F238E27FC236}">
                <a16:creationId xmlns:a16="http://schemas.microsoft.com/office/drawing/2014/main" id="{97AB18F6-DB1A-405D-9D67-9FF064A0D67E}"/>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6B7C0D61-0410-4A84-92CB-CC56146369ED}"/>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Affordability</a:t>
            </a:r>
          </a:p>
        </p:txBody>
      </p:sp>
      <p:sp>
        <p:nvSpPr>
          <p:cNvPr id="11" name="">
            <a:extLst xmlns:a="http://schemas.openxmlformats.org/drawingml/2006/main">
              <a:ext uri="{FF2B5EF4-FFF2-40B4-BE49-F238E27FC236}">
                <a16:creationId xmlns:a16="http://schemas.microsoft.com/office/drawing/2014/main" id="{AA01AC6D-9503-430B-A98E-CB422C10D69A}"/>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F0F67914-B50B-4E72-BB33-D8C3A5213E75}"/>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Availability</a:t>
            </a:r>
          </a:p>
        </p:txBody>
      </p:sp>
      <p:sp>
        <p:nvSpPr>
          <p:cNvPr id="13" name="">
            <a:extLst xmlns:a="http://schemas.openxmlformats.org/drawingml/2006/main">
              <a:ext uri="{FF2B5EF4-FFF2-40B4-BE49-F238E27FC236}">
                <a16:creationId xmlns:a16="http://schemas.microsoft.com/office/drawing/2014/main" id="{20542B6E-E8F9-45E7-895B-2E704E67F517}"/>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DFEB7B48-1C7F-4D3B-A836-979A413B7255}"/>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Acceptability</a:t>
            </a:r>
          </a:p>
        </p:txBody>
      </p:sp>
      <p:sp>
        <p:nvSpPr>
          <p:cNvPr id="15" name="">
            <a:extLst xmlns:a="http://schemas.openxmlformats.org/drawingml/2006/main">
              <a:ext uri="{FF2B5EF4-FFF2-40B4-BE49-F238E27FC236}">
                <a16:creationId xmlns:a16="http://schemas.microsoft.com/office/drawing/2014/main" id="{27764B45-EC96-4ECE-9E6B-3821AF2B03CD}"/>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69C5B9B1-0F7F-4441-A555-50B0EBD53A9A}"/>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Quality</a:t>
            </a:r>
          </a:p>
        </p:txBody>
      </p:sp>
      <p:sp>
        <p:nvSpPr>
          <p:cNvPr id="17" name="">
            <a:extLst xmlns:a="http://schemas.openxmlformats.org/drawingml/2006/main">
              <a:ext uri="{FF2B5EF4-FFF2-40B4-BE49-F238E27FC236}">
                <a16:creationId xmlns:a16="http://schemas.microsoft.com/office/drawing/2014/main" id="{8BA6E087-AB00-4217-9B30-0D54A32C31CA}"/>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891530344"/>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C691E32-A0A1-4D29-9B8F-70CB0E26BAA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V7_B_N04</a:t>
            </a:r>
          </a:p>
        </p:txBody>
      </p:sp>
      <p:sp>
        <p:nvSpPr>
          <p:cNvPr id="2" name="">
            <a:extLst xmlns:a="http://schemas.openxmlformats.org/drawingml/2006/main">
              <a:ext uri="{FF2B5EF4-FFF2-40B4-BE49-F238E27FC236}">
                <a16:creationId xmlns:a16="http://schemas.microsoft.com/office/drawing/2014/main" id="{895A975B-5046-4D73-9FAA-67E34827A98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7F060FF2-E72F-4F6F-9AFF-90F13CF585A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19DCD96-2329-483F-BBBA-2F4A49919EF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FE656825-B3BC-41CD-B407-32EE077A8D86}"/>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85BC4BBB-1218-4730-8DFE-6D6102C8BDD6}"/>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8A2B98EF-DF0E-410C-BBBD-3C9CFE8CBCED}"/>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Travel time</a:t>
            </a:r>
          </a:p>
        </p:txBody>
      </p:sp>
      <p:sp>
        <p:nvSpPr>
          <p:cNvPr id="8" name="">
            <a:extLst xmlns:a="http://schemas.openxmlformats.org/drawingml/2006/main">
              <a:ext uri="{FF2B5EF4-FFF2-40B4-BE49-F238E27FC236}">
                <a16:creationId xmlns:a16="http://schemas.microsoft.com/office/drawing/2014/main" id="{C5EBE6C7-367D-469A-A7D9-2A39F01F7E44}"/>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BB9777E5-E53D-4955-AB0C-04CBE488FADB}"/>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05F8120A-B2FF-4F69-A327-29FA922B43F9}"/>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Affordability</a:t>
            </a:r>
          </a:p>
        </p:txBody>
      </p:sp>
      <p:sp>
        <p:nvSpPr>
          <p:cNvPr id="11" name="">
            <a:extLst xmlns:a="http://schemas.openxmlformats.org/drawingml/2006/main">
              <a:ext uri="{FF2B5EF4-FFF2-40B4-BE49-F238E27FC236}">
                <a16:creationId xmlns:a16="http://schemas.microsoft.com/office/drawing/2014/main" id="{37A11AB2-AB01-4F3C-9107-49038B7F4684}"/>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B239EE2A-5C45-4359-B315-FD158A234C5D}"/>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9453042D-648B-4D92-AC3C-C0E34B59CEF6}"/>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Availability</a:t>
            </a:r>
          </a:p>
        </p:txBody>
      </p:sp>
      <p:sp>
        <p:nvSpPr>
          <p:cNvPr id="14" name="">
            <a:extLst xmlns:a="http://schemas.openxmlformats.org/drawingml/2006/main">
              <a:ext uri="{FF2B5EF4-FFF2-40B4-BE49-F238E27FC236}">
                <a16:creationId xmlns:a16="http://schemas.microsoft.com/office/drawing/2014/main" id="{AEC923BF-0836-442D-BE03-EBD3F84FE68B}"/>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ADCEB39A-5F38-4395-A565-C22DDF6A534D}"/>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8C508ADA-DEDD-4967-B4D2-2E99187E0A39}"/>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Acceptability</a:t>
            </a:r>
          </a:p>
        </p:txBody>
      </p:sp>
      <p:sp>
        <p:nvSpPr>
          <p:cNvPr id="17" name="">
            <a:extLst xmlns:a="http://schemas.openxmlformats.org/drawingml/2006/main">
              <a:ext uri="{FF2B5EF4-FFF2-40B4-BE49-F238E27FC236}">
                <a16:creationId xmlns:a16="http://schemas.microsoft.com/office/drawing/2014/main" id="{BAC863F6-3E57-44A7-827F-CD6927F17263}"/>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A6AB9661-D094-4182-B3C1-530C6573409A}"/>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6229F671-FFA3-4D9E-8232-76D25AFCAC6A}"/>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Quality</a:t>
            </a:r>
          </a:p>
        </p:txBody>
      </p:sp>
      <p:sp>
        <p:nvSpPr>
          <p:cNvPr id="20" name="">
            <a:extLst xmlns:a="http://schemas.openxmlformats.org/drawingml/2006/main">
              <a:ext uri="{FF2B5EF4-FFF2-40B4-BE49-F238E27FC236}">
                <a16:creationId xmlns:a16="http://schemas.microsoft.com/office/drawing/2014/main" id="{0735C907-79D9-4FF0-AEEA-576F159E8590}"/>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634697721"/>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92BD90-B826-4B64-8C81-E18EF6F89AA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V7_B_N04</a:t>
            </a:r>
          </a:p>
        </p:txBody>
      </p:sp>
      <p:sp>
        <p:nvSpPr>
          <p:cNvPr id="2" name="">
            <a:extLst xmlns:a="http://schemas.openxmlformats.org/drawingml/2006/main">
              <a:ext uri="{FF2B5EF4-FFF2-40B4-BE49-F238E27FC236}">
                <a16:creationId xmlns:a16="http://schemas.microsoft.com/office/drawing/2014/main" id="{675D880B-B93C-4FB9-88AD-688484179D1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56A7A33C-5250-4023-8CB6-1C2DEBE55A1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8A4888A-B25D-4F11-A2E7-AD274FEC1FB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250470F3-159D-42EB-8928-AD83FC29DAB6}"/>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3DBEE2AB-6CB3-46BD-B9AF-5737151B3953}"/>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8A020BA6-EC68-4B3A-833E-1903A1BFFCBE}"/>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Equal distance produces unequal access when roads, costs, hours, and readiness differ.</a:t>
            </a:r>
          </a:p>
        </p:txBody>
      </p:sp>
      <p:sp>
        <p:nvSpPr>
          <p:cNvPr id="8" name="">
            <a:extLst xmlns:a="http://schemas.openxmlformats.org/drawingml/2006/main">
              <a:ext uri="{FF2B5EF4-FFF2-40B4-BE49-F238E27FC236}">
                <a16:creationId xmlns:a16="http://schemas.microsoft.com/office/drawing/2014/main" id="{3E05E4D5-44BD-4F65-9105-1C311767640C}"/>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300C989E-5FB7-40EC-A428-E4BBB74F4418}"/>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D9D5DF07-8250-419E-801E-ED56A01B18BE}"/>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83089400-2C06-42B4-B640-D1AF149F85F0}"/>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794247925"/>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980DAA8-1FB2-48CE-BCC2-0E49E9DED98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V7_B_N04</a:t>
            </a:r>
          </a:p>
        </p:txBody>
      </p:sp>
      <p:sp>
        <p:nvSpPr>
          <p:cNvPr id="2" name="">
            <a:extLst xmlns:a="http://schemas.openxmlformats.org/drawingml/2006/main">
              <a:ext uri="{FF2B5EF4-FFF2-40B4-BE49-F238E27FC236}">
                <a16:creationId xmlns:a16="http://schemas.microsoft.com/office/drawing/2014/main" id="{5B6A4566-2D49-42F9-9A6F-347E76A821F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EF9978DB-8869-4EEF-8248-401E5B3D644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547C190-4F39-4590-8A83-772AAC19F91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D70B69CE-5D30-424D-871A-A3F6C71905BD}"/>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Construct an access measure and inspect geographic and population inequities.</a:t>
            </a:r>
          </a:p>
        </p:txBody>
      </p:sp>
      <p:sp>
        <p:nvSpPr>
          <p:cNvPr id="6" name="">
            <a:extLst xmlns:a="http://schemas.openxmlformats.org/drawingml/2006/main">
              <a:ext uri="{FF2B5EF4-FFF2-40B4-BE49-F238E27FC236}">
                <a16:creationId xmlns:a16="http://schemas.microsoft.com/office/drawing/2014/main" id="{6F3E3C4C-24E4-441F-885B-480B286642B4}"/>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DB99167C-FB7B-4BE7-B8F7-7847712EE191}"/>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AD618EC5-0911-44D8-A5D4-9B035E8B8E32}"/>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2CE92912-9444-4094-BF55-EE3D5352EFB2}"/>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8476D956-58F3-4176-9A87-B9D59842FD5A}"/>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710AE6FC-B63D-4B35-9A58-9C7B9BBEBB3B}"/>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D93EB6BA-849E-4FE0-BE6E-E63F9328379F}"/>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9F6C3506-D97E-45B2-9957-65CCCBD48D3F}"/>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0359EEA0-DD71-4126-8673-CFD0B0F79BAF}"/>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905E2278-5566-443F-8652-CE90F7D37748}"/>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33FB8466-5430-48F9-83D3-783FCAD60D17}"/>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179C891D-32F1-4777-8D58-28280A1F5BFC}"/>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85780993"/>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446A90C-D19C-40BA-ADF2-21B7D5DF7CC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V7_B_N04</a:t>
            </a:r>
          </a:p>
        </p:txBody>
      </p:sp>
      <p:sp>
        <p:nvSpPr>
          <p:cNvPr id="2" name="">
            <a:extLst xmlns:a="http://schemas.openxmlformats.org/drawingml/2006/main">
              <a:ext uri="{FF2B5EF4-FFF2-40B4-BE49-F238E27FC236}">
                <a16:creationId xmlns:a16="http://schemas.microsoft.com/office/drawing/2014/main" id="{A4A9CD9E-9B1F-4DCD-BBC3-EF1C35D5243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1E87FADF-05FA-40F4-90FC-2619E867539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7B64988-5899-4C8D-AAFE-1AF685CD1A0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E4D09FA8-0886-439D-B750-81784EC25DF5}"/>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52743903-812E-4426-8FA7-7691ABF8A9FA}"/>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01BD7C7B-A52B-4B0C-AF63-4AF13046C48F}"/>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A12CE067-87DC-42B3-9F48-3043D96638DD}"/>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07A4BC85-7CB5-49E0-A2BB-2EA4E5C059BE}"/>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04CD0E17-96DB-4A1D-95D8-6A6F4AE9B9C2}"/>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2FE95FD3-B94F-4C28-920C-83C8875E85C2}"/>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AC215599-0CAF-4F2D-B1D2-9712E449ED7D}"/>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F9CEC359-0B95-4D25-97B5-29DAC032397B}"/>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FC9B1108-F0F6-44AB-8FBE-CFCA998094B9}"/>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240801103"/>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B5472A0-1459-4A45-91D0-28A772B894E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V7_B_N04</a:t>
            </a:r>
          </a:p>
        </p:txBody>
      </p:sp>
      <p:sp>
        <p:nvSpPr>
          <p:cNvPr id="2" name="">
            <a:extLst xmlns:a="http://schemas.openxmlformats.org/drawingml/2006/main">
              <a:ext uri="{FF2B5EF4-FFF2-40B4-BE49-F238E27FC236}">
                <a16:creationId xmlns:a16="http://schemas.microsoft.com/office/drawing/2014/main" id="{D51EEFF8-941D-43EF-A192-19906EC2C64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45D72631-2A42-4A95-BF3E-3111152BFFE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4387CBB-3744-4405-9F38-9D6C1EADF70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89EF6141-6737-490C-B0C3-71A6983EE2E5}"/>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08DB8430-B967-4E19-B3DF-C50CFB41E8FE}"/>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22AE0C26-CB72-4DFE-9DD0-E92C8A130B5F}"/>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36F0BEB1-9DB7-4C6F-A5A5-2B73BCE7A0F6}"/>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0EBFE646-97C8-45CF-9CB3-51D524C0C785}"/>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185C848D-857C-4AC3-A8BD-1CF71D44F7C3}"/>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2120577400"/>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2AC3DB0-A71D-46C0-B827-BE99B38E94A9}"/>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7D4E7543-CE7A-4596-B47F-47F5584CB99D}"/>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B18D1AC3-D3FE-43E1-A1EB-CF1AB736535F}"/>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Travel time</a:t>
            </a:r>
          </a:p>
        </p:txBody>
      </p:sp>
      <p:sp>
        <p:nvSpPr>
          <p:cNvPr id="4" name="">
            <a:extLst xmlns:a="http://schemas.openxmlformats.org/drawingml/2006/main">
              <a:ext uri="{FF2B5EF4-FFF2-40B4-BE49-F238E27FC236}">
                <a16:creationId xmlns:a16="http://schemas.microsoft.com/office/drawing/2014/main" id="{01EB78E8-54DA-4637-BF5A-874DDAF93B1B}"/>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E9E5B8F8-4F2F-4492-8B4D-BDC1DEFF3C8A}"/>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Affordability</a:t>
            </a:r>
          </a:p>
        </p:txBody>
      </p:sp>
      <p:sp>
        <p:nvSpPr>
          <p:cNvPr id="6" name="">
            <a:extLst xmlns:a="http://schemas.openxmlformats.org/drawingml/2006/main">
              <a:ext uri="{FF2B5EF4-FFF2-40B4-BE49-F238E27FC236}">
                <a16:creationId xmlns:a16="http://schemas.microsoft.com/office/drawing/2014/main" id="{65D406EB-1CD9-4D32-81B9-B8D2C2AB9261}"/>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ADDB8597-89B9-498F-8E41-2A7FF6043F56}"/>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Availability</a:t>
            </a:r>
          </a:p>
        </p:txBody>
      </p:sp>
      <p:sp>
        <p:nvSpPr>
          <p:cNvPr id="8" name="">
            <a:extLst xmlns:a="http://schemas.openxmlformats.org/drawingml/2006/main">
              <a:ext uri="{FF2B5EF4-FFF2-40B4-BE49-F238E27FC236}">
                <a16:creationId xmlns:a16="http://schemas.microsoft.com/office/drawing/2014/main" id="{E3AA6066-B5A4-43CF-9476-1934A238D47D}"/>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0EA4EE3E-468C-4230-8C43-EF805FC4ED59}"/>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Acceptability</a:t>
            </a:r>
          </a:p>
        </p:txBody>
      </p:sp>
      <p:sp>
        <p:nvSpPr>
          <p:cNvPr id="10" name="">
            <a:extLst xmlns:a="http://schemas.openxmlformats.org/drawingml/2006/main">
              <a:ext uri="{FF2B5EF4-FFF2-40B4-BE49-F238E27FC236}">
                <a16:creationId xmlns:a16="http://schemas.microsoft.com/office/drawing/2014/main" id="{FB174E5C-F2B2-4139-A5D4-81E191735829}"/>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E989E05D-7C66-4174-9C52-1FDA18B6CA8B}"/>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Quality</a:t>
            </a:r>
          </a:p>
        </p:txBody>
      </p:sp>
      <p:sp>
        <p:nvSpPr>
          <p:cNvPr id="12" name="">
            <a:extLst xmlns:a="http://schemas.openxmlformats.org/drawingml/2006/main">
              <a:ext uri="{FF2B5EF4-FFF2-40B4-BE49-F238E27FC236}">
                <a16:creationId xmlns:a16="http://schemas.microsoft.com/office/drawing/2014/main" id="{A8136F8A-9865-41D9-AEE4-FCC984F61CD8}"/>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39531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2026-09-04T14:49:28.7130000Z</dcterms:created>
  <dcterms:modified xsi:type="dcterms:W3CDTF">2026-09-04T14:49:28.7130000Z</dcterms:modified>
</coreProperties>
</file>