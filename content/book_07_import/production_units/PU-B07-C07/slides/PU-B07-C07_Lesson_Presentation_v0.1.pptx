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e92a84ffac4153" /><Relationship Type="http://schemas.openxmlformats.org/officeDocument/2006/relationships/extended-properties" Target="/docProps/app.xml" Id="Rc02ce7af91364ebb" /><Relationship Type="http://schemas.openxmlformats.org/officeDocument/2006/relationships/officeDocument" Target="/ppt/presentation.xml" Id="R83fab5efc6fb4d86" /></Relationships>
</file>

<file path=ppt/presentation.xml><?xml version="1.0" encoding="utf-8"?>
<p:presentation xmlns:p="http://schemas.openxmlformats.org/presentationml/2006/main">
  <p:sldMasterIdLst>
    <p:sldMasterId xmlns:r="http://schemas.openxmlformats.org/officeDocument/2006/relationships" id="2147483648" r:id="R869a6bec6f214ba1"/>
  </p:sldMasterIdLst>
  <p:notesMasterIdLst>
    <p:notesMasterId xmlns:r="http://schemas.openxmlformats.org/officeDocument/2006/relationships" r:id="Rac8350dd087b437a"/>
  </p:notesMasterIdLst>
  <p:sldIdLst>
    <p:sldId xmlns:r="http://schemas.openxmlformats.org/officeDocument/2006/relationships" id="256" r:id="R5b7b966c74ab4bde"/>
    <p:sldId xmlns:r="http://schemas.openxmlformats.org/officeDocument/2006/relationships" id="257" r:id="R0e69a88039954414"/>
    <p:sldId xmlns:r="http://schemas.openxmlformats.org/officeDocument/2006/relationships" id="258" r:id="R08a9b867eeca4987"/>
    <p:sldId xmlns:r="http://schemas.openxmlformats.org/officeDocument/2006/relationships" id="259" r:id="R32d39a4be045412d"/>
    <p:sldId xmlns:r="http://schemas.openxmlformats.org/officeDocument/2006/relationships" id="260" r:id="R97910660aae24098"/>
    <p:sldId xmlns:r="http://schemas.openxmlformats.org/officeDocument/2006/relationships" id="261" r:id="R800be07ac0fb440b"/>
    <p:sldId xmlns:r="http://schemas.openxmlformats.org/officeDocument/2006/relationships" id="262" r:id="Rd7fb577ed2694ab5"/>
    <p:sldId xmlns:r="http://schemas.openxmlformats.org/officeDocument/2006/relationships" id="263" r:id="R574359129bca40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8476286a4c4f13" /><Relationship Type="http://schemas.openxmlformats.org/officeDocument/2006/relationships/slideMaster" Target="/ppt/slideMasters/slideMaster1.xml" Id="R869a6bec6f214ba1" /><Relationship Type="http://schemas.openxmlformats.org/officeDocument/2006/relationships/notesMaster" Target="/ppt/notesMasters/notesMaster1.xml" Id="Rac8350dd087b437a" /><Relationship Type="http://schemas.openxmlformats.org/officeDocument/2006/relationships/presProps" Target="/ppt/presProps.xml" Id="R12d783bb54034b9e" /><Relationship Type="http://schemas.openxmlformats.org/officeDocument/2006/relationships/tableStyles" Target="/ppt/tableStyles.xml" Id="R3e58eb90927a4e98" /><Relationship Type="http://schemas.openxmlformats.org/officeDocument/2006/relationships/slide" Target="/ppt/slides/slide1.xml" Id="R5b7b966c74ab4bde" /><Relationship Type="http://schemas.openxmlformats.org/officeDocument/2006/relationships/slide" Target="/ppt/slides/slide2.xml" Id="R0e69a88039954414" /><Relationship Type="http://schemas.openxmlformats.org/officeDocument/2006/relationships/slide" Target="/ppt/slides/slide3.xml" Id="R08a9b867eeca4987" /><Relationship Type="http://schemas.openxmlformats.org/officeDocument/2006/relationships/slide" Target="/ppt/slides/slide4.xml" Id="R32d39a4be045412d" /><Relationship Type="http://schemas.openxmlformats.org/officeDocument/2006/relationships/slide" Target="/ppt/slides/slide5.xml" Id="R97910660aae24098" /><Relationship Type="http://schemas.openxmlformats.org/officeDocument/2006/relationships/slide" Target="/ppt/slides/slide6.xml" Id="R800be07ac0fb440b" /><Relationship Type="http://schemas.openxmlformats.org/officeDocument/2006/relationships/slide" Target="/ppt/slides/slide7.xml" Id="Rd7fb577ed2694ab5" /><Relationship Type="http://schemas.openxmlformats.org/officeDocument/2006/relationships/slide" Target="/ppt/slides/slide8.xml" Id="R574359129bca40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d2f506b26f42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4266d42c1494b" /><Relationship Type="http://schemas.openxmlformats.org/officeDocument/2006/relationships/notesMaster" Target="/ppt/notesMasters/notesMaster1.xml" Id="R91b421b0282a4f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9ca83ec3fa4444" /><Relationship Type="http://schemas.openxmlformats.org/officeDocument/2006/relationships/notesMaster" Target="/ppt/notesMasters/notesMaster1.xml" Id="R65d56ad32947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4c2a41fb2f47be" /><Relationship Type="http://schemas.openxmlformats.org/officeDocument/2006/relationships/notesMaster" Target="/ppt/notesMasters/notesMaster1.xml" Id="Rcb7ece349ce341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3e380d70ad483c" /><Relationship Type="http://schemas.openxmlformats.org/officeDocument/2006/relationships/notesMaster" Target="/ppt/notesMasters/notesMaster1.xml" Id="R1082cfc4d8f040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0167500fed4312" /><Relationship Type="http://schemas.openxmlformats.org/officeDocument/2006/relationships/notesMaster" Target="/ppt/notesMasters/notesMaster1.xml" Id="R66d1ea33fb374e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77b4099b174749" /><Relationship Type="http://schemas.openxmlformats.org/officeDocument/2006/relationships/notesMaster" Target="/ppt/notesMasters/notesMaster1.xml" Id="R5503bf254b9d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1d00eea10e4d30" /><Relationship Type="http://schemas.openxmlformats.org/officeDocument/2006/relationships/notesMaster" Target="/ppt/notesMasters/notesMaster1.xml" Id="R23f317a2242249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90d11936eb4768" /><Relationship Type="http://schemas.openxmlformats.org/officeDocument/2006/relationships/notesMaster" Target="/ppt/notesMasters/notesMaster1.xml" Id="R91eee54d181b46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Ingest Once, Preserve the Evidence. This lesson begins with one principle: preserve source meaning and provenance through ingestion.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Preserve source meaning and provenance through ingestion. The five controls shown here are Stable identity, Units and time, Spatial version, Provenance hash, Lawful access.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stable identity, move through units and time and spatial version, and finish with provenance hash and lawful access.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rainfall observation retains station, coordinate version, unit, timestamp, calibration, and source hash.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Validate ingestion keys, units, timestamps, source checksums, and exception routing.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stable identity clear? Is units and time documented? Is spatial version testable? Is provenance hash governed? And is lawful access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01c51f63434e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7d72676fd14380" /><Relationship Type="http://schemas.openxmlformats.org/officeDocument/2006/relationships/slideLayout" Target="/ppt/slideLayouts/slideLayout1.xml" Id="R21a8d48d916845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a8d48d916845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2a2bb9bd104a37" /><Relationship Type="http://schemas.openxmlformats.org/officeDocument/2006/relationships/notesSlide" Target="/ppt/notesSlides/notesSlide1.xml" Id="Rf61afb4539e244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9af0b6a0a74d5c" /><Relationship Type="http://schemas.openxmlformats.org/officeDocument/2006/relationships/notesSlide" Target="/ppt/notesSlides/notesSlide2.xml" Id="Ra394a94dfaad4a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c64a8cfe8b40a5" /><Relationship Type="http://schemas.openxmlformats.org/officeDocument/2006/relationships/notesSlide" Target="/ppt/notesSlides/notesSlide3.xml" Id="R0d7381f0449b4b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910bdbe97849ed" /><Relationship Type="http://schemas.openxmlformats.org/officeDocument/2006/relationships/notesSlide" Target="/ppt/notesSlides/notesSlide4.xml" Id="R8814569de0ce4a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063d251e004fcf" /><Relationship Type="http://schemas.openxmlformats.org/officeDocument/2006/relationships/notesSlide" Target="/ppt/notesSlides/notesSlide5.xml" Id="Ra884da67159a4e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52d71740044d0f" /><Relationship Type="http://schemas.openxmlformats.org/officeDocument/2006/relationships/notesSlide" Target="/ppt/notesSlides/notesSlide6.xml" Id="Rddac4b923bc84c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2c421d2e224ee7" /><Relationship Type="http://schemas.openxmlformats.org/officeDocument/2006/relationships/notesSlide" Target="/ppt/notesSlides/notesSlide7.xml" Id="Rac76163a161544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27bb192b8d4689" /><Relationship Type="http://schemas.openxmlformats.org/officeDocument/2006/relationships/notesSlide" Target="/ppt/notesSlides/notesSlide8.xml" Id="Rd2d1db064bbb413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640D9B-B6E9-48CD-8367-C2660170594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4DF5752-87CA-4370-B88F-E03872E55289}"/>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0EF68B71-AEE6-49B0-9337-1B81215C538F}"/>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60B5DE1C-B2A6-46E0-9039-E79962058CE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942B2D8E-9CC1-4643-9B02-627D1CECD840}"/>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INGEST ONCE, PRESERVE THE EVIDENCE</a:t>
            </a:r>
          </a:p>
        </p:txBody>
      </p:sp>
      <p:sp>
        <p:nvSpPr>
          <p:cNvPr id="6" name="">
            <a:extLst xmlns:a="http://schemas.openxmlformats.org/drawingml/2006/main">
              <a:ext uri="{FF2B5EF4-FFF2-40B4-BE49-F238E27FC236}">
                <a16:creationId xmlns:a16="http://schemas.microsoft.com/office/drawing/2014/main" id="{B46ED4C4-4C29-4F0B-A1FA-8B184FA24BD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Preserve source meaning and provenance through ingestion.</a:t>
            </a:r>
          </a:p>
        </p:txBody>
      </p:sp>
      <p:sp>
        <p:nvSpPr>
          <p:cNvPr id="7" name="">
            <a:extLst xmlns:a="http://schemas.openxmlformats.org/drawingml/2006/main">
              <a:ext uri="{FF2B5EF4-FFF2-40B4-BE49-F238E27FC236}">
                <a16:creationId xmlns:a16="http://schemas.microsoft.com/office/drawing/2014/main" id="{51F8FEEF-CA43-4F7F-975D-08865B533663}"/>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V7_A_N02</a:t>
            </a:r>
          </a:p>
        </p:txBody>
      </p:sp>
      <p:sp>
        <p:nvSpPr>
          <p:cNvPr id="8" name="">
            <a:extLst xmlns:a="http://schemas.openxmlformats.org/drawingml/2006/main">
              <a:ext uri="{FF2B5EF4-FFF2-40B4-BE49-F238E27FC236}">
                <a16:creationId xmlns:a16="http://schemas.microsoft.com/office/drawing/2014/main" id="{0728F32E-63EC-4B0F-B6C3-9DB1398CBB0A}"/>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PU-B07-C07</a:t>
            </a:r>
          </a:p>
        </p:txBody>
      </p:sp>
      <p:sp>
        <p:nvSpPr>
          <p:cNvPr id="9" name="">
            <a:extLst xmlns:a="http://schemas.openxmlformats.org/drawingml/2006/main">
              <a:ext uri="{FF2B5EF4-FFF2-40B4-BE49-F238E27FC236}">
                <a16:creationId xmlns:a16="http://schemas.microsoft.com/office/drawing/2014/main" id="{02AD7DCA-079E-42A5-8941-DD7BE786B85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40539B13-9134-4285-B3D9-181C87350C2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5335787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0773DC-2ABD-4BCD-B8FA-2CFEFE26323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E370BA96-137A-468C-A18E-BA5D4A8109D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0F1CAC4-BA6B-48C1-B35D-1150DD12EE2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C9DB151-614E-4B7C-85EC-92B2A90C7FE5}"/>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9270C179-097E-4C29-8455-7891EDB0013B}"/>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Preserve source meaning and provenance through ingestion.</a:t>
            </a:r>
          </a:p>
        </p:txBody>
      </p:sp>
      <p:sp>
        <p:nvSpPr>
          <p:cNvPr id="6" name="">
            <a:extLst xmlns:a="http://schemas.openxmlformats.org/drawingml/2006/main">
              <a:ext uri="{FF2B5EF4-FFF2-40B4-BE49-F238E27FC236}">
                <a16:creationId xmlns:a16="http://schemas.microsoft.com/office/drawing/2014/main" id="{AB79A1F2-BA66-4811-817D-2DD0C61E93B7}"/>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E11F5871-E45D-4495-B29B-6DD5323BCC7F}"/>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D481F41C-AD58-46FC-A846-71C181F32EB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Stable identity</a:t>
            </a:r>
          </a:p>
        </p:txBody>
      </p:sp>
      <p:sp>
        <p:nvSpPr>
          <p:cNvPr id="9" name="">
            <a:extLst xmlns:a="http://schemas.openxmlformats.org/drawingml/2006/main">
              <a:ext uri="{FF2B5EF4-FFF2-40B4-BE49-F238E27FC236}">
                <a16:creationId xmlns:a16="http://schemas.microsoft.com/office/drawing/2014/main" id="{8FC25404-B419-4F7A-948F-46292B1E865B}"/>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32BB9140-AF5B-466D-8840-0B69A52EB471}"/>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Units and time</a:t>
            </a:r>
          </a:p>
        </p:txBody>
      </p:sp>
      <p:sp>
        <p:nvSpPr>
          <p:cNvPr id="11" name="">
            <a:extLst xmlns:a="http://schemas.openxmlformats.org/drawingml/2006/main">
              <a:ext uri="{FF2B5EF4-FFF2-40B4-BE49-F238E27FC236}">
                <a16:creationId xmlns:a16="http://schemas.microsoft.com/office/drawing/2014/main" id="{9E76EBC5-4646-4B9B-A464-92900403D369}"/>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74BF6AA-0B66-4EB6-BB6A-39372B300724}"/>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Spatial version</a:t>
            </a:r>
          </a:p>
        </p:txBody>
      </p:sp>
      <p:sp>
        <p:nvSpPr>
          <p:cNvPr id="13" name="">
            <a:extLst xmlns:a="http://schemas.openxmlformats.org/drawingml/2006/main">
              <a:ext uri="{FF2B5EF4-FFF2-40B4-BE49-F238E27FC236}">
                <a16:creationId xmlns:a16="http://schemas.microsoft.com/office/drawing/2014/main" id="{2E307FA0-5386-4623-92CB-30C9F87B93B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2F3E7C81-7E34-44A7-9EB8-E7F0653B0DAB}"/>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Provenance hash</a:t>
            </a:r>
          </a:p>
        </p:txBody>
      </p:sp>
      <p:sp>
        <p:nvSpPr>
          <p:cNvPr id="15" name="">
            <a:extLst xmlns:a="http://schemas.openxmlformats.org/drawingml/2006/main">
              <a:ext uri="{FF2B5EF4-FFF2-40B4-BE49-F238E27FC236}">
                <a16:creationId xmlns:a16="http://schemas.microsoft.com/office/drawing/2014/main" id="{7EEA93BC-E08C-4A58-88B5-EEBE3901084C}"/>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209B84FC-DCFA-4968-8A9D-6E6A1C7A910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Lawful access</a:t>
            </a:r>
          </a:p>
        </p:txBody>
      </p:sp>
      <p:sp>
        <p:nvSpPr>
          <p:cNvPr id="17" name="">
            <a:extLst xmlns:a="http://schemas.openxmlformats.org/drawingml/2006/main">
              <a:ext uri="{FF2B5EF4-FFF2-40B4-BE49-F238E27FC236}">
                <a16:creationId xmlns:a16="http://schemas.microsoft.com/office/drawing/2014/main" id="{B60ADAD7-D47F-485C-AB40-31B10F5355D5}"/>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03775084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785D36D-9C9B-451B-BF18-13A6C5B2E69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E6BD3D4D-D354-49CA-8380-B81708A2956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7B8EDB32-4A1B-46CF-B841-0724229362E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FCC8911-E07F-417C-961E-1EDECEE0B87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48ED57BB-83F5-47F1-BA9A-A5FAFE081F66}"/>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770E36D-E937-4158-8692-7639E42CBF38}"/>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C7BC7C17-8CE9-44BF-9DB4-56FEDEB47382}"/>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Stable identity</a:t>
            </a:r>
          </a:p>
        </p:txBody>
      </p:sp>
      <p:sp>
        <p:nvSpPr>
          <p:cNvPr id="8" name="">
            <a:extLst xmlns:a="http://schemas.openxmlformats.org/drawingml/2006/main">
              <a:ext uri="{FF2B5EF4-FFF2-40B4-BE49-F238E27FC236}">
                <a16:creationId xmlns:a16="http://schemas.microsoft.com/office/drawing/2014/main" id="{F11BA757-A184-41F8-950A-FD542E645E83}"/>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BB47B646-2600-45A3-BB8E-4363159C45CF}"/>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7049087-E03B-40B9-8EBF-2ED1E5EF981B}"/>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Units and time</a:t>
            </a:r>
          </a:p>
        </p:txBody>
      </p:sp>
      <p:sp>
        <p:nvSpPr>
          <p:cNvPr id="11" name="">
            <a:extLst xmlns:a="http://schemas.openxmlformats.org/drawingml/2006/main">
              <a:ext uri="{FF2B5EF4-FFF2-40B4-BE49-F238E27FC236}">
                <a16:creationId xmlns:a16="http://schemas.microsoft.com/office/drawing/2014/main" id="{14D4CDD4-9AE3-403E-8F4E-3F18FA2542FF}"/>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B5F47C9-1C76-457B-B3D1-3040841B7026}"/>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C1943D7-D5FB-4484-9E4A-30957D57589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Spatial version</a:t>
            </a:r>
          </a:p>
        </p:txBody>
      </p:sp>
      <p:sp>
        <p:nvSpPr>
          <p:cNvPr id="14" name="">
            <a:extLst xmlns:a="http://schemas.openxmlformats.org/drawingml/2006/main">
              <a:ext uri="{FF2B5EF4-FFF2-40B4-BE49-F238E27FC236}">
                <a16:creationId xmlns:a16="http://schemas.microsoft.com/office/drawing/2014/main" id="{FA7FF6A5-B38A-431A-8395-B685000646C5}"/>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AC0D040-2EC6-44E3-8A4B-38EA6FCAA4A6}"/>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C7677331-3C9C-4D5B-B993-62C9BA4849C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Provenance hash</a:t>
            </a:r>
          </a:p>
        </p:txBody>
      </p:sp>
      <p:sp>
        <p:nvSpPr>
          <p:cNvPr id="17" name="">
            <a:extLst xmlns:a="http://schemas.openxmlformats.org/drawingml/2006/main">
              <a:ext uri="{FF2B5EF4-FFF2-40B4-BE49-F238E27FC236}">
                <a16:creationId xmlns:a16="http://schemas.microsoft.com/office/drawing/2014/main" id="{EA5C5CD1-84D2-4DE7-9AE4-148B77AD2D63}"/>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71B86E1-1A8F-46EB-A3F4-7A1F09A09D1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F5B8EA1-3B41-43D6-A375-BDD4D7BEA50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Lawful access</a:t>
            </a:r>
          </a:p>
        </p:txBody>
      </p:sp>
      <p:sp>
        <p:nvSpPr>
          <p:cNvPr id="20" name="">
            <a:extLst xmlns:a="http://schemas.openxmlformats.org/drawingml/2006/main">
              <a:ext uri="{FF2B5EF4-FFF2-40B4-BE49-F238E27FC236}">
                <a16:creationId xmlns:a16="http://schemas.microsoft.com/office/drawing/2014/main" id="{F5F992B9-11B7-441D-B5EB-BFF618D16EF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55813886"/>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F8CA55-202F-4EA1-A9B7-D33A801EADC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4BA9F319-8E92-4A94-84C7-CF4A1CE9A58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40CC6DE3-F143-4110-A331-0F152D0077F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B8B9817-1392-4AA2-B4F0-43CC4E25EDA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5932AD8-3DC6-4B70-904D-E64DBC652E31}"/>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FEF110E-7B78-4BF9-90A2-3F225F6E3F4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0D2629F-202B-4276-A08D-4BB8135FB340}"/>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rainfall observation retains station, coordinate version, unit, timestamp, calibration, and source hash.</a:t>
            </a:r>
          </a:p>
        </p:txBody>
      </p:sp>
      <p:sp>
        <p:nvSpPr>
          <p:cNvPr id="8" name="">
            <a:extLst xmlns:a="http://schemas.openxmlformats.org/drawingml/2006/main">
              <a:ext uri="{FF2B5EF4-FFF2-40B4-BE49-F238E27FC236}">
                <a16:creationId xmlns:a16="http://schemas.microsoft.com/office/drawing/2014/main" id="{C9197C88-F101-4C25-8224-1165049E5FA1}"/>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574BCC2A-86B5-4447-B63F-3CD71836E4EB}"/>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2A54685-3041-43E7-946C-5A903AFDDF0D}"/>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970D98B9-4E8E-4F62-A218-15807E6A4029}"/>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63260701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D5CD80-B215-4437-A4F5-CF71C844570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B54CBFD1-10A4-4DF0-ADC2-4898380CA09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EC240F5-6D29-4DA0-8CFF-87931FA656B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E200174-2B54-4CA4-BC7E-D1D531C9D84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027A23F6-F802-4FAD-BFC3-3251E4E4101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Validate ingestion keys, units, timestamps, source checksums, and exception routing.</a:t>
            </a:r>
          </a:p>
        </p:txBody>
      </p:sp>
      <p:sp>
        <p:nvSpPr>
          <p:cNvPr id="6" name="">
            <a:extLst xmlns:a="http://schemas.openxmlformats.org/drawingml/2006/main">
              <a:ext uri="{FF2B5EF4-FFF2-40B4-BE49-F238E27FC236}">
                <a16:creationId xmlns:a16="http://schemas.microsoft.com/office/drawing/2014/main" id="{669AAE19-A252-4E67-AA76-CB93BC49A73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71C4623-1847-440B-9567-0A50E320033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38382A2F-601A-49B3-BE2C-471293DA057D}"/>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3DA18AC6-BD5C-41F4-8E08-1FF6C8C1A31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F72A522-1DAF-46D8-94F1-C2D244E65404}"/>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AA4E6067-0044-4887-8174-1B698A09D6A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455E7ACE-48E4-4B2B-A8B7-FB4D559C9E0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3E13D3B9-5B10-49F0-B4F9-0F22F08BE6E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51D09E06-DAC4-4BEC-BE9C-2C56919B3146}"/>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FDC20172-3FD5-4B61-9F52-AA98FB597A1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24E90EB-A8D2-47ED-9701-A84DC1FCE1ED}"/>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077C559F-E790-4062-AEA5-5750D1A3405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484397920"/>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8CE5D8-0C19-49A3-BD85-378B2D24038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8A71289F-DCF1-4354-8F99-EB0DEC306B6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286B20B6-E1CE-4425-B102-E1629DA64E9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66CD473-7D20-408D-81FD-63D52E4BCE8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FB893C2-3492-41BD-98ED-E0C34705E3B7}"/>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319D412-34E5-4F8D-840C-413EC3D5EAC6}"/>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25FBBD0-05A2-4DD1-B4E5-DF19C0DF94E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2162B24A-E70F-4461-8170-D7E9CA074A0B}"/>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E22F6C1-D7E7-4477-9ED0-84F9A5524487}"/>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AD92FC6A-3B7C-46F1-8652-742376737CF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16A26B75-F1EE-4F19-A5FE-ADD349D65794}"/>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70B1DC08-E01A-4742-954A-2029D836395B}"/>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19F657E-CCC4-401F-B166-0F35C9D19FB3}"/>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14581DD-F58D-4B2D-9814-86052A3A50AA}"/>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143160204"/>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483093-9179-4BC1-A99A-9824950BECA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V7_A_N02</a:t>
            </a:r>
          </a:p>
        </p:txBody>
      </p:sp>
      <p:sp>
        <p:nvSpPr>
          <p:cNvPr id="2" name="">
            <a:extLst xmlns:a="http://schemas.openxmlformats.org/drawingml/2006/main">
              <a:ext uri="{FF2B5EF4-FFF2-40B4-BE49-F238E27FC236}">
                <a16:creationId xmlns:a16="http://schemas.microsoft.com/office/drawing/2014/main" id="{44B31F14-5DD2-4978-B677-03F7BDF6B1B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517CF6F-9B2C-4AAA-A327-0FB9CCF2D91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BC55CA4-E39A-46C2-8ACF-B0D92AD9335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D2CD2F7-9F8D-4828-AE05-950E8AA7CD3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D5A5048A-2F29-4A1F-812B-7127F6A64CA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200F2DF-2EB8-4E79-A477-7D97C7A81E5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CA56C71F-28EC-4749-BB88-749218F84BA0}"/>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2ADFB9F1-16CB-4A84-9BE0-DDA004051EE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6DCBF8A7-7F76-462F-A921-908572E3D8B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63701939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2ABE36-CAEA-45BB-81B5-B83E03292A29}"/>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578BA109-DBB5-4E44-B411-49020F47E298}"/>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BC729F42-8E62-4320-8228-A62B85E83CA5}"/>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Stable identity</a:t>
            </a:r>
          </a:p>
        </p:txBody>
      </p:sp>
      <p:sp>
        <p:nvSpPr>
          <p:cNvPr id="4" name="">
            <a:extLst xmlns:a="http://schemas.openxmlformats.org/drawingml/2006/main">
              <a:ext uri="{FF2B5EF4-FFF2-40B4-BE49-F238E27FC236}">
                <a16:creationId xmlns:a16="http://schemas.microsoft.com/office/drawing/2014/main" id="{F04674C6-F277-4F87-9861-E58BD7BCC4F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95D63A3B-3F7B-4237-B4F5-92D873C485CB}"/>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Units and time</a:t>
            </a:r>
          </a:p>
        </p:txBody>
      </p:sp>
      <p:sp>
        <p:nvSpPr>
          <p:cNvPr id="6" name="">
            <a:extLst xmlns:a="http://schemas.openxmlformats.org/drawingml/2006/main">
              <a:ext uri="{FF2B5EF4-FFF2-40B4-BE49-F238E27FC236}">
                <a16:creationId xmlns:a16="http://schemas.microsoft.com/office/drawing/2014/main" id="{0C4AB115-1934-430C-8593-45ACD9DF9FF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0BABC26F-4925-4F80-97AC-7FA2E49D144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Spatial version</a:t>
            </a:r>
          </a:p>
        </p:txBody>
      </p:sp>
      <p:sp>
        <p:nvSpPr>
          <p:cNvPr id="8" name="">
            <a:extLst xmlns:a="http://schemas.openxmlformats.org/drawingml/2006/main">
              <a:ext uri="{FF2B5EF4-FFF2-40B4-BE49-F238E27FC236}">
                <a16:creationId xmlns:a16="http://schemas.microsoft.com/office/drawing/2014/main" id="{DDA6FDC8-9C73-4273-9C43-3C1487F4476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9F66F67-B81A-4174-9F19-93D0496B5FA5}"/>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Provenance hash</a:t>
            </a:r>
          </a:p>
        </p:txBody>
      </p:sp>
      <p:sp>
        <p:nvSpPr>
          <p:cNvPr id="10" name="">
            <a:extLst xmlns:a="http://schemas.openxmlformats.org/drawingml/2006/main">
              <a:ext uri="{FF2B5EF4-FFF2-40B4-BE49-F238E27FC236}">
                <a16:creationId xmlns:a16="http://schemas.microsoft.com/office/drawing/2014/main" id="{9677B41F-EA60-4EBB-8D8B-F25D1A2D104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C458E7BB-3F78-4DF6-A470-509216487647}"/>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Lawful access</a:t>
            </a:r>
          </a:p>
        </p:txBody>
      </p:sp>
      <p:sp>
        <p:nvSpPr>
          <p:cNvPr id="12" name="">
            <a:extLst xmlns:a="http://schemas.openxmlformats.org/drawingml/2006/main">
              <a:ext uri="{FF2B5EF4-FFF2-40B4-BE49-F238E27FC236}">
                <a16:creationId xmlns:a16="http://schemas.microsoft.com/office/drawing/2014/main" id="{C4B38B48-BAF0-4177-9406-7C5607956C7C}"/>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922376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2026-09-04T14:32:50.3050000Z</dcterms:created>
  <dcterms:modified xsi:type="dcterms:W3CDTF">2026-09-04T14:32:50.3050000Z</dcterms:modified>
</coreProperties>
</file>