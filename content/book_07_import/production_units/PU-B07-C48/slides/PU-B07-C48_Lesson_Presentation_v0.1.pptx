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d829c212da43f5" /><Relationship Type="http://schemas.openxmlformats.org/officeDocument/2006/relationships/extended-properties" Target="/docProps/app.xml" Id="Rb4461a3c1a644903" /><Relationship Type="http://schemas.openxmlformats.org/officeDocument/2006/relationships/officeDocument" Target="/ppt/presentation.xml" Id="R24af5d875a65423e" /></Relationships>
</file>

<file path=ppt/presentation.xml><?xml version="1.0" encoding="utf-8"?>
<p:presentation xmlns:p="http://schemas.openxmlformats.org/presentationml/2006/main">
  <p:sldMasterIdLst>
    <p:sldMasterId xmlns:r="http://schemas.openxmlformats.org/officeDocument/2006/relationships" id="2147483648" r:id="R7768dcef67fa41bc"/>
  </p:sldMasterIdLst>
  <p:notesMasterIdLst>
    <p:notesMasterId xmlns:r="http://schemas.openxmlformats.org/officeDocument/2006/relationships" r:id="R3e28682134364ba0"/>
  </p:notesMasterIdLst>
  <p:sldIdLst>
    <p:sldId xmlns:r="http://schemas.openxmlformats.org/officeDocument/2006/relationships" id="256" r:id="R90f6c83fd1ae45dd"/>
    <p:sldId xmlns:r="http://schemas.openxmlformats.org/officeDocument/2006/relationships" id="257" r:id="R8c1e0ece34324859"/>
    <p:sldId xmlns:r="http://schemas.openxmlformats.org/officeDocument/2006/relationships" id="258" r:id="Re75e3a18a7b04ae6"/>
    <p:sldId xmlns:r="http://schemas.openxmlformats.org/officeDocument/2006/relationships" id="259" r:id="Rbe20b3ba2a0948cd"/>
    <p:sldId xmlns:r="http://schemas.openxmlformats.org/officeDocument/2006/relationships" id="260" r:id="R25d21601a02f4612"/>
    <p:sldId xmlns:r="http://schemas.openxmlformats.org/officeDocument/2006/relationships" id="261" r:id="R24711886ebe14d76"/>
    <p:sldId xmlns:r="http://schemas.openxmlformats.org/officeDocument/2006/relationships" id="262" r:id="Rb9a5493e5d8f448b"/>
    <p:sldId xmlns:r="http://schemas.openxmlformats.org/officeDocument/2006/relationships" id="263" r:id="R8ea11ea04d6241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04fd2ee8c741e0" /><Relationship Type="http://schemas.openxmlformats.org/officeDocument/2006/relationships/slideMaster" Target="/ppt/slideMasters/slideMaster1.xml" Id="R7768dcef67fa41bc" /><Relationship Type="http://schemas.openxmlformats.org/officeDocument/2006/relationships/notesMaster" Target="/ppt/notesMasters/notesMaster1.xml" Id="R3e28682134364ba0" /><Relationship Type="http://schemas.openxmlformats.org/officeDocument/2006/relationships/presProps" Target="/ppt/presProps.xml" Id="R2b23078b0f52477a" /><Relationship Type="http://schemas.openxmlformats.org/officeDocument/2006/relationships/tableStyles" Target="/ppt/tableStyles.xml" Id="Rcba27f5a1fe04bcf" /><Relationship Type="http://schemas.openxmlformats.org/officeDocument/2006/relationships/slide" Target="/ppt/slides/slide1.xml" Id="R90f6c83fd1ae45dd" /><Relationship Type="http://schemas.openxmlformats.org/officeDocument/2006/relationships/slide" Target="/ppt/slides/slide2.xml" Id="R8c1e0ece34324859" /><Relationship Type="http://schemas.openxmlformats.org/officeDocument/2006/relationships/slide" Target="/ppt/slides/slide3.xml" Id="Re75e3a18a7b04ae6" /><Relationship Type="http://schemas.openxmlformats.org/officeDocument/2006/relationships/slide" Target="/ppt/slides/slide4.xml" Id="Rbe20b3ba2a0948cd" /><Relationship Type="http://schemas.openxmlformats.org/officeDocument/2006/relationships/slide" Target="/ppt/slides/slide5.xml" Id="R25d21601a02f4612" /><Relationship Type="http://schemas.openxmlformats.org/officeDocument/2006/relationships/slide" Target="/ppt/slides/slide6.xml" Id="R24711886ebe14d76" /><Relationship Type="http://schemas.openxmlformats.org/officeDocument/2006/relationships/slide" Target="/ppt/slides/slide7.xml" Id="Rb9a5493e5d8f448b" /><Relationship Type="http://schemas.openxmlformats.org/officeDocument/2006/relationships/slide" Target="/ppt/slides/slide8.xml" Id="R8ea11ea04d6241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7a889460074c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0cfce4a71e4b80" /><Relationship Type="http://schemas.openxmlformats.org/officeDocument/2006/relationships/notesMaster" Target="/ppt/notesMasters/notesMaster1.xml" Id="Rdbabab90c8094b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a60581ca8d4be0" /><Relationship Type="http://schemas.openxmlformats.org/officeDocument/2006/relationships/notesMaster" Target="/ppt/notesMasters/notesMaster1.xml" Id="Rf10e837e832348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d1bee138da4002" /><Relationship Type="http://schemas.openxmlformats.org/officeDocument/2006/relationships/notesMaster" Target="/ppt/notesMasters/notesMaster1.xml" Id="R2bd7a856f14b40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b42f2bbf414654" /><Relationship Type="http://schemas.openxmlformats.org/officeDocument/2006/relationships/notesMaster" Target="/ppt/notesMasters/notesMaster1.xml" Id="Rb91c37cb2dec46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82d89e1b9b4c99" /><Relationship Type="http://schemas.openxmlformats.org/officeDocument/2006/relationships/notesMaster" Target="/ppt/notesMasters/notesMaster1.xml" Id="R7e568846b31648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29785f16b343a0" /><Relationship Type="http://schemas.openxmlformats.org/officeDocument/2006/relationships/notesMaster" Target="/ppt/notesMasters/notesMaster1.xml" Id="R42222e87a06948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039e5037434818" /><Relationship Type="http://schemas.openxmlformats.org/officeDocument/2006/relationships/notesMaster" Target="/ppt/notesMasters/notesMaster1.xml" Id="Rde9d8867f32d45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0c1f3c77a645cf" /><Relationship Type="http://schemas.openxmlformats.org/officeDocument/2006/relationships/notesMaster" Target="/ppt/notesMasters/notesMaster1.xml" Id="R7fa61ce64a184f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Policy Simulation for Education Finance. This lesson begins with one principle: finance simulation compares scenarios; it does not predict one certain future.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Finance simulation compares scenarios; it does not predict one certain future. The five controls shown here are Assumption, Scenario, Distribution, Constraint, Uncertainty.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assumption, move through scenario and distribution, and finish with constraint and uncertainty.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 ministry compares funding formulas across equity, staffing, infrastructure, and budget limits.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Simulate finance scenarios and test assumptions, distributional effects, and feasibility.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assumption clear? Is scenario documented? Is distribution testable? Is constraint governed? And is uncertainty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29a2c3a03f4f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0700ce9c7e404c" /><Relationship Type="http://schemas.openxmlformats.org/officeDocument/2006/relationships/slideLayout" Target="/ppt/slideLayouts/slideLayout1.xml" Id="Re181a9af457e46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81a9af457e46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c20704970d43ab" /><Relationship Type="http://schemas.openxmlformats.org/officeDocument/2006/relationships/notesSlide" Target="/ppt/notesSlides/notesSlide1.xml" Id="R3e31fb006acf41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691a2c1ea14cdf" /><Relationship Type="http://schemas.openxmlformats.org/officeDocument/2006/relationships/notesSlide" Target="/ppt/notesSlides/notesSlide2.xml" Id="R0c4727e8db2e4a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1b81a3b1d104433" /><Relationship Type="http://schemas.openxmlformats.org/officeDocument/2006/relationships/notesSlide" Target="/ppt/notesSlides/notesSlide3.xml" Id="Ree5c8e9ff7e843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2d8da13ed940b0" /><Relationship Type="http://schemas.openxmlformats.org/officeDocument/2006/relationships/notesSlide" Target="/ppt/notesSlides/notesSlide4.xml" Id="R7ebfd6cd55be43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562c7a63bc4812" /><Relationship Type="http://schemas.openxmlformats.org/officeDocument/2006/relationships/notesSlide" Target="/ppt/notesSlides/notesSlide5.xml" Id="R5596f1e2783f42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8936c832ef64f9c" /><Relationship Type="http://schemas.openxmlformats.org/officeDocument/2006/relationships/notesSlide" Target="/ppt/notesSlides/notesSlide6.xml" Id="Rd69cec6abc2c41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50f3fc0fd54659" /><Relationship Type="http://schemas.openxmlformats.org/officeDocument/2006/relationships/notesSlide" Target="/ppt/notesSlides/notesSlide7.xml" Id="Ra6fa4ef52be241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11bf1e23cb45d1" /><Relationship Type="http://schemas.openxmlformats.org/officeDocument/2006/relationships/notesSlide" Target="/ppt/notesSlides/notesSlide8.xml" Id="Rac87e31a46ef4555"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97DC4D6-3454-4C48-B9B1-89422465FFF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D342E618-B705-4D02-A0DA-7DD6A4639EAC}"/>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96056578-B06C-4568-8755-A02376648DA9}"/>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E1536336-A3E2-4250-8DA3-D717338B9DB2}"/>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C45629EB-D78D-40F1-B860-85DD898AB3B5}"/>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POLICY SIMULATION FOR EDUCATION FINANCE</a:t>
            </a:r>
          </a:p>
        </p:txBody>
      </p:sp>
      <p:sp>
        <p:nvSpPr>
          <p:cNvPr id="6" name="">
            <a:extLst xmlns:a="http://schemas.openxmlformats.org/drawingml/2006/main">
              <a:ext uri="{FF2B5EF4-FFF2-40B4-BE49-F238E27FC236}">
                <a16:creationId xmlns:a16="http://schemas.microsoft.com/office/drawing/2014/main" id="{91A52C01-2D2C-43C5-941A-DEEB53BD0B8C}"/>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Finance simulation compares scenarios; it does not predict one certain future.</a:t>
            </a:r>
          </a:p>
        </p:txBody>
      </p:sp>
      <p:sp>
        <p:nvSpPr>
          <p:cNvPr id="7" name="">
            <a:extLst xmlns:a="http://schemas.openxmlformats.org/drawingml/2006/main">
              <a:ext uri="{FF2B5EF4-FFF2-40B4-BE49-F238E27FC236}">
                <a16:creationId xmlns:a16="http://schemas.microsoft.com/office/drawing/2014/main" id="{A5E9FE4C-D949-4CCA-85FA-557ABA6F64B2}"/>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V7_C_N13</a:t>
            </a:r>
          </a:p>
        </p:txBody>
      </p:sp>
      <p:sp>
        <p:nvSpPr>
          <p:cNvPr id="8" name="">
            <a:extLst xmlns:a="http://schemas.openxmlformats.org/drawingml/2006/main">
              <a:ext uri="{FF2B5EF4-FFF2-40B4-BE49-F238E27FC236}">
                <a16:creationId xmlns:a16="http://schemas.microsoft.com/office/drawing/2014/main" id="{C976C44C-2C1B-4169-83D6-7376E85387A4}"/>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PU-B07-C48</a:t>
            </a:r>
          </a:p>
        </p:txBody>
      </p:sp>
      <p:sp>
        <p:nvSpPr>
          <p:cNvPr id="9" name="">
            <a:extLst xmlns:a="http://schemas.openxmlformats.org/drawingml/2006/main">
              <a:ext uri="{FF2B5EF4-FFF2-40B4-BE49-F238E27FC236}">
                <a16:creationId xmlns:a16="http://schemas.microsoft.com/office/drawing/2014/main" id="{424C98AD-C907-4C54-9EFE-E30254708E5D}"/>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A1ED9731-3F48-4D7E-A8A1-F1466D07C390}"/>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872552326"/>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2BB4512-0350-427C-8F94-50A23BB760A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V7_C_N13</a:t>
            </a:r>
          </a:p>
        </p:txBody>
      </p:sp>
      <p:sp>
        <p:nvSpPr>
          <p:cNvPr id="2" name="">
            <a:extLst xmlns:a="http://schemas.openxmlformats.org/drawingml/2006/main">
              <a:ext uri="{FF2B5EF4-FFF2-40B4-BE49-F238E27FC236}">
                <a16:creationId xmlns:a16="http://schemas.microsoft.com/office/drawing/2014/main" id="{F3D7E11C-82FA-4D47-94C1-B009D0310C6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9227A223-11CD-4458-A32F-AF7CC17699D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0B09DF0-06A3-442E-953E-785CD07AA649}"/>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DA618D44-DA4B-4891-9619-25E6C3F20655}"/>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Finance simulation compares scenarios; it does not predict one certain future.</a:t>
            </a:r>
          </a:p>
        </p:txBody>
      </p:sp>
      <p:sp>
        <p:nvSpPr>
          <p:cNvPr id="6" name="">
            <a:extLst xmlns:a="http://schemas.openxmlformats.org/drawingml/2006/main">
              <a:ext uri="{FF2B5EF4-FFF2-40B4-BE49-F238E27FC236}">
                <a16:creationId xmlns:a16="http://schemas.microsoft.com/office/drawing/2014/main" id="{247C91FE-5265-40AF-8D7A-E6C1A5D69273}"/>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44702E00-3CFB-40EF-A871-0DFA45007616}"/>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5CA31689-2F74-4477-9FDC-18B66D264EFA}"/>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Assumption</a:t>
            </a:r>
          </a:p>
        </p:txBody>
      </p:sp>
      <p:sp>
        <p:nvSpPr>
          <p:cNvPr id="9" name="">
            <a:extLst xmlns:a="http://schemas.openxmlformats.org/drawingml/2006/main">
              <a:ext uri="{FF2B5EF4-FFF2-40B4-BE49-F238E27FC236}">
                <a16:creationId xmlns:a16="http://schemas.microsoft.com/office/drawing/2014/main" id="{D0F1D540-1E06-4FB7-903F-CE2BAB06CA55}"/>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C6D3587E-7A67-4C3F-AC25-101EC6510652}"/>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Scenario</a:t>
            </a:r>
          </a:p>
        </p:txBody>
      </p:sp>
      <p:sp>
        <p:nvSpPr>
          <p:cNvPr id="11" name="">
            <a:extLst xmlns:a="http://schemas.openxmlformats.org/drawingml/2006/main">
              <a:ext uri="{FF2B5EF4-FFF2-40B4-BE49-F238E27FC236}">
                <a16:creationId xmlns:a16="http://schemas.microsoft.com/office/drawing/2014/main" id="{A5A72418-BF00-4645-BAF3-7BE268359580}"/>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0B494D98-8392-41F4-A276-906036B3697E}"/>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Distribution</a:t>
            </a:r>
          </a:p>
        </p:txBody>
      </p:sp>
      <p:sp>
        <p:nvSpPr>
          <p:cNvPr id="13" name="">
            <a:extLst xmlns:a="http://schemas.openxmlformats.org/drawingml/2006/main">
              <a:ext uri="{FF2B5EF4-FFF2-40B4-BE49-F238E27FC236}">
                <a16:creationId xmlns:a16="http://schemas.microsoft.com/office/drawing/2014/main" id="{EF3BB13A-1BCC-4703-882C-97E60EBD40E9}"/>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D2184EFF-8A15-42C0-924E-30B33514EB28}"/>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Constraint</a:t>
            </a:r>
          </a:p>
        </p:txBody>
      </p:sp>
      <p:sp>
        <p:nvSpPr>
          <p:cNvPr id="15" name="">
            <a:extLst xmlns:a="http://schemas.openxmlformats.org/drawingml/2006/main">
              <a:ext uri="{FF2B5EF4-FFF2-40B4-BE49-F238E27FC236}">
                <a16:creationId xmlns:a16="http://schemas.microsoft.com/office/drawing/2014/main" id="{6D10C256-02A6-415A-840E-49D7758A1C13}"/>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DD2C857E-16D8-4127-9EF3-8EC01476516C}"/>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Uncertainty</a:t>
            </a:r>
          </a:p>
        </p:txBody>
      </p:sp>
      <p:sp>
        <p:nvSpPr>
          <p:cNvPr id="17" name="">
            <a:extLst xmlns:a="http://schemas.openxmlformats.org/drawingml/2006/main">
              <a:ext uri="{FF2B5EF4-FFF2-40B4-BE49-F238E27FC236}">
                <a16:creationId xmlns:a16="http://schemas.microsoft.com/office/drawing/2014/main" id="{5D303BF1-C20C-4628-94E9-0526302C9747}"/>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205458905"/>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6EAB0F1-D262-435C-B886-AA65EA0EA79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V7_C_N13</a:t>
            </a:r>
          </a:p>
        </p:txBody>
      </p:sp>
      <p:sp>
        <p:nvSpPr>
          <p:cNvPr id="2" name="">
            <a:extLst xmlns:a="http://schemas.openxmlformats.org/drawingml/2006/main">
              <a:ext uri="{FF2B5EF4-FFF2-40B4-BE49-F238E27FC236}">
                <a16:creationId xmlns:a16="http://schemas.microsoft.com/office/drawing/2014/main" id="{4FE91172-8167-4962-87EA-FB424149D4A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E8014E7C-83FA-4C11-81B3-AED8975491D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47D640B-3D2C-4AF7-9E66-FE761C0B598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249B2896-B03A-47E5-A663-B30B65E1EA31}"/>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0D838506-63F6-4EE3-B40F-441101D6439C}"/>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74B969CB-7307-43AC-97A8-95480D83B8C5}"/>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Assumption</a:t>
            </a:r>
          </a:p>
        </p:txBody>
      </p:sp>
      <p:sp>
        <p:nvSpPr>
          <p:cNvPr id="8" name="">
            <a:extLst xmlns:a="http://schemas.openxmlformats.org/drawingml/2006/main">
              <a:ext uri="{FF2B5EF4-FFF2-40B4-BE49-F238E27FC236}">
                <a16:creationId xmlns:a16="http://schemas.microsoft.com/office/drawing/2014/main" id="{64DE7076-5AE0-46DE-9946-360CAAFD814C}"/>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DE037DEC-C1D6-4F81-AAFE-2C02FF41E35C}"/>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D8CE13E4-BDB8-4566-AF7B-735DEF3A549A}"/>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Scenario</a:t>
            </a:r>
          </a:p>
        </p:txBody>
      </p:sp>
      <p:sp>
        <p:nvSpPr>
          <p:cNvPr id="11" name="">
            <a:extLst xmlns:a="http://schemas.openxmlformats.org/drawingml/2006/main">
              <a:ext uri="{FF2B5EF4-FFF2-40B4-BE49-F238E27FC236}">
                <a16:creationId xmlns:a16="http://schemas.microsoft.com/office/drawing/2014/main" id="{4137E6D2-140D-4873-A1E2-6B1B0AC68C11}"/>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1D225DB9-900F-4F72-9840-A6B147090646}"/>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0FFA411A-E107-4945-9255-4856C90330A7}"/>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Distribution</a:t>
            </a:r>
          </a:p>
        </p:txBody>
      </p:sp>
      <p:sp>
        <p:nvSpPr>
          <p:cNvPr id="14" name="">
            <a:extLst xmlns:a="http://schemas.openxmlformats.org/drawingml/2006/main">
              <a:ext uri="{FF2B5EF4-FFF2-40B4-BE49-F238E27FC236}">
                <a16:creationId xmlns:a16="http://schemas.microsoft.com/office/drawing/2014/main" id="{D8CD9C50-A5AB-4591-9BE9-91A00F893851}"/>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011D2221-1CE5-43B7-A3FC-DB340C3D8968}"/>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AC09F6D7-5A36-4703-8BB4-125EE04E32B6}"/>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Constraint</a:t>
            </a:r>
          </a:p>
        </p:txBody>
      </p:sp>
      <p:sp>
        <p:nvSpPr>
          <p:cNvPr id="17" name="">
            <a:extLst xmlns:a="http://schemas.openxmlformats.org/drawingml/2006/main">
              <a:ext uri="{FF2B5EF4-FFF2-40B4-BE49-F238E27FC236}">
                <a16:creationId xmlns:a16="http://schemas.microsoft.com/office/drawing/2014/main" id="{9327B58E-089A-47F0-9271-8A09E47B94A4}"/>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8EC74F18-2A3A-4FC0-BB81-497BC1F9176F}"/>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3B413AB7-750D-4CF2-A2F0-BBF47E250DDD}"/>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Uncertainty</a:t>
            </a:r>
          </a:p>
        </p:txBody>
      </p:sp>
      <p:sp>
        <p:nvSpPr>
          <p:cNvPr id="20" name="">
            <a:extLst xmlns:a="http://schemas.openxmlformats.org/drawingml/2006/main">
              <a:ext uri="{FF2B5EF4-FFF2-40B4-BE49-F238E27FC236}">
                <a16:creationId xmlns:a16="http://schemas.microsoft.com/office/drawing/2014/main" id="{91003B72-587D-4E13-9643-7FB107E5A6AA}"/>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374348746"/>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44EF50-0716-4467-86AD-041330EE16F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V7_C_N13</a:t>
            </a:r>
          </a:p>
        </p:txBody>
      </p:sp>
      <p:sp>
        <p:nvSpPr>
          <p:cNvPr id="2" name="">
            <a:extLst xmlns:a="http://schemas.openxmlformats.org/drawingml/2006/main">
              <a:ext uri="{FF2B5EF4-FFF2-40B4-BE49-F238E27FC236}">
                <a16:creationId xmlns:a16="http://schemas.microsoft.com/office/drawing/2014/main" id="{779494C6-72EF-4E09-8143-ADC15DCC8F8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3BB0C9E4-AAF8-4978-832A-FA02DF2726E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497D434-3974-4E41-8ADE-EF68979AD51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E20EF576-03B8-4AE6-BCAC-F4B980BF3D97}"/>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E8518174-38B6-42CF-BB14-A3BA7FB307B5}"/>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33A85115-6F39-4267-82D5-2CC261CB9592}"/>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ministry compares funding formulas across equity, staffing, infrastructure, and budget limits.</a:t>
            </a:r>
          </a:p>
        </p:txBody>
      </p:sp>
      <p:sp>
        <p:nvSpPr>
          <p:cNvPr id="8" name="">
            <a:extLst xmlns:a="http://schemas.openxmlformats.org/drawingml/2006/main">
              <a:ext uri="{FF2B5EF4-FFF2-40B4-BE49-F238E27FC236}">
                <a16:creationId xmlns:a16="http://schemas.microsoft.com/office/drawing/2014/main" id="{1D5799F7-8E63-4887-A8F1-D27DC9094933}"/>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02EEDC33-DA33-4059-A0AB-EE8D2F2130C6}"/>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5148FD67-4017-4C7C-BDAB-378665C4ABB5}"/>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ADC54D50-8525-4898-B694-F46C020FE98B}"/>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2125567581"/>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78BDD0F-9D78-459E-B8F7-84C39B5DC86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V7_C_N13</a:t>
            </a:r>
          </a:p>
        </p:txBody>
      </p:sp>
      <p:sp>
        <p:nvSpPr>
          <p:cNvPr id="2" name="">
            <a:extLst xmlns:a="http://schemas.openxmlformats.org/drawingml/2006/main">
              <a:ext uri="{FF2B5EF4-FFF2-40B4-BE49-F238E27FC236}">
                <a16:creationId xmlns:a16="http://schemas.microsoft.com/office/drawing/2014/main" id="{E236289D-6D70-4E83-8727-C72D127BE01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8F320F73-F86A-417F-B369-0FDDC01AFF1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76D0FED-52C1-40D4-AE92-7D4B458E7A0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7F755642-85A6-4C13-B35B-3082E02C760B}"/>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Simulate finance scenarios and test assumptions, distributional effects, and feasibility.</a:t>
            </a:r>
          </a:p>
        </p:txBody>
      </p:sp>
      <p:sp>
        <p:nvSpPr>
          <p:cNvPr id="6" name="">
            <a:extLst xmlns:a="http://schemas.openxmlformats.org/drawingml/2006/main">
              <a:ext uri="{FF2B5EF4-FFF2-40B4-BE49-F238E27FC236}">
                <a16:creationId xmlns:a16="http://schemas.microsoft.com/office/drawing/2014/main" id="{575C9764-B29B-4ED9-9CDE-BD681DA555F0}"/>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ACCF183C-EFAB-4BC6-BFDA-F71B3D5A7879}"/>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CE14958E-02E3-4532-BB69-0FE2632D68D9}"/>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272E7827-63F4-4A96-A1C9-3BBE52710DDE}"/>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7B90BFC8-9367-4DF6-A2C4-D24598B5D70C}"/>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53A40683-7635-4D1E-9ABE-EE09081165E0}"/>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BBAA7AE7-2712-41BD-A32B-32E32E4DFE9D}"/>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B4BDD65E-F5A7-4A2C-AB47-A5A2044E02DA}"/>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14ABEAED-B5C8-4F9B-938A-0F5B8E4E4EC6}"/>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3FB31050-CC82-4F48-8BC2-EBB374919C35}"/>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9BB9FE24-BEC2-4F70-A080-76FA71FAE5AC}"/>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50D2F7CD-E0BE-4181-B7EA-1BC803265819}"/>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077814609"/>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8EF5EC7-39E8-46C9-B887-247C2A89080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V7_C_N13</a:t>
            </a:r>
          </a:p>
        </p:txBody>
      </p:sp>
      <p:sp>
        <p:nvSpPr>
          <p:cNvPr id="2" name="">
            <a:extLst xmlns:a="http://schemas.openxmlformats.org/drawingml/2006/main">
              <a:ext uri="{FF2B5EF4-FFF2-40B4-BE49-F238E27FC236}">
                <a16:creationId xmlns:a16="http://schemas.microsoft.com/office/drawing/2014/main" id="{AA821A16-C27A-462B-A431-3D62115463A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0A97EA54-9EBB-4C63-B145-23520D02BB3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8E3CAC3-6725-43AE-ADA5-F211DD46A4D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0A90FF81-E49F-4C92-9EEA-57C0E7DD5C80}"/>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7AEAC2E3-5F77-4527-9D0C-1522359253ED}"/>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0D2C55A8-41A7-4895-8AC5-18EFA2B3EE80}"/>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9E47AF8F-90CA-4D76-A919-1DC13CD812EC}"/>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D3CA09E3-94F0-4749-8179-09098DA55D78}"/>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D47E6088-8088-4084-9931-36AADDE44409}"/>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4C8BE1F0-65D4-4D34-B05C-CCC1437A1FDE}"/>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24541BD7-8D5C-4C83-A0B7-FB47EAEC33CA}"/>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19E54E84-1235-4FA5-B56B-EFBA0239A2AF}"/>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91F09039-627E-4C71-A336-1B5183C05D31}"/>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449570513"/>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C11B1B-A169-471E-BDBC-A928141DB52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V7_C_N13</a:t>
            </a:r>
          </a:p>
        </p:txBody>
      </p:sp>
      <p:sp>
        <p:nvSpPr>
          <p:cNvPr id="2" name="">
            <a:extLst xmlns:a="http://schemas.openxmlformats.org/drawingml/2006/main">
              <a:ext uri="{FF2B5EF4-FFF2-40B4-BE49-F238E27FC236}">
                <a16:creationId xmlns:a16="http://schemas.microsoft.com/office/drawing/2014/main" id="{58C4FC21-32F8-4BF5-B07B-243E0875CE8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E73319A7-6E55-4606-A343-E63C01EC89F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2B5A0E9-D46D-4969-96F3-27430B26F77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70F390A6-29C6-4BA0-81A9-C38E15EBE570}"/>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63F83510-F2C4-403A-96DD-43D987804B5F}"/>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966DC454-B660-48FE-B536-7FA6DCBD5836}"/>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5B7AD8F0-1311-487A-99D8-EC4873A2E79D}"/>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3609E3BE-1431-4170-9F6A-CDD9D176757B}"/>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E67F6205-1904-455B-89DD-5ACAC66D9158}"/>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641031406"/>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216BF11-6611-4E2C-A6C5-E021715F653A}"/>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0E20C18F-DAD0-40D6-B1E2-ACE67AE4D5E1}"/>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797F2D99-6C8C-487E-8700-022FE9CFD55B}"/>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Assumption</a:t>
            </a:r>
          </a:p>
        </p:txBody>
      </p:sp>
      <p:sp>
        <p:nvSpPr>
          <p:cNvPr id="4" name="">
            <a:extLst xmlns:a="http://schemas.openxmlformats.org/drawingml/2006/main">
              <a:ext uri="{FF2B5EF4-FFF2-40B4-BE49-F238E27FC236}">
                <a16:creationId xmlns:a16="http://schemas.microsoft.com/office/drawing/2014/main" id="{DC8EF08F-6E5A-497C-8B3B-E28D52E75F46}"/>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5E393EE6-F1D6-4DE9-B4E8-4A1C21985CA6}"/>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Scenario</a:t>
            </a:r>
          </a:p>
        </p:txBody>
      </p:sp>
      <p:sp>
        <p:nvSpPr>
          <p:cNvPr id="6" name="">
            <a:extLst xmlns:a="http://schemas.openxmlformats.org/drawingml/2006/main">
              <a:ext uri="{FF2B5EF4-FFF2-40B4-BE49-F238E27FC236}">
                <a16:creationId xmlns:a16="http://schemas.microsoft.com/office/drawing/2014/main" id="{B9D42CE2-95F8-4423-91AE-EED753D9E5CD}"/>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6070DFD0-3A30-4F8A-9615-839859722023}"/>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Distribution</a:t>
            </a:r>
          </a:p>
        </p:txBody>
      </p:sp>
      <p:sp>
        <p:nvSpPr>
          <p:cNvPr id="8" name="">
            <a:extLst xmlns:a="http://schemas.openxmlformats.org/drawingml/2006/main">
              <a:ext uri="{FF2B5EF4-FFF2-40B4-BE49-F238E27FC236}">
                <a16:creationId xmlns:a16="http://schemas.microsoft.com/office/drawing/2014/main" id="{944E8E8C-81BA-416A-BD0A-CACE42AA844C}"/>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5438991E-C09F-4511-9171-6CBD86F8B4E3}"/>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Constraint</a:t>
            </a:r>
          </a:p>
        </p:txBody>
      </p:sp>
      <p:sp>
        <p:nvSpPr>
          <p:cNvPr id="10" name="">
            <a:extLst xmlns:a="http://schemas.openxmlformats.org/drawingml/2006/main">
              <a:ext uri="{FF2B5EF4-FFF2-40B4-BE49-F238E27FC236}">
                <a16:creationId xmlns:a16="http://schemas.microsoft.com/office/drawing/2014/main" id="{B13AA345-AB92-45C0-936A-41D1BEAD7838}"/>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CF85BAE2-A72E-4D27-B552-8367C84CA72E}"/>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Uncertainty</a:t>
            </a:r>
          </a:p>
        </p:txBody>
      </p:sp>
      <p:sp>
        <p:nvSpPr>
          <p:cNvPr id="12" name="">
            <a:extLst xmlns:a="http://schemas.openxmlformats.org/drawingml/2006/main">
              <a:ext uri="{FF2B5EF4-FFF2-40B4-BE49-F238E27FC236}">
                <a16:creationId xmlns:a16="http://schemas.microsoft.com/office/drawing/2014/main" id="{FB518A00-1C71-4490-8FA6-5FA506CBF86E}"/>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9839023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2026-09-04T15:35:05.1000000Z</dcterms:created>
  <dcterms:modified xsi:type="dcterms:W3CDTF">2026-09-04T15:35:05.1000000Z</dcterms:modified>
</coreProperties>
</file>