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0329081ae24fb9" /><Relationship Type="http://schemas.openxmlformats.org/officeDocument/2006/relationships/extended-properties" Target="/docProps/app.xml" Id="R8b9d294b1dbb4ad5" /><Relationship Type="http://schemas.openxmlformats.org/officeDocument/2006/relationships/officeDocument" Target="/ppt/presentation.xml" Id="Ree489578e9b34f19" /></Relationships>
</file>

<file path=ppt/presentation.xml><?xml version="1.0" encoding="utf-8"?>
<p:presentation xmlns:p="http://schemas.openxmlformats.org/presentationml/2006/main">
  <p:sldMasterIdLst>
    <p:sldMasterId xmlns:r="http://schemas.openxmlformats.org/officeDocument/2006/relationships" id="2147483648" r:id="R02129f8605824c78"/>
  </p:sldMasterIdLst>
  <p:notesMasterIdLst>
    <p:notesMasterId xmlns:r="http://schemas.openxmlformats.org/officeDocument/2006/relationships" r:id="R5a98599a0f9d4d4d"/>
  </p:notesMasterIdLst>
  <p:sldIdLst>
    <p:sldId xmlns:r="http://schemas.openxmlformats.org/officeDocument/2006/relationships" id="256" r:id="R821acb58bc3f40dc"/>
    <p:sldId xmlns:r="http://schemas.openxmlformats.org/officeDocument/2006/relationships" id="257" r:id="R9432232612bb4b73"/>
    <p:sldId xmlns:r="http://schemas.openxmlformats.org/officeDocument/2006/relationships" id="258" r:id="Rc551a122716b4c8d"/>
    <p:sldId xmlns:r="http://schemas.openxmlformats.org/officeDocument/2006/relationships" id="259" r:id="R0fa6b320061640bf"/>
    <p:sldId xmlns:r="http://schemas.openxmlformats.org/officeDocument/2006/relationships" id="260" r:id="R6019876750f54d14"/>
    <p:sldId xmlns:r="http://schemas.openxmlformats.org/officeDocument/2006/relationships" id="261" r:id="R1f7747dfbb1e4704"/>
    <p:sldId xmlns:r="http://schemas.openxmlformats.org/officeDocument/2006/relationships" id="262" r:id="R98f09d890e834728"/>
    <p:sldId xmlns:r="http://schemas.openxmlformats.org/officeDocument/2006/relationships" id="263" r:id="R5df3d039be5149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147c031f354f37" /><Relationship Type="http://schemas.openxmlformats.org/officeDocument/2006/relationships/slideMaster" Target="/ppt/slideMasters/slideMaster1.xml" Id="R02129f8605824c78" /><Relationship Type="http://schemas.openxmlformats.org/officeDocument/2006/relationships/notesMaster" Target="/ppt/notesMasters/notesMaster1.xml" Id="R5a98599a0f9d4d4d" /><Relationship Type="http://schemas.openxmlformats.org/officeDocument/2006/relationships/presProps" Target="/ppt/presProps.xml" Id="R109f6589963c4b53" /><Relationship Type="http://schemas.openxmlformats.org/officeDocument/2006/relationships/tableStyles" Target="/ppt/tableStyles.xml" Id="R6856b2f3bea54be6" /><Relationship Type="http://schemas.openxmlformats.org/officeDocument/2006/relationships/slide" Target="/ppt/slides/slide1.xml" Id="R821acb58bc3f40dc" /><Relationship Type="http://schemas.openxmlformats.org/officeDocument/2006/relationships/slide" Target="/ppt/slides/slide2.xml" Id="R9432232612bb4b73" /><Relationship Type="http://schemas.openxmlformats.org/officeDocument/2006/relationships/slide" Target="/ppt/slides/slide3.xml" Id="Rc551a122716b4c8d" /><Relationship Type="http://schemas.openxmlformats.org/officeDocument/2006/relationships/slide" Target="/ppt/slides/slide4.xml" Id="R0fa6b320061640bf" /><Relationship Type="http://schemas.openxmlformats.org/officeDocument/2006/relationships/slide" Target="/ppt/slides/slide5.xml" Id="R6019876750f54d14" /><Relationship Type="http://schemas.openxmlformats.org/officeDocument/2006/relationships/slide" Target="/ppt/slides/slide6.xml" Id="R1f7747dfbb1e4704" /><Relationship Type="http://schemas.openxmlformats.org/officeDocument/2006/relationships/slide" Target="/ppt/slides/slide7.xml" Id="R98f09d890e834728" /><Relationship Type="http://schemas.openxmlformats.org/officeDocument/2006/relationships/slide" Target="/ppt/slides/slide8.xml" Id="R5df3d039be5149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d3c6134fa846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75291bc0174588" /><Relationship Type="http://schemas.openxmlformats.org/officeDocument/2006/relationships/notesMaster" Target="/ppt/notesMasters/notesMaster1.xml" Id="Re7d22bc41f9941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c9455c2fd344b0" /><Relationship Type="http://schemas.openxmlformats.org/officeDocument/2006/relationships/notesMaster" Target="/ppt/notesMasters/notesMaster1.xml" Id="Re42ec67974ac4a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de26cc55b54108" /><Relationship Type="http://schemas.openxmlformats.org/officeDocument/2006/relationships/notesMaster" Target="/ppt/notesMasters/notesMaster1.xml" Id="R825cd45838b542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719c0b482440d1" /><Relationship Type="http://schemas.openxmlformats.org/officeDocument/2006/relationships/notesMaster" Target="/ppt/notesMasters/notesMaster1.xml" Id="R6f26d46737ec4b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081c31ee8a4598" /><Relationship Type="http://schemas.openxmlformats.org/officeDocument/2006/relationships/notesMaster" Target="/ppt/notesMasters/notesMaster1.xml" Id="R14870a23af5543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883dc16c1c44ad" /><Relationship Type="http://schemas.openxmlformats.org/officeDocument/2006/relationships/notesMaster" Target="/ppt/notesMasters/notesMaster1.xml" Id="R3342e7aea23c4e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83a1db032644b6" /><Relationship Type="http://schemas.openxmlformats.org/officeDocument/2006/relationships/notesMaster" Target="/ppt/notesMasters/notesMaster1.xml" Id="Rfe0425c1264549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23213154b54b67" /><Relationship Type="http://schemas.openxmlformats.org/officeDocument/2006/relationships/notesMaster" Target="/ppt/notesMasters/notesMaster1.xml" Id="R3f64fc381b8548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Fix the School Data Before Judging the School. This lesson begins with one principle: school data must be repaired and qualified before consequential use.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School data must be repaired and qualified before consequential use. The five controls shown here are Completeness, Timeliness, Consistency, Plausibility, Provenance.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completeness, move through timeliness and consistency, and finish with plausibility and provenance.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An EMIS review separates missing, late, duplicated, and implausible records before producing indicators.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Profile school data, repair valid defects, and test publication and escalation gates.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completeness clear? Is timeliness documented? Is consistency testable? Is plausibility governed? And is provenance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a3966618bc47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b1b0a145b64934" /><Relationship Type="http://schemas.openxmlformats.org/officeDocument/2006/relationships/slideLayout" Target="/ppt/slideLayouts/slideLayout1.xml" Id="R33c1309bbacf45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c1309bbacf45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31e502a67c4069" /><Relationship Type="http://schemas.openxmlformats.org/officeDocument/2006/relationships/notesSlide" Target="/ppt/notesSlides/notesSlide1.xml" Id="R79cf4c02eb4042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19857c24f443c5" /><Relationship Type="http://schemas.openxmlformats.org/officeDocument/2006/relationships/notesSlide" Target="/ppt/notesSlides/notesSlide2.xml" Id="R1ffaec3c5bae43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4bdd28d39f54379" /><Relationship Type="http://schemas.openxmlformats.org/officeDocument/2006/relationships/notesSlide" Target="/ppt/notesSlides/notesSlide3.xml" Id="Rbd796c0602c04c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f1f17b0ab541c0" /><Relationship Type="http://schemas.openxmlformats.org/officeDocument/2006/relationships/notesSlide" Target="/ppt/notesSlides/notesSlide4.xml" Id="R0a97cef7879e44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adcfc307d84e5a" /><Relationship Type="http://schemas.openxmlformats.org/officeDocument/2006/relationships/notesSlide" Target="/ppt/notesSlides/notesSlide5.xml" Id="Rf741c953fd0247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44ace30e194f94" /><Relationship Type="http://schemas.openxmlformats.org/officeDocument/2006/relationships/notesSlide" Target="/ppt/notesSlides/notesSlide6.xml" Id="R6e4166c65b1748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61381c635034a2d" /><Relationship Type="http://schemas.openxmlformats.org/officeDocument/2006/relationships/notesSlide" Target="/ppt/notesSlides/notesSlide7.xml" Id="R69912c5f72f844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40d96d23c4f4700" /><Relationship Type="http://schemas.openxmlformats.org/officeDocument/2006/relationships/notesSlide" Target="/ppt/notesSlides/notesSlide8.xml" Id="R3b922b0817704fd5"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C3F580-D942-4D8E-A4CA-116492EC9C5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32A82640-6FAA-40A9-A3BD-6DDE8A5AA3F3}"/>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4539D805-E382-467E-B955-F2DBE4082B00}"/>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416FA16B-9787-450E-BBAE-5663383451DC}"/>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C1E0BA33-3716-489C-801D-74EAD12C89E9}"/>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FIX THE SCHOOL DATA BEFORE JUDGING THE SCHOOL</a:t>
            </a:r>
          </a:p>
        </p:txBody>
      </p:sp>
      <p:sp>
        <p:nvSpPr>
          <p:cNvPr id="6" name="">
            <a:extLst xmlns:a="http://schemas.openxmlformats.org/drawingml/2006/main">
              <a:ext uri="{FF2B5EF4-FFF2-40B4-BE49-F238E27FC236}">
                <a16:creationId xmlns:a16="http://schemas.microsoft.com/office/drawing/2014/main" id="{5CE7EB80-6024-46B7-B202-414C4797AE21}"/>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School data must be repaired and qualified before consequential use.</a:t>
            </a:r>
          </a:p>
        </p:txBody>
      </p:sp>
      <p:sp>
        <p:nvSpPr>
          <p:cNvPr id="7" name="">
            <a:extLst xmlns:a="http://schemas.openxmlformats.org/drawingml/2006/main">
              <a:ext uri="{FF2B5EF4-FFF2-40B4-BE49-F238E27FC236}">
                <a16:creationId xmlns:a16="http://schemas.microsoft.com/office/drawing/2014/main" id="{31A8FC29-82BA-43D6-92AE-19F35608EE66}"/>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V7_C_N06</a:t>
            </a:r>
          </a:p>
        </p:txBody>
      </p:sp>
      <p:sp>
        <p:nvSpPr>
          <p:cNvPr id="8" name="">
            <a:extLst xmlns:a="http://schemas.openxmlformats.org/drawingml/2006/main">
              <a:ext uri="{FF2B5EF4-FFF2-40B4-BE49-F238E27FC236}">
                <a16:creationId xmlns:a16="http://schemas.microsoft.com/office/drawing/2014/main" id="{9C0AEE1A-CDE4-4ED8-AA6D-4DE65E470251}"/>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PU-B07-C41</a:t>
            </a:r>
          </a:p>
        </p:txBody>
      </p:sp>
      <p:sp>
        <p:nvSpPr>
          <p:cNvPr id="9" name="">
            <a:extLst xmlns:a="http://schemas.openxmlformats.org/drawingml/2006/main">
              <a:ext uri="{FF2B5EF4-FFF2-40B4-BE49-F238E27FC236}">
                <a16:creationId xmlns:a16="http://schemas.microsoft.com/office/drawing/2014/main" id="{64B77E98-7581-4EA3-8BDC-AE3D9840D546}"/>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88D28029-7195-4EAF-8D98-08D91A580753}"/>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532787363"/>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7110A82-50A0-48E4-BFB1-A7D68D4C20C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V7_C_N06</a:t>
            </a:r>
          </a:p>
        </p:txBody>
      </p:sp>
      <p:sp>
        <p:nvSpPr>
          <p:cNvPr id="2" name="">
            <a:extLst xmlns:a="http://schemas.openxmlformats.org/drawingml/2006/main">
              <a:ext uri="{FF2B5EF4-FFF2-40B4-BE49-F238E27FC236}">
                <a16:creationId xmlns:a16="http://schemas.microsoft.com/office/drawing/2014/main" id="{36D9C92E-F27A-4FA5-9F9A-B038A74BEEF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368095DA-0E6C-4DD1-9B8E-C5220F6FC7A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F035407-42CD-4232-9AE4-A5A449A0E7F7}"/>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12FC5A28-A9D3-4CB6-ACC2-AC3AB5D0E817}"/>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School data must be repaired and qualified before consequential use.</a:t>
            </a:r>
          </a:p>
        </p:txBody>
      </p:sp>
      <p:sp>
        <p:nvSpPr>
          <p:cNvPr id="6" name="">
            <a:extLst xmlns:a="http://schemas.openxmlformats.org/drawingml/2006/main">
              <a:ext uri="{FF2B5EF4-FFF2-40B4-BE49-F238E27FC236}">
                <a16:creationId xmlns:a16="http://schemas.microsoft.com/office/drawing/2014/main" id="{770D0D34-8A97-43B6-A9E5-8F889A4D8CF0}"/>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8C4A8C79-6F04-4780-A7D6-7E879D67942F}"/>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4A0604DB-9057-4FCC-9547-0E9A8184B92D}"/>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Completeness</a:t>
            </a:r>
          </a:p>
        </p:txBody>
      </p:sp>
      <p:sp>
        <p:nvSpPr>
          <p:cNvPr id="9" name="">
            <a:extLst xmlns:a="http://schemas.openxmlformats.org/drawingml/2006/main">
              <a:ext uri="{FF2B5EF4-FFF2-40B4-BE49-F238E27FC236}">
                <a16:creationId xmlns:a16="http://schemas.microsoft.com/office/drawing/2014/main" id="{66E00D2A-3B80-4143-B90C-0E42DD27084F}"/>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95A5AA5B-BAAC-4A73-8475-62BDF1452BA6}"/>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Timeliness</a:t>
            </a:r>
          </a:p>
        </p:txBody>
      </p:sp>
      <p:sp>
        <p:nvSpPr>
          <p:cNvPr id="11" name="">
            <a:extLst xmlns:a="http://schemas.openxmlformats.org/drawingml/2006/main">
              <a:ext uri="{FF2B5EF4-FFF2-40B4-BE49-F238E27FC236}">
                <a16:creationId xmlns:a16="http://schemas.microsoft.com/office/drawing/2014/main" id="{DC8073F3-BB8F-4F73-98C3-C6B92C8896E1}"/>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B7599A25-73E4-49A2-A2C8-E6B5E16C7D57}"/>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Consistency</a:t>
            </a:r>
          </a:p>
        </p:txBody>
      </p:sp>
      <p:sp>
        <p:nvSpPr>
          <p:cNvPr id="13" name="">
            <a:extLst xmlns:a="http://schemas.openxmlformats.org/drawingml/2006/main">
              <a:ext uri="{FF2B5EF4-FFF2-40B4-BE49-F238E27FC236}">
                <a16:creationId xmlns:a16="http://schemas.microsoft.com/office/drawing/2014/main" id="{A1028D39-0BA9-43CA-A71B-A25C64EF9A3C}"/>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C8468E96-65FF-48D0-A831-FD9AEFA68985}"/>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Plausibility</a:t>
            </a:r>
          </a:p>
        </p:txBody>
      </p:sp>
      <p:sp>
        <p:nvSpPr>
          <p:cNvPr id="15" name="">
            <a:extLst xmlns:a="http://schemas.openxmlformats.org/drawingml/2006/main">
              <a:ext uri="{FF2B5EF4-FFF2-40B4-BE49-F238E27FC236}">
                <a16:creationId xmlns:a16="http://schemas.microsoft.com/office/drawing/2014/main" id="{328E3B31-F7E3-43A5-B596-E089626BAE32}"/>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FEF4FB00-0E6B-4491-908D-A5E88AE08D6C}"/>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Provenance</a:t>
            </a:r>
          </a:p>
        </p:txBody>
      </p:sp>
      <p:sp>
        <p:nvSpPr>
          <p:cNvPr id="17" name="">
            <a:extLst xmlns:a="http://schemas.openxmlformats.org/drawingml/2006/main">
              <a:ext uri="{FF2B5EF4-FFF2-40B4-BE49-F238E27FC236}">
                <a16:creationId xmlns:a16="http://schemas.microsoft.com/office/drawing/2014/main" id="{53CA631F-A9FF-4849-9D9B-9CB98BE17B78}"/>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88383938"/>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073A0BD-E382-41E6-B314-093438DBFD9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V7_C_N06</a:t>
            </a:r>
          </a:p>
        </p:txBody>
      </p:sp>
      <p:sp>
        <p:nvSpPr>
          <p:cNvPr id="2" name="">
            <a:extLst xmlns:a="http://schemas.openxmlformats.org/drawingml/2006/main">
              <a:ext uri="{FF2B5EF4-FFF2-40B4-BE49-F238E27FC236}">
                <a16:creationId xmlns:a16="http://schemas.microsoft.com/office/drawing/2014/main" id="{D9719281-B4C8-4FCA-9C08-6284B59C50A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90027A7D-C6A8-4C89-9A49-A221B977C6F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D892916-77F4-4F8C-993D-B713F626B8F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B90A7025-C5B4-4DF4-BAB7-C7B7E5A8CA41}"/>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F1291B6E-15EA-439D-9CD8-7A306252A306}"/>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1622A9EC-16BB-48D5-996A-C23051DAC68E}"/>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Completeness</a:t>
            </a:r>
          </a:p>
        </p:txBody>
      </p:sp>
      <p:sp>
        <p:nvSpPr>
          <p:cNvPr id="8" name="">
            <a:extLst xmlns:a="http://schemas.openxmlformats.org/drawingml/2006/main">
              <a:ext uri="{FF2B5EF4-FFF2-40B4-BE49-F238E27FC236}">
                <a16:creationId xmlns:a16="http://schemas.microsoft.com/office/drawing/2014/main" id="{3329E691-5BCF-4C27-A16F-27A48E6C3AF6}"/>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614E2348-6093-4E0A-A861-03D032996223}"/>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C65285B1-8462-46B2-8F50-B79712B2042A}"/>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Timeliness</a:t>
            </a:r>
          </a:p>
        </p:txBody>
      </p:sp>
      <p:sp>
        <p:nvSpPr>
          <p:cNvPr id="11" name="">
            <a:extLst xmlns:a="http://schemas.openxmlformats.org/drawingml/2006/main">
              <a:ext uri="{FF2B5EF4-FFF2-40B4-BE49-F238E27FC236}">
                <a16:creationId xmlns:a16="http://schemas.microsoft.com/office/drawing/2014/main" id="{2A106034-D739-4206-B95A-9A28DC98B05D}"/>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8257829C-7B95-4787-9CB4-4474CA15C9E0}"/>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D5B66905-76AF-42DD-A954-998856D8B156}"/>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Consistency</a:t>
            </a:r>
          </a:p>
        </p:txBody>
      </p:sp>
      <p:sp>
        <p:nvSpPr>
          <p:cNvPr id="14" name="">
            <a:extLst xmlns:a="http://schemas.openxmlformats.org/drawingml/2006/main">
              <a:ext uri="{FF2B5EF4-FFF2-40B4-BE49-F238E27FC236}">
                <a16:creationId xmlns:a16="http://schemas.microsoft.com/office/drawing/2014/main" id="{1F449BAE-F0E5-462D-B24B-1E95AAFD2E88}"/>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0AF00AA9-7897-4B15-98E9-D15BAB3F39AE}"/>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57D99A7A-1E8F-4787-8439-C13B1323BA37}"/>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Plausibility</a:t>
            </a:r>
          </a:p>
        </p:txBody>
      </p:sp>
      <p:sp>
        <p:nvSpPr>
          <p:cNvPr id="17" name="">
            <a:extLst xmlns:a="http://schemas.openxmlformats.org/drawingml/2006/main">
              <a:ext uri="{FF2B5EF4-FFF2-40B4-BE49-F238E27FC236}">
                <a16:creationId xmlns:a16="http://schemas.microsoft.com/office/drawing/2014/main" id="{9404D4B8-4545-48F1-8C79-1A377FB60272}"/>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F76BDE6D-FD29-4F48-863B-9B7038CBEE32}"/>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663B269A-3571-4696-A119-58C2E3BB7109}"/>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Provenance</a:t>
            </a:r>
          </a:p>
        </p:txBody>
      </p:sp>
      <p:sp>
        <p:nvSpPr>
          <p:cNvPr id="20" name="">
            <a:extLst xmlns:a="http://schemas.openxmlformats.org/drawingml/2006/main">
              <a:ext uri="{FF2B5EF4-FFF2-40B4-BE49-F238E27FC236}">
                <a16:creationId xmlns:a16="http://schemas.microsoft.com/office/drawing/2014/main" id="{A46B506B-BDC4-425B-BAC4-AF4B58881BF3}"/>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006057163"/>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491BD9B-0D3D-4488-B438-FB1978DA103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V7_C_N06</a:t>
            </a:r>
          </a:p>
        </p:txBody>
      </p:sp>
      <p:sp>
        <p:nvSpPr>
          <p:cNvPr id="2" name="">
            <a:extLst xmlns:a="http://schemas.openxmlformats.org/drawingml/2006/main">
              <a:ext uri="{FF2B5EF4-FFF2-40B4-BE49-F238E27FC236}">
                <a16:creationId xmlns:a16="http://schemas.microsoft.com/office/drawing/2014/main" id="{599B4B0F-FEFA-4ED1-9170-E55CC30548A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75A35E1B-BEF4-4A95-B731-CAD7A828BE4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C7E32B5-E792-4905-9579-72A61B6553B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CC777835-06AE-42D4-82F0-D7FD513E93BE}"/>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DDC0FFAB-E363-4713-B76B-ABD2C32B28B0}"/>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3D241645-19EE-4AD2-A131-FAB4F34F18C3}"/>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An EMIS review separates missing, late, duplicated, and implausible records before producing indicators.</a:t>
            </a:r>
          </a:p>
        </p:txBody>
      </p:sp>
      <p:sp>
        <p:nvSpPr>
          <p:cNvPr id="8" name="">
            <a:extLst xmlns:a="http://schemas.openxmlformats.org/drawingml/2006/main">
              <a:ext uri="{FF2B5EF4-FFF2-40B4-BE49-F238E27FC236}">
                <a16:creationId xmlns:a16="http://schemas.microsoft.com/office/drawing/2014/main" id="{66D76699-B4F6-4E6A-A4ED-BA5CAC9329B5}"/>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7E3C3761-5A9C-4EFB-A7B5-583D397B6557}"/>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5CD1A2A6-B7C8-42AD-B2B4-1C91B50B7681}"/>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72D23476-30E5-48BD-8ECF-0F7E9AC59291}"/>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115606521"/>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074C55A-BE95-4090-AAED-90F5FD308DF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V7_C_N06</a:t>
            </a:r>
          </a:p>
        </p:txBody>
      </p:sp>
      <p:sp>
        <p:nvSpPr>
          <p:cNvPr id="2" name="">
            <a:extLst xmlns:a="http://schemas.openxmlformats.org/drawingml/2006/main">
              <a:ext uri="{FF2B5EF4-FFF2-40B4-BE49-F238E27FC236}">
                <a16:creationId xmlns:a16="http://schemas.microsoft.com/office/drawing/2014/main" id="{D6ABE812-7CD3-49E7-87AD-71831DC85F7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93C4E2AD-2945-465F-95EA-21CC64BD23D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CC2C3F4-EFE6-4B3C-8D0A-CAB09BE02DD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7B9D413A-1531-471B-B21C-2797EA0B3E1E}"/>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Profile school data, repair valid defects, and test publication and escalation gates.</a:t>
            </a:r>
          </a:p>
        </p:txBody>
      </p:sp>
      <p:sp>
        <p:nvSpPr>
          <p:cNvPr id="6" name="">
            <a:extLst xmlns:a="http://schemas.openxmlformats.org/drawingml/2006/main">
              <a:ext uri="{FF2B5EF4-FFF2-40B4-BE49-F238E27FC236}">
                <a16:creationId xmlns:a16="http://schemas.microsoft.com/office/drawing/2014/main" id="{D3571596-B569-412F-9247-A65222B2500A}"/>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F6423A97-5EDD-4A12-BB40-BA98233F6D01}"/>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D58467E8-10CE-4BAA-8A96-4FE99E52DB7A}"/>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7A476359-A551-4E6B-AE02-8FE7EF724FD3}"/>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03017D4F-299B-4E74-A62B-8D85DBE8A68B}"/>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C7551023-1158-4DDC-A1F1-1DAC0FB6EBA0}"/>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D71D1A8B-7D02-4F03-B904-754C197D63B9}"/>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5AE27D58-F9FC-4A66-82BD-BB9612B97C4D}"/>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8FE2A5D5-F462-47CB-ABE1-B10862A3083B}"/>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34693991-402E-41CD-8DF9-125B9A073D3B}"/>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52161379-7F35-4BAD-AA98-F0C5D9600754}"/>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6BD8E5FE-6413-4DDD-88DD-041A2AAD8719}"/>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302645462"/>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1AC75F7-A1EF-4A73-8ADE-113BE7AA36A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V7_C_N06</a:t>
            </a:r>
          </a:p>
        </p:txBody>
      </p:sp>
      <p:sp>
        <p:nvSpPr>
          <p:cNvPr id="2" name="">
            <a:extLst xmlns:a="http://schemas.openxmlformats.org/drawingml/2006/main">
              <a:ext uri="{FF2B5EF4-FFF2-40B4-BE49-F238E27FC236}">
                <a16:creationId xmlns:a16="http://schemas.microsoft.com/office/drawing/2014/main" id="{99113B14-15D4-42B6-8E05-D1D09719F6B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69355B10-7E36-4A2E-AC6C-8834C5D3DC5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31B6D89-02DE-4181-B497-921CFB72E2F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73FCCA37-3833-42FB-9746-957EF156C546}"/>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B2759147-00EF-4079-8A80-DE5B2D0972F2}"/>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3C8E1AF5-A068-433F-B166-B4A53D9B351A}"/>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667B52ED-BDBF-43E1-B92F-AA6357644A9F}"/>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DF7F777B-277C-4AD7-9120-1A52DBE7F09F}"/>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801B02E3-E868-4575-9108-7D40A5D370AD}"/>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EC8CA6CA-C661-4EFB-81D1-77CADA31028B}"/>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13EF67BA-E80C-4E0F-BF93-82E95BB62271}"/>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5670D380-791A-430A-A940-01565A3573B5}"/>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02FAB9B8-F621-42CD-B06A-3AA403CC908A}"/>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331137927"/>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815A55-67ED-4BD3-B83B-D75C9338AC8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V7_C_N06</a:t>
            </a:r>
          </a:p>
        </p:txBody>
      </p:sp>
      <p:sp>
        <p:nvSpPr>
          <p:cNvPr id="2" name="">
            <a:extLst xmlns:a="http://schemas.openxmlformats.org/drawingml/2006/main">
              <a:ext uri="{FF2B5EF4-FFF2-40B4-BE49-F238E27FC236}">
                <a16:creationId xmlns:a16="http://schemas.microsoft.com/office/drawing/2014/main" id="{F7396601-899F-4B53-9165-30AE218907F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B11B2BDC-4401-4DE3-8134-062BF124B0E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3CD35AF-2920-44BE-8522-BC43D52FF17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D771CD98-5F3C-4BAB-854A-C14DD22FBA3D}"/>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8FCDA245-6D87-4BFA-8D96-B8E4CCF8C7F4}"/>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54032B19-415B-4249-A5E3-C4946132131D}"/>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D08040D9-772C-44FD-AEC4-E6D4C3541A7B}"/>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C79E2173-F759-4040-948F-06D2EF30D73D}"/>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95C49FEF-278A-49BF-A15B-E3E34E2F7C89}"/>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308891550"/>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82B72BD-EC19-4E38-B44A-30D63093BE2E}"/>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131FB00A-6283-4E1E-ADA8-0E1A55F130C3}"/>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E43FC79E-9605-4B22-9000-949C972416C0}"/>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Completeness</a:t>
            </a:r>
          </a:p>
        </p:txBody>
      </p:sp>
      <p:sp>
        <p:nvSpPr>
          <p:cNvPr id="4" name="">
            <a:extLst xmlns:a="http://schemas.openxmlformats.org/drawingml/2006/main">
              <a:ext uri="{FF2B5EF4-FFF2-40B4-BE49-F238E27FC236}">
                <a16:creationId xmlns:a16="http://schemas.microsoft.com/office/drawing/2014/main" id="{14340A40-2B7F-4CC1-AC79-AC47FAD63C69}"/>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8243A056-DFCF-4720-AE59-21F2B4D3975B}"/>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Timeliness</a:t>
            </a:r>
          </a:p>
        </p:txBody>
      </p:sp>
      <p:sp>
        <p:nvSpPr>
          <p:cNvPr id="6" name="">
            <a:extLst xmlns:a="http://schemas.openxmlformats.org/drawingml/2006/main">
              <a:ext uri="{FF2B5EF4-FFF2-40B4-BE49-F238E27FC236}">
                <a16:creationId xmlns:a16="http://schemas.microsoft.com/office/drawing/2014/main" id="{800178FC-1E54-4DE9-AC35-3700AEC6104D}"/>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C5614B28-E5B1-471F-A2DF-71CBFC31D346}"/>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Consistency</a:t>
            </a:r>
          </a:p>
        </p:txBody>
      </p:sp>
      <p:sp>
        <p:nvSpPr>
          <p:cNvPr id="8" name="">
            <a:extLst xmlns:a="http://schemas.openxmlformats.org/drawingml/2006/main">
              <a:ext uri="{FF2B5EF4-FFF2-40B4-BE49-F238E27FC236}">
                <a16:creationId xmlns:a16="http://schemas.microsoft.com/office/drawing/2014/main" id="{B96A3A2A-1D05-4283-AC6A-AE92FDC59CCE}"/>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5C898361-F6D8-4F63-9655-A3C9C53C3742}"/>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Plausibility</a:t>
            </a:r>
          </a:p>
        </p:txBody>
      </p:sp>
      <p:sp>
        <p:nvSpPr>
          <p:cNvPr id="10" name="">
            <a:extLst xmlns:a="http://schemas.openxmlformats.org/drawingml/2006/main">
              <a:ext uri="{FF2B5EF4-FFF2-40B4-BE49-F238E27FC236}">
                <a16:creationId xmlns:a16="http://schemas.microsoft.com/office/drawing/2014/main" id="{A4AE6E20-5F43-4D04-9E36-F110536E36B9}"/>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0C8C46E6-3061-4AA5-98E9-434913812544}"/>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Provenance</a:t>
            </a:r>
          </a:p>
        </p:txBody>
      </p:sp>
      <p:sp>
        <p:nvSpPr>
          <p:cNvPr id="12" name="">
            <a:extLst xmlns:a="http://schemas.openxmlformats.org/drawingml/2006/main">
              <a:ext uri="{FF2B5EF4-FFF2-40B4-BE49-F238E27FC236}">
                <a16:creationId xmlns:a16="http://schemas.microsoft.com/office/drawing/2014/main" id="{87E54942-E2F6-4D34-B32B-BD7CFE7E1745}"/>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2324968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2026-09-04T15:30:38.0140000Z</dcterms:created>
  <dcterms:modified xsi:type="dcterms:W3CDTF">2026-09-04T15:30:38.0140000Z</dcterms:modified>
</coreProperties>
</file>