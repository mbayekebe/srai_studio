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8d8c48d82341c0" /><Relationship Type="http://schemas.openxmlformats.org/officeDocument/2006/relationships/extended-properties" Target="/docProps/app.xml" Id="R1e818e1903d2475e" /><Relationship Type="http://schemas.openxmlformats.org/officeDocument/2006/relationships/officeDocument" Target="/ppt/presentation.xml" Id="R7c98681f9aad4ecf" /></Relationships>
</file>

<file path=ppt/presentation.xml><?xml version="1.0" encoding="utf-8"?>
<p:presentation xmlns:p="http://schemas.openxmlformats.org/presentationml/2006/main">
  <p:sldMasterIdLst>
    <p:sldMasterId xmlns:r="http://schemas.openxmlformats.org/officeDocument/2006/relationships" id="2147483648" r:id="Rc4534f085dcb4c32"/>
  </p:sldMasterIdLst>
  <p:notesMasterIdLst>
    <p:notesMasterId xmlns:r="http://schemas.openxmlformats.org/officeDocument/2006/relationships" r:id="Ra3f83dd43dbb4622"/>
  </p:notesMasterIdLst>
  <p:sldIdLst>
    <p:sldId xmlns:r="http://schemas.openxmlformats.org/officeDocument/2006/relationships" id="256" r:id="R024dd246dba14a75"/>
    <p:sldId xmlns:r="http://schemas.openxmlformats.org/officeDocument/2006/relationships" id="257" r:id="R35913159dfb04b27"/>
    <p:sldId xmlns:r="http://schemas.openxmlformats.org/officeDocument/2006/relationships" id="258" r:id="R269ccae8e6f642d2"/>
    <p:sldId xmlns:r="http://schemas.openxmlformats.org/officeDocument/2006/relationships" id="259" r:id="Rf6688faee9644691"/>
    <p:sldId xmlns:r="http://schemas.openxmlformats.org/officeDocument/2006/relationships" id="260" r:id="R0897fe47f0444ac5"/>
    <p:sldId xmlns:r="http://schemas.openxmlformats.org/officeDocument/2006/relationships" id="261" r:id="R2b99a82e0c1446a7"/>
    <p:sldId xmlns:r="http://schemas.openxmlformats.org/officeDocument/2006/relationships" id="262" r:id="R4e2493692d12473b"/>
    <p:sldId xmlns:r="http://schemas.openxmlformats.org/officeDocument/2006/relationships" id="263" r:id="R94f20e1c999144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bd391050d24dfe" /><Relationship Type="http://schemas.openxmlformats.org/officeDocument/2006/relationships/slideMaster" Target="/ppt/slideMasters/slideMaster1.xml" Id="Rc4534f085dcb4c32" /><Relationship Type="http://schemas.openxmlformats.org/officeDocument/2006/relationships/notesMaster" Target="/ppt/notesMasters/notesMaster1.xml" Id="Ra3f83dd43dbb4622" /><Relationship Type="http://schemas.openxmlformats.org/officeDocument/2006/relationships/presProps" Target="/ppt/presProps.xml" Id="R562d5995f4bc49a0" /><Relationship Type="http://schemas.openxmlformats.org/officeDocument/2006/relationships/tableStyles" Target="/ppt/tableStyles.xml" Id="R8c9239cbaeab46d0" /><Relationship Type="http://schemas.openxmlformats.org/officeDocument/2006/relationships/slide" Target="/ppt/slides/slide1.xml" Id="R024dd246dba14a75" /><Relationship Type="http://schemas.openxmlformats.org/officeDocument/2006/relationships/slide" Target="/ppt/slides/slide2.xml" Id="R35913159dfb04b27" /><Relationship Type="http://schemas.openxmlformats.org/officeDocument/2006/relationships/slide" Target="/ppt/slides/slide3.xml" Id="R269ccae8e6f642d2" /><Relationship Type="http://schemas.openxmlformats.org/officeDocument/2006/relationships/slide" Target="/ppt/slides/slide4.xml" Id="Rf6688faee9644691" /><Relationship Type="http://schemas.openxmlformats.org/officeDocument/2006/relationships/slide" Target="/ppt/slides/slide5.xml" Id="R0897fe47f0444ac5" /><Relationship Type="http://schemas.openxmlformats.org/officeDocument/2006/relationships/slide" Target="/ppt/slides/slide6.xml" Id="R2b99a82e0c1446a7" /><Relationship Type="http://schemas.openxmlformats.org/officeDocument/2006/relationships/slide" Target="/ppt/slides/slide7.xml" Id="R4e2493692d12473b" /><Relationship Type="http://schemas.openxmlformats.org/officeDocument/2006/relationships/slide" Target="/ppt/slides/slide8.xml" Id="R94f20e1c999144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a9e8170a9844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411deaf3814ac4" /><Relationship Type="http://schemas.openxmlformats.org/officeDocument/2006/relationships/notesMaster" Target="/ppt/notesMasters/notesMaster1.xml" Id="Rf7e24f1b11fa42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60706ca1784d2f" /><Relationship Type="http://schemas.openxmlformats.org/officeDocument/2006/relationships/notesMaster" Target="/ppt/notesMasters/notesMaster1.xml" Id="Re00f405465064a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127777fcd64e65" /><Relationship Type="http://schemas.openxmlformats.org/officeDocument/2006/relationships/notesMaster" Target="/ppt/notesMasters/notesMaster1.xml" Id="R788b8fde63384e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793203db5149bb" /><Relationship Type="http://schemas.openxmlformats.org/officeDocument/2006/relationships/notesMaster" Target="/ppt/notesMasters/notesMaster1.xml" Id="R9d60195ddca142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b9e04a135747d0" /><Relationship Type="http://schemas.openxmlformats.org/officeDocument/2006/relationships/notesMaster" Target="/ppt/notesMasters/notesMaster1.xml" Id="R07bd3acc776140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5247a1276470e" /><Relationship Type="http://schemas.openxmlformats.org/officeDocument/2006/relationships/notesMaster" Target="/ppt/notesMasters/notesMaster1.xml" Id="R5ff6c3c5bcce49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8eeb0966774867" /><Relationship Type="http://schemas.openxmlformats.org/officeDocument/2006/relationships/notesMaster" Target="/ppt/notesMasters/notesMaster1.xml" Id="R6d864526757649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a60315d12349f7" /><Relationship Type="http://schemas.openxmlformats.org/officeDocument/2006/relationships/notesMaster" Target="/ppt/notesMasters/notesMaster1.xml" Id="Rb330065757814a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Satellites Need Ground Truth. This lesson begins with one principle: remote-sensing signals become evidence only after ground validation.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Remote-sensing signals become evidence only after ground validation. The five controls shown here are Spatial resolution, Temporal alignment, Crop mask, Ground truth, Uncertainty.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spatial resolution, move through temporal alignment and crop mask, and finish with ground truth and uncertainty.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vegetation anomaly is checked against field observations before entering a risk brief.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Align satellite and field evidence and document when the system must abstain.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spatial resolution clear? Is temporal alignment documented? Is crop mask testable? Is ground truth governed? And is uncertainty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aac4dcbde649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a04c6f3c0b4ace" /><Relationship Type="http://schemas.openxmlformats.org/officeDocument/2006/relationships/slideLayout" Target="/ppt/slideLayouts/slideLayout1.xml" Id="Rd226d7a3a0f443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26d7a3a0f443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9ce0409ef448a5" /><Relationship Type="http://schemas.openxmlformats.org/officeDocument/2006/relationships/notesSlide" Target="/ppt/notesSlides/notesSlide1.xml" Id="Rfa3effb6856740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b6527beb4249d7" /><Relationship Type="http://schemas.openxmlformats.org/officeDocument/2006/relationships/notesSlide" Target="/ppt/notesSlides/notesSlide2.xml" Id="R5c5d65ba4dcc4b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9fe7072e9740c8" /><Relationship Type="http://schemas.openxmlformats.org/officeDocument/2006/relationships/notesSlide" Target="/ppt/notesSlides/notesSlide3.xml" Id="Rb2893e497d9a4e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5e819407584fb2" /><Relationship Type="http://schemas.openxmlformats.org/officeDocument/2006/relationships/notesSlide" Target="/ppt/notesSlides/notesSlide4.xml" Id="Rad65febb3be241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afdbf2f568417e" /><Relationship Type="http://schemas.openxmlformats.org/officeDocument/2006/relationships/notesSlide" Target="/ppt/notesSlides/notesSlide5.xml" Id="R396e88ddafbe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3e9f86192044f1" /><Relationship Type="http://schemas.openxmlformats.org/officeDocument/2006/relationships/notesSlide" Target="/ppt/notesSlides/notesSlide6.xml" Id="R2e93bd72fca340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f6712eb23f4863" /><Relationship Type="http://schemas.openxmlformats.org/officeDocument/2006/relationships/notesSlide" Target="/ppt/notesSlides/notesSlide7.xml" Id="R6908195095c646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3d4f9e5cb3405b" /><Relationship Type="http://schemas.openxmlformats.org/officeDocument/2006/relationships/notesSlide" Target="/ppt/notesSlides/notesSlide8.xml" Id="R339de0b4685e41a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0873DD-43E9-4607-AF74-9B1FC3A0E6B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961FDF83-818E-4BFE-9E2E-C83028D91ABF}"/>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B00A20B-C1C0-4087-B89C-2E578BA5A210}"/>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21F063EF-A8D2-407E-96A1-3B5837E3B8A2}"/>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B1589DDA-4BDB-4BC5-85DA-8F107A4C2F2B}"/>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SATELLITES NEED GROUND TRUTH</a:t>
            </a:r>
          </a:p>
        </p:txBody>
      </p:sp>
      <p:sp>
        <p:nvSpPr>
          <p:cNvPr id="6" name="">
            <a:extLst xmlns:a="http://schemas.openxmlformats.org/drawingml/2006/main">
              <a:ext uri="{FF2B5EF4-FFF2-40B4-BE49-F238E27FC236}">
                <a16:creationId xmlns:a16="http://schemas.microsoft.com/office/drawing/2014/main" id="{B38B6053-F0EF-4034-BFF5-B5503C0770D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Remote-sensing signals become evidence only after ground validation.</a:t>
            </a:r>
          </a:p>
        </p:txBody>
      </p:sp>
      <p:sp>
        <p:nvSpPr>
          <p:cNvPr id="7" name="">
            <a:extLst xmlns:a="http://schemas.openxmlformats.org/drawingml/2006/main">
              <a:ext uri="{FF2B5EF4-FFF2-40B4-BE49-F238E27FC236}">
                <a16:creationId xmlns:a16="http://schemas.microsoft.com/office/drawing/2014/main" id="{9033BE13-AA26-41E6-A0C9-A8DB18673705}"/>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V7_A_N10</a:t>
            </a:r>
          </a:p>
        </p:txBody>
      </p:sp>
      <p:sp>
        <p:nvSpPr>
          <p:cNvPr id="8" name="">
            <a:extLst xmlns:a="http://schemas.openxmlformats.org/drawingml/2006/main">
              <a:ext uri="{FF2B5EF4-FFF2-40B4-BE49-F238E27FC236}">
                <a16:creationId xmlns:a16="http://schemas.microsoft.com/office/drawing/2014/main" id="{06531A00-895D-4A5B-97B5-EFB6CBD8898D}"/>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PU-B07-C15</a:t>
            </a:r>
          </a:p>
        </p:txBody>
      </p:sp>
      <p:sp>
        <p:nvSpPr>
          <p:cNvPr id="9" name="">
            <a:extLst xmlns:a="http://schemas.openxmlformats.org/drawingml/2006/main">
              <a:ext uri="{FF2B5EF4-FFF2-40B4-BE49-F238E27FC236}">
                <a16:creationId xmlns:a16="http://schemas.microsoft.com/office/drawing/2014/main" id="{93F6CF50-B684-4BBB-852C-E4791D9A1F7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023D1A55-F869-47AD-A41C-461304D6F89F}"/>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37806173"/>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972E2BB-5B71-450A-8E2A-F94CF14F99D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D90B12F4-85AB-4D8A-84F5-910C283427A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9BF142E9-5795-48E2-A0BD-A09DDA70146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8B7BA4A-EE06-4AE1-BF7A-B8CDD538E871}"/>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969E9438-F45C-4699-9804-41EB5A4D6930}"/>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Remote-sensing signals become evidence only after ground validation.</a:t>
            </a:r>
          </a:p>
        </p:txBody>
      </p:sp>
      <p:sp>
        <p:nvSpPr>
          <p:cNvPr id="6" name="">
            <a:extLst xmlns:a="http://schemas.openxmlformats.org/drawingml/2006/main">
              <a:ext uri="{FF2B5EF4-FFF2-40B4-BE49-F238E27FC236}">
                <a16:creationId xmlns:a16="http://schemas.microsoft.com/office/drawing/2014/main" id="{39ECB2C3-2EB0-4FB5-BED7-96E92ED12B8E}"/>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F2A78C1-7AEA-4041-9A46-6C474FCC5A17}"/>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827CF996-FD27-402A-899C-89F1C428A3D4}"/>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Spatial resolution</a:t>
            </a:r>
          </a:p>
        </p:txBody>
      </p:sp>
      <p:sp>
        <p:nvSpPr>
          <p:cNvPr id="9" name="">
            <a:extLst xmlns:a="http://schemas.openxmlformats.org/drawingml/2006/main">
              <a:ext uri="{FF2B5EF4-FFF2-40B4-BE49-F238E27FC236}">
                <a16:creationId xmlns:a16="http://schemas.microsoft.com/office/drawing/2014/main" id="{51D28780-55CE-413B-BA8B-B4BBA3C646D7}"/>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FCD6679-EE24-4F48-A49A-03E5CD3E650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Temporal alignment</a:t>
            </a:r>
          </a:p>
        </p:txBody>
      </p:sp>
      <p:sp>
        <p:nvSpPr>
          <p:cNvPr id="11" name="">
            <a:extLst xmlns:a="http://schemas.openxmlformats.org/drawingml/2006/main">
              <a:ext uri="{FF2B5EF4-FFF2-40B4-BE49-F238E27FC236}">
                <a16:creationId xmlns:a16="http://schemas.microsoft.com/office/drawing/2014/main" id="{9F521067-87E7-4DE9-8811-7DC86F6C8C4B}"/>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0C55EAE-ADAC-40B1-8672-A9263098BB2D}"/>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Crop mask</a:t>
            </a:r>
          </a:p>
        </p:txBody>
      </p:sp>
      <p:sp>
        <p:nvSpPr>
          <p:cNvPr id="13" name="">
            <a:extLst xmlns:a="http://schemas.openxmlformats.org/drawingml/2006/main">
              <a:ext uri="{FF2B5EF4-FFF2-40B4-BE49-F238E27FC236}">
                <a16:creationId xmlns:a16="http://schemas.microsoft.com/office/drawing/2014/main" id="{3B584F18-270E-4277-8B91-32B702FF2D1F}"/>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913CA501-6769-4D8E-8721-1797E4CDB79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Ground truth</a:t>
            </a:r>
          </a:p>
        </p:txBody>
      </p:sp>
      <p:sp>
        <p:nvSpPr>
          <p:cNvPr id="15" name="">
            <a:extLst xmlns:a="http://schemas.openxmlformats.org/drawingml/2006/main">
              <a:ext uri="{FF2B5EF4-FFF2-40B4-BE49-F238E27FC236}">
                <a16:creationId xmlns:a16="http://schemas.microsoft.com/office/drawing/2014/main" id="{B490978F-E4DF-40E9-8C34-BBD5C9D35B3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368A34BC-A34E-4D27-B76E-D11A772A52D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7" name="">
            <a:extLst xmlns:a="http://schemas.openxmlformats.org/drawingml/2006/main">
              <a:ext uri="{FF2B5EF4-FFF2-40B4-BE49-F238E27FC236}">
                <a16:creationId xmlns:a16="http://schemas.microsoft.com/office/drawing/2014/main" id="{31FF1D96-CA4E-4394-9F4B-9B1C8163D3E9}"/>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38247164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84B4B80-B9E8-4B44-B5CD-4F010F64D29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CBD2E231-1FBD-4E06-9882-F004F84FFF6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A54694A4-D3BA-4B20-A0E8-D9DFA2B8BDE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BA037AD-3851-4DF2-B513-9CB857DEB9E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2A349B48-EFD4-4A1C-9358-3ECD3A04AF10}"/>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1FE0B5C7-641F-42D8-A6E7-68C92A07E27E}"/>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09282977-BAAA-48EF-8118-FE3B23F9BC8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Spatial resolution</a:t>
            </a:r>
          </a:p>
        </p:txBody>
      </p:sp>
      <p:sp>
        <p:nvSpPr>
          <p:cNvPr id="8" name="">
            <a:extLst xmlns:a="http://schemas.openxmlformats.org/drawingml/2006/main">
              <a:ext uri="{FF2B5EF4-FFF2-40B4-BE49-F238E27FC236}">
                <a16:creationId xmlns:a16="http://schemas.microsoft.com/office/drawing/2014/main" id="{BE815354-301A-41DB-89DF-2F74F54870BA}"/>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2C62B0A-21DD-4612-9AFB-122A13FAA91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E80FC2D-E7BE-466A-8F1C-508FA994011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Temporal alignment</a:t>
            </a:r>
          </a:p>
        </p:txBody>
      </p:sp>
      <p:sp>
        <p:nvSpPr>
          <p:cNvPr id="11" name="">
            <a:extLst xmlns:a="http://schemas.openxmlformats.org/drawingml/2006/main">
              <a:ext uri="{FF2B5EF4-FFF2-40B4-BE49-F238E27FC236}">
                <a16:creationId xmlns:a16="http://schemas.microsoft.com/office/drawing/2014/main" id="{29E717FA-39D8-4F91-979C-DED43E5F89D6}"/>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635F9543-E7A5-4BDB-96FF-4A679C5BDEA5}"/>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EF75B61-B92D-482D-AB49-3FD7DF9C39B9}"/>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Crop mask</a:t>
            </a:r>
          </a:p>
        </p:txBody>
      </p:sp>
      <p:sp>
        <p:nvSpPr>
          <p:cNvPr id="14" name="">
            <a:extLst xmlns:a="http://schemas.openxmlformats.org/drawingml/2006/main">
              <a:ext uri="{FF2B5EF4-FFF2-40B4-BE49-F238E27FC236}">
                <a16:creationId xmlns:a16="http://schemas.microsoft.com/office/drawing/2014/main" id="{27EDDBF3-3667-462F-90ED-FC4C840E9B3A}"/>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8AA82B7-2A9F-4121-A17F-4AFD7066B37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589264BB-14E7-4AE2-A41E-C268041665AC}"/>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Ground truth</a:t>
            </a:r>
          </a:p>
        </p:txBody>
      </p:sp>
      <p:sp>
        <p:nvSpPr>
          <p:cNvPr id="17" name="">
            <a:extLst xmlns:a="http://schemas.openxmlformats.org/drawingml/2006/main">
              <a:ext uri="{FF2B5EF4-FFF2-40B4-BE49-F238E27FC236}">
                <a16:creationId xmlns:a16="http://schemas.microsoft.com/office/drawing/2014/main" id="{43B38003-6021-46EE-9793-EC23A4098AE8}"/>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D35DB9A-8DB8-4A7A-9B9D-AFB87CF00A66}"/>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21FAE95-76C4-4372-9B89-DD003C1F3AC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20" name="">
            <a:extLst xmlns:a="http://schemas.openxmlformats.org/drawingml/2006/main">
              <a:ext uri="{FF2B5EF4-FFF2-40B4-BE49-F238E27FC236}">
                <a16:creationId xmlns:a16="http://schemas.microsoft.com/office/drawing/2014/main" id="{D36E9A11-70A3-4F4B-823C-B5FFEF581D4D}"/>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690243695"/>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215799-B30D-4C5A-8088-02491E0565F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C4145774-915D-4A10-892F-07E7117912C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0E9E72F9-83CC-4280-BB25-F6116837E5B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A89FE47-5181-408D-B26C-8578DF14770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973C764C-5939-4F30-B391-208B5586839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53E9682-DDE4-4797-918B-2FBE08B4F7A8}"/>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4379D0CA-CC6F-446B-80A7-2F0C6A99B107}"/>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vegetation anomaly is checked against field observations before entering a risk brief.</a:t>
            </a:r>
          </a:p>
        </p:txBody>
      </p:sp>
      <p:sp>
        <p:nvSpPr>
          <p:cNvPr id="8" name="">
            <a:extLst xmlns:a="http://schemas.openxmlformats.org/drawingml/2006/main">
              <a:ext uri="{FF2B5EF4-FFF2-40B4-BE49-F238E27FC236}">
                <a16:creationId xmlns:a16="http://schemas.microsoft.com/office/drawing/2014/main" id="{E4F21269-80F1-4C9F-8DEC-FAFBF24FC7E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08C2544-E374-42F6-9C11-0E19C86BF972}"/>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09F33198-CDA2-4671-A5B9-42E24827C56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AF7E8FA3-0F5F-4B82-B634-AF15FAB74C0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32218300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59EC0B8-5E5D-4C2C-8914-4D4131E4738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8C08BE84-121F-42F7-A7DF-3F46DDBC6A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C5B7E2D8-AEBE-45F3-9DE6-A9DF1AD4FBB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05B9BA0-B5E0-433E-A167-9BDAD55BF13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4232D252-4D02-4C30-A759-A5FE176720C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Align satellite and field evidence and document when the system must abstain.</a:t>
            </a:r>
          </a:p>
        </p:txBody>
      </p:sp>
      <p:sp>
        <p:nvSpPr>
          <p:cNvPr id="6" name="">
            <a:extLst xmlns:a="http://schemas.openxmlformats.org/drawingml/2006/main">
              <a:ext uri="{FF2B5EF4-FFF2-40B4-BE49-F238E27FC236}">
                <a16:creationId xmlns:a16="http://schemas.microsoft.com/office/drawing/2014/main" id="{32DCC266-F551-4BC0-8A31-5FE15CF33DF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B8DA956-2557-4A3A-BA17-D4FE70F6EB4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7D235358-8432-4104-A420-EE569737EFE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7A18F468-A501-46C2-9FCC-B3D79AFE0C2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4C4027C-3622-498A-9BC3-438CF66DA3A2}"/>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D9EDD80-AEE3-432E-B226-32DC1CF4B312}"/>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5A7D390D-8CE8-42A4-B6DE-8D8E50C1425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26AB09BF-63C7-4F4B-A936-F383ACF53F7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111C0F0-34C6-44DF-B973-88DEE18ADD1D}"/>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86CB3C6D-2955-4D22-BBA4-8FC3003C19D7}"/>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2D6996F-8467-424D-A838-7C97624938D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2DE38FF9-9386-4359-B25B-B6A75545834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338821099"/>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8CF15A2-3A7E-43C2-A93B-98F48125BAA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12931719-5C0F-4311-9E9F-BC64FE1EF6B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EFE9AA84-932F-4A77-91C2-06210AD8FFC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B192095-4169-4DF0-8D6E-47E858B60B5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855F32F1-8093-4F35-88BE-B459395A4B71}"/>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68E43D5-173B-4650-B457-478CFB5B2E6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DE6DBFAA-1D2C-44F5-9F7F-AF518434256B}"/>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A9DF5301-53E7-4659-8EFF-9F7E964D0BB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7FD6525A-4917-46DB-B892-889E7F5B0675}"/>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A0737D68-2359-487F-9DD0-925159D1385F}"/>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81FE5293-256D-45F5-B49C-23620B7EDC1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3AC4A8E-43EA-41A9-AD92-40FC3951383F}"/>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EC3B146-9EC7-48DB-B9CA-3B29ABCEC728}"/>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C43259C8-A4BC-4EFB-B03B-657CC3C0499B}"/>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9115142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1A5DE4-909F-4EB1-9300-AA248CA19EE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V7_A_N10</a:t>
            </a:r>
          </a:p>
        </p:txBody>
      </p:sp>
      <p:sp>
        <p:nvSpPr>
          <p:cNvPr id="2" name="">
            <a:extLst xmlns:a="http://schemas.openxmlformats.org/drawingml/2006/main">
              <a:ext uri="{FF2B5EF4-FFF2-40B4-BE49-F238E27FC236}">
                <a16:creationId xmlns:a16="http://schemas.microsoft.com/office/drawing/2014/main" id="{39ECD8C5-4B75-410C-BF44-FA04C0E0D7D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65D961B4-0548-4766-B969-10DB69EF36B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55BA05B-8ABC-4CE8-A77D-CC1B25E5633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219F4FA3-61EF-4C89-A00B-2E6961E5C0E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F26B097-1399-416A-8CC9-30A397D75987}"/>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46A8C29C-9297-439A-8948-F00D1C3F0276}"/>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D712AD73-AD2E-4330-A9F2-4BC75B7CD9B8}"/>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BF9CE19-356B-4C51-8235-EAB0D99F561F}"/>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A78048CC-D56B-4D2D-912C-59B6F42DD061}"/>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508511578"/>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9690D3-65FF-486B-9162-2BF11E9AD9D5}"/>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277DA260-DA3E-4B47-BFD3-B621B5E6617E}"/>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4A6B80E9-2BCE-4272-98D8-343F73EC746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Spatial resolution</a:t>
            </a:r>
          </a:p>
        </p:txBody>
      </p:sp>
      <p:sp>
        <p:nvSpPr>
          <p:cNvPr id="4" name="">
            <a:extLst xmlns:a="http://schemas.openxmlformats.org/drawingml/2006/main">
              <a:ext uri="{FF2B5EF4-FFF2-40B4-BE49-F238E27FC236}">
                <a16:creationId xmlns:a16="http://schemas.microsoft.com/office/drawing/2014/main" id="{9A65BB50-236C-4E6C-969B-0CDE209C725B}"/>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9C13E22-C063-4869-9760-B69F66DD3B9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Temporal alignment</a:t>
            </a:r>
          </a:p>
        </p:txBody>
      </p:sp>
      <p:sp>
        <p:nvSpPr>
          <p:cNvPr id="6" name="">
            <a:extLst xmlns:a="http://schemas.openxmlformats.org/drawingml/2006/main">
              <a:ext uri="{FF2B5EF4-FFF2-40B4-BE49-F238E27FC236}">
                <a16:creationId xmlns:a16="http://schemas.microsoft.com/office/drawing/2014/main" id="{DDCC536C-980D-4C35-95C3-5828CC7EB326}"/>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E11B70E-FB65-4C3D-B7C4-5B8B352C40D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Crop mask</a:t>
            </a:r>
          </a:p>
        </p:txBody>
      </p:sp>
      <p:sp>
        <p:nvSpPr>
          <p:cNvPr id="8" name="">
            <a:extLst xmlns:a="http://schemas.openxmlformats.org/drawingml/2006/main">
              <a:ext uri="{FF2B5EF4-FFF2-40B4-BE49-F238E27FC236}">
                <a16:creationId xmlns:a16="http://schemas.microsoft.com/office/drawing/2014/main" id="{32AA128C-3A5D-4FBF-859B-B749688096C1}"/>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086E55A-76FA-45E2-BEA6-149043BC288B}"/>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Ground truth</a:t>
            </a:r>
          </a:p>
        </p:txBody>
      </p:sp>
      <p:sp>
        <p:nvSpPr>
          <p:cNvPr id="10" name="">
            <a:extLst xmlns:a="http://schemas.openxmlformats.org/drawingml/2006/main">
              <a:ext uri="{FF2B5EF4-FFF2-40B4-BE49-F238E27FC236}">
                <a16:creationId xmlns:a16="http://schemas.microsoft.com/office/drawing/2014/main" id="{EBFF1638-F30F-4178-8850-8AE50DBA8C22}"/>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1ED8832-BA12-47AB-ADFA-1A2D271182C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12" name="">
            <a:extLst xmlns:a="http://schemas.openxmlformats.org/drawingml/2006/main">
              <a:ext uri="{FF2B5EF4-FFF2-40B4-BE49-F238E27FC236}">
                <a16:creationId xmlns:a16="http://schemas.microsoft.com/office/drawing/2014/main" id="{2DBC771C-52EE-4B19-B89B-D1CE040B339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086353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2026-09-04T14:39:46.0110000Z</dcterms:created>
  <dcterms:modified xsi:type="dcterms:W3CDTF">2026-09-04T14:39:46.0110000Z</dcterms:modified>
</coreProperties>
</file>