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15dab882ee47c0" /><Relationship Type="http://schemas.openxmlformats.org/officeDocument/2006/relationships/extended-properties" Target="/docProps/app.xml" Id="R1d5d9f4c13394da3" /><Relationship Type="http://schemas.openxmlformats.org/officeDocument/2006/relationships/officeDocument" Target="/ppt/presentation.xml" Id="R7a6fe8c7862f4b2d" /></Relationships>
</file>

<file path=ppt/presentation.xml><?xml version="1.0" encoding="utf-8"?>
<p:presentation xmlns:p="http://schemas.openxmlformats.org/presentationml/2006/main">
  <p:sldMasterIdLst>
    <p:sldMasterId xmlns:r="http://schemas.openxmlformats.org/officeDocument/2006/relationships" id="2147483648" r:id="R64b5401fe7f44389"/>
  </p:sldMasterIdLst>
  <p:notesMasterIdLst>
    <p:notesMasterId xmlns:r="http://schemas.openxmlformats.org/officeDocument/2006/relationships" r:id="Re223f509f45345ae"/>
  </p:notesMasterIdLst>
  <p:sldIdLst>
    <p:sldId xmlns:r="http://schemas.openxmlformats.org/officeDocument/2006/relationships" id="256" r:id="Ra3867dc6d42c4120"/>
    <p:sldId xmlns:r="http://schemas.openxmlformats.org/officeDocument/2006/relationships" id="257" r:id="Rb9db713d5a4a4316"/>
    <p:sldId xmlns:r="http://schemas.openxmlformats.org/officeDocument/2006/relationships" id="258" r:id="Rc016b9d3e8a649f7"/>
    <p:sldId xmlns:r="http://schemas.openxmlformats.org/officeDocument/2006/relationships" id="259" r:id="Ra143b3c0784d4e97"/>
    <p:sldId xmlns:r="http://schemas.openxmlformats.org/officeDocument/2006/relationships" id="260" r:id="R8e77258c2c3a4364"/>
    <p:sldId xmlns:r="http://schemas.openxmlformats.org/officeDocument/2006/relationships" id="261" r:id="R9a6c8c10ac5d4b21"/>
    <p:sldId xmlns:r="http://schemas.openxmlformats.org/officeDocument/2006/relationships" id="262" r:id="Rc5901c0407d04abd"/>
    <p:sldId xmlns:r="http://schemas.openxmlformats.org/officeDocument/2006/relationships" id="263" r:id="Rd4e754a366364b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73ee39b50f405f" /><Relationship Type="http://schemas.openxmlformats.org/officeDocument/2006/relationships/slideMaster" Target="/ppt/slideMasters/slideMaster1.xml" Id="R64b5401fe7f44389" /><Relationship Type="http://schemas.openxmlformats.org/officeDocument/2006/relationships/notesMaster" Target="/ppt/notesMasters/notesMaster1.xml" Id="Re223f509f45345ae" /><Relationship Type="http://schemas.openxmlformats.org/officeDocument/2006/relationships/presProps" Target="/ppt/presProps.xml" Id="R37bad24281c44cbc" /><Relationship Type="http://schemas.openxmlformats.org/officeDocument/2006/relationships/tableStyles" Target="/ppt/tableStyles.xml" Id="Rc108d0e999144972" /><Relationship Type="http://schemas.openxmlformats.org/officeDocument/2006/relationships/slide" Target="/ppt/slides/slide1.xml" Id="Ra3867dc6d42c4120" /><Relationship Type="http://schemas.openxmlformats.org/officeDocument/2006/relationships/slide" Target="/ppt/slides/slide2.xml" Id="Rb9db713d5a4a4316" /><Relationship Type="http://schemas.openxmlformats.org/officeDocument/2006/relationships/slide" Target="/ppt/slides/slide3.xml" Id="Rc016b9d3e8a649f7" /><Relationship Type="http://schemas.openxmlformats.org/officeDocument/2006/relationships/slide" Target="/ppt/slides/slide4.xml" Id="Ra143b3c0784d4e97" /><Relationship Type="http://schemas.openxmlformats.org/officeDocument/2006/relationships/slide" Target="/ppt/slides/slide5.xml" Id="R8e77258c2c3a4364" /><Relationship Type="http://schemas.openxmlformats.org/officeDocument/2006/relationships/slide" Target="/ppt/slides/slide6.xml" Id="R9a6c8c10ac5d4b21" /><Relationship Type="http://schemas.openxmlformats.org/officeDocument/2006/relationships/slide" Target="/ppt/slides/slide7.xml" Id="Rc5901c0407d04abd" /><Relationship Type="http://schemas.openxmlformats.org/officeDocument/2006/relationships/slide" Target="/ppt/slides/slide8.xml" Id="Rd4e754a366364b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5e86557baa42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fb496203d644a9" /><Relationship Type="http://schemas.openxmlformats.org/officeDocument/2006/relationships/notesMaster" Target="/ppt/notesMasters/notesMaster1.xml" Id="Reac8e6334eca40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2debe21549408d" /><Relationship Type="http://schemas.openxmlformats.org/officeDocument/2006/relationships/notesMaster" Target="/ppt/notesMasters/notesMaster1.xml" Id="Rad9374a8d1d641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a4f9ea6b904f2a" /><Relationship Type="http://schemas.openxmlformats.org/officeDocument/2006/relationships/notesMaster" Target="/ppt/notesMasters/notesMaster1.xml" Id="Ra27f1898eca248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8c6badba0f4bc3" /><Relationship Type="http://schemas.openxmlformats.org/officeDocument/2006/relationships/notesMaster" Target="/ppt/notesMasters/notesMaster1.xml" Id="R658ae68bdbad49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36479b7cb64e6f" /><Relationship Type="http://schemas.openxmlformats.org/officeDocument/2006/relationships/notesMaster" Target="/ppt/notesMasters/notesMaster1.xml" Id="R1761585149f443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2d32876a2342ae" /><Relationship Type="http://schemas.openxmlformats.org/officeDocument/2006/relationships/notesMaster" Target="/ppt/notesMasters/notesMaster1.xml" Id="Rca07930cc81d45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433bb521594b9f" /><Relationship Type="http://schemas.openxmlformats.org/officeDocument/2006/relationships/notesMaster" Target="/ppt/notesMasters/notesMaster1.xml" Id="R744edae2f2a746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85d955463348f3" /><Relationship Type="http://schemas.openxmlformats.org/officeDocument/2006/relationships/notesMaster" Target="/ppt/notesMasters/notesMaster1.xml" Id="Rb6793840efb047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Access Means Reaching Opportunity Reliably. This lesson begins with one principle: mobility matters when people can reach opportunities reliably and safely.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Mobility matters when people can reach opportunities reliably and safely. The five controls shown here are Opportunity, Reliability, Cost, Accessibility, Safety.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opportunity, move through reliability and cost, and finish with accessibility and safety.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city compares reliable access to jobs, schools, health care, and markets.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 accessibility profile and test time, cost, reliability, and inclusion.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opportunity clear? Is reliability documented? Is cost testable? Is accessibility governed? And is safety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f698ec2aa74e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d37a84515f482b" /><Relationship Type="http://schemas.openxmlformats.org/officeDocument/2006/relationships/slideLayout" Target="/ppt/slideLayouts/slideLayout1.xml" Id="R10f56f4b04aa4e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f56f4b04aa4e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862d1aed4b4117" /><Relationship Type="http://schemas.openxmlformats.org/officeDocument/2006/relationships/notesSlide" Target="/ppt/notesSlides/notesSlide1.xml" Id="R0d5056ec8fb34c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c4d73fd55b45f9" /><Relationship Type="http://schemas.openxmlformats.org/officeDocument/2006/relationships/notesSlide" Target="/ppt/notesSlides/notesSlide2.xml" Id="Re020a0f6320543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fec84087f24a09" /><Relationship Type="http://schemas.openxmlformats.org/officeDocument/2006/relationships/notesSlide" Target="/ppt/notesSlides/notesSlide3.xml" Id="R38c2b4643b124c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c41972d76e42ea" /><Relationship Type="http://schemas.openxmlformats.org/officeDocument/2006/relationships/notesSlide" Target="/ppt/notesSlides/notesSlide4.xml" Id="R7451a86e1e33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49fd0190694f17" /><Relationship Type="http://schemas.openxmlformats.org/officeDocument/2006/relationships/notesSlide" Target="/ppt/notesSlides/notesSlide5.xml" Id="R130ed2fdf90b4a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3f257ebde04252" /><Relationship Type="http://schemas.openxmlformats.org/officeDocument/2006/relationships/notesSlide" Target="/ppt/notesSlides/notesSlide6.xml" Id="Rf659e527b0fd41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c3571168764624" /><Relationship Type="http://schemas.openxmlformats.org/officeDocument/2006/relationships/notesSlide" Target="/ppt/notesSlides/notesSlide7.xml" Id="Reeff822a3d3549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3cc1da6cb548dc" /><Relationship Type="http://schemas.openxmlformats.org/officeDocument/2006/relationships/notesSlide" Target="/ppt/notesSlides/notesSlide8.xml" Id="R045bb50c227c474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DBA6D6-789B-4C19-8BB2-38109810394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F06DA866-21D7-45B6-A3E4-EFA7AE39BAC0}"/>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DBC7D372-F157-4B00-9BD8-0EF05130B952}"/>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AF4172E0-6AF9-452B-959C-DC70616A8BC4}"/>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1C307AF7-9406-4226-98CE-55E309C391A7}"/>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ACCESS MEANS REACHING OPPORTUNITY RELIABLY</a:t>
            </a:r>
          </a:p>
        </p:txBody>
      </p:sp>
      <p:sp>
        <p:nvSpPr>
          <p:cNvPr id="6" name="">
            <a:extLst xmlns:a="http://schemas.openxmlformats.org/drawingml/2006/main">
              <a:ext uri="{FF2B5EF4-FFF2-40B4-BE49-F238E27FC236}">
                <a16:creationId xmlns:a16="http://schemas.microsoft.com/office/drawing/2014/main" id="{822470EC-1CE4-4FCF-B836-8DCFDA8992C5}"/>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Mobility matters when people can reach opportunities reliably and safely.</a:t>
            </a:r>
          </a:p>
        </p:txBody>
      </p:sp>
      <p:sp>
        <p:nvSpPr>
          <p:cNvPr id="7" name="">
            <a:extLst xmlns:a="http://schemas.openxmlformats.org/drawingml/2006/main">
              <a:ext uri="{FF2B5EF4-FFF2-40B4-BE49-F238E27FC236}">
                <a16:creationId xmlns:a16="http://schemas.microsoft.com/office/drawing/2014/main" id="{EE6A55AF-5C99-4332-B1B8-4923A58022BF}"/>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V7_D_N07</a:t>
            </a:r>
          </a:p>
        </p:txBody>
      </p:sp>
      <p:sp>
        <p:nvSpPr>
          <p:cNvPr id="8" name="">
            <a:extLst xmlns:a="http://schemas.openxmlformats.org/drawingml/2006/main">
              <a:ext uri="{FF2B5EF4-FFF2-40B4-BE49-F238E27FC236}">
                <a16:creationId xmlns:a16="http://schemas.microsoft.com/office/drawing/2014/main" id="{5815D5D6-F936-4852-8C50-C032A9AFEAA9}"/>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PU-B07-C57</a:t>
            </a:r>
          </a:p>
        </p:txBody>
      </p:sp>
      <p:sp>
        <p:nvSpPr>
          <p:cNvPr id="9" name="">
            <a:extLst xmlns:a="http://schemas.openxmlformats.org/drawingml/2006/main">
              <a:ext uri="{FF2B5EF4-FFF2-40B4-BE49-F238E27FC236}">
                <a16:creationId xmlns:a16="http://schemas.microsoft.com/office/drawing/2014/main" id="{7B291880-E845-452C-B833-533FC28E3488}"/>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F2851C03-8BD8-4D98-9BA8-505D649FE9D5}"/>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733016641"/>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27EA2B-3C64-47CC-843B-9BACCD12677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V7_D_N07</a:t>
            </a:r>
          </a:p>
        </p:txBody>
      </p:sp>
      <p:sp>
        <p:nvSpPr>
          <p:cNvPr id="2" name="">
            <a:extLst xmlns:a="http://schemas.openxmlformats.org/drawingml/2006/main">
              <a:ext uri="{FF2B5EF4-FFF2-40B4-BE49-F238E27FC236}">
                <a16:creationId xmlns:a16="http://schemas.microsoft.com/office/drawing/2014/main" id="{523CBFB9-7127-4D53-B0DF-572EA3813B4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F3CBE420-6598-48AF-B21C-9563A0D98EF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93D118F-A9E0-4552-A1D7-7FF05857E01F}"/>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5EBFF59C-60CF-4B6B-82CF-2DE2556F9415}"/>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Mobility matters when people can reach opportunities reliably and safely.</a:t>
            </a:r>
          </a:p>
        </p:txBody>
      </p:sp>
      <p:sp>
        <p:nvSpPr>
          <p:cNvPr id="6" name="">
            <a:extLst xmlns:a="http://schemas.openxmlformats.org/drawingml/2006/main">
              <a:ext uri="{FF2B5EF4-FFF2-40B4-BE49-F238E27FC236}">
                <a16:creationId xmlns:a16="http://schemas.microsoft.com/office/drawing/2014/main" id="{D1388313-159A-4DC5-9BF1-04CEAAA5EF85}"/>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192C266C-919B-4E8C-B449-9269F5E5B108}"/>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CDF48E08-55F3-4CDF-A213-923F89FEDBDA}"/>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Opportunity</a:t>
            </a:r>
          </a:p>
        </p:txBody>
      </p:sp>
      <p:sp>
        <p:nvSpPr>
          <p:cNvPr id="9" name="">
            <a:extLst xmlns:a="http://schemas.openxmlformats.org/drawingml/2006/main">
              <a:ext uri="{FF2B5EF4-FFF2-40B4-BE49-F238E27FC236}">
                <a16:creationId xmlns:a16="http://schemas.microsoft.com/office/drawing/2014/main" id="{8CECA878-C739-4233-BACE-70E7797DDB12}"/>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D68FE894-D8B7-4D00-AB51-EE5E486B6EB1}"/>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Reliability</a:t>
            </a:r>
          </a:p>
        </p:txBody>
      </p:sp>
      <p:sp>
        <p:nvSpPr>
          <p:cNvPr id="11" name="">
            <a:extLst xmlns:a="http://schemas.openxmlformats.org/drawingml/2006/main">
              <a:ext uri="{FF2B5EF4-FFF2-40B4-BE49-F238E27FC236}">
                <a16:creationId xmlns:a16="http://schemas.microsoft.com/office/drawing/2014/main" id="{EF0783EA-F5E0-4359-BFEF-A2E363A7A12F}"/>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0E6F8241-F310-42BA-8E6B-E7DA5F764DFC}"/>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Cost</a:t>
            </a:r>
          </a:p>
        </p:txBody>
      </p:sp>
      <p:sp>
        <p:nvSpPr>
          <p:cNvPr id="13" name="">
            <a:extLst xmlns:a="http://schemas.openxmlformats.org/drawingml/2006/main">
              <a:ext uri="{FF2B5EF4-FFF2-40B4-BE49-F238E27FC236}">
                <a16:creationId xmlns:a16="http://schemas.microsoft.com/office/drawing/2014/main" id="{C0629A60-E8B3-4A1E-9F5C-12BF3612D106}"/>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5CB24FDA-4736-4AB0-8E80-EAC764D09AF4}"/>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Accessibility</a:t>
            </a:r>
          </a:p>
        </p:txBody>
      </p:sp>
      <p:sp>
        <p:nvSpPr>
          <p:cNvPr id="15" name="">
            <a:extLst xmlns:a="http://schemas.openxmlformats.org/drawingml/2006/main">
              <a:ext uri="{FF2B5EF4-FFF2-40B4-BE49-F238E27FC236}">
                <a16:creationId xmlns:a16="http://schemas.microsoft.com/office/drawing/2014/main" id="{799A8CEC-74CA-4BF0-AA80-6B617C1EDBB5}"/>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8E20BC67-AACA-4C4F-908D-DBA64822ABD7}"/>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Safety</a:t>
            </a:r>
          </a:p>
        </p:txBody>
      </p:sp>
      <p:sp>
        <p:nvSpPr>
          <p:cNvPr id="17" name="">
            <a:extLst xmlns:a="http://schemas.openxmlformats.org/drawingml/2006/main">
              <a:ext uri="{FF2B5EF4-FFF2-40B4-BE49-F238E27FC236}">
                <a16:creationId xmlns:a16="http://schemas.microsoft.com/office/drawing/2014/main" id="{01BED77F-E772-41DE-B045-874A92A744D0}"/>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85810126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FF85174-E900-4473-9DC2-A72505526D5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V7_D_N07</a:t>
            </a:r>
          </a:p>
        </p:txBody>
      </p:sp>
      <p:sp>
        <p:nvSpPr>
          <p:cNvPr id="2" name="">
            <a:extLst xmlns:a="http://schemas.openxmlformats.org/drawingml/2006/main">
              <a:ext uri="{FF2B5EF4-FFF2-40B4-BE49-F238E27FC236}">
                <a16:creationId xmlns:a16="http://schemas.microsoft.com/office/drawing/2014/main" id="{95639381-254B-466F-84C6-6B0348BC32C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609A2538-F909-4A7C-9A3A-EF88AD61B78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36530F6-64CE-43A2-8AE9-104C9B44FBD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7473B0F8-F894-4242-94F7-52FB5A1519FE}"/>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1813FC40-436F-433D-A859-814AA6F9D0CB}"/>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DB6CA130-DBF2-4DAB-878A-BB835E5D6C1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Opportunity</a:t>
            </a:r>
          </a:p>
        </p:txBody>
      </p:sp>
      <p:sp>
        <p:nvSpPr>
          <p:cNvPr id="8" name="">
            <a:extLst xmlns:a="http://schemas.openxmlformats.org/drawingml/2006/main">
              <a:ext uri="{FF2B5EF4-FFF2-40B4-BE49-F238E27FC236}">
                <a16:creationId xmlns:a16="http://schemas.microsoft.com/office/drawing/2014/main" id="{5DD3C366-7446-4B7F-8401-C62961B844B2}"/>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4FB6AE32-396D-4BAB-B02B-6D4DC60A2532}"/>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47797C57-F93B-405E-8C7C-F561301CE7E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Reliability</a:t>
            </a:r>
          </a:p>
        </p:txBody>
      </p:sp>
      <p:sp>
        <p:nvSpPr>
          <p:cNvPr id="11" name="">
            <a:extLst xmlns:a="http://schemas.openxmlformats.org/drawingml/2006/main">
              <a:ext uri="{FF2B5EF4-FFF2-40B4-BE49-F238E27FC236}">
                <a16:creationId xmlns:a16="http://schemas.microsoft.com/office/drawing/2014/main" id="{FB87CC69-0B9F-43CB-B39E-663B7AD3B25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F2D8CE0-3574-492C-A72B-1B829F84DDC3}"/>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36A80A6E-EF5A-48DC-912A-0A153BDBF06C}"/>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Cost</a:t>
            </a:r>
          </a:p>
        </p:txBody>
      </p:sp>
      <p:sp>
        <p:nvSpPr>
          <p:cNvPr id="14" name="">
            <a:extLst xmlns:a="http://schemas.openxmlformats.org/drawingml/2006/main">
              <a:ext uri="{FF2B5EF4-FFF2-40B4-BE49-F238E27FC236}">
                <a16:creationId xmlns:a16="http://schemas.microsoft.com/office/drawing/2014/main" id="{90E6714B-0BDE-4327-AC75-6C05ADE67448}"/>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9027D8DA-3A42-4E71-B566-02E1DC5C89C6}"/>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66710B52-C007-4CCA-BFA4-3DA9679E6D16}"/>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Accessibility</a:t>
            </a:r>
          </a:p>
        </p:txBody>
      </p:sp>
      <p:sp>
        <p:nvSpPr>
          <p:cNvPr id="17" name="">
            <a:extLst xmlns:a="http://schemas.openxmlformats.org/drawingml/2006/main">
              <a:ext uri="{FF2B5EF4-FFF2-40B4-BE49-F238E27FC236}">
                <a16:creationId xmlns:a16="http://schemas.microsoft.com/office/drawing/2014/main" id="{FACAB9AD-B752-4EDF-98C2-807FE03E1C2F}"/>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09C5CB39-2DE0-4528-BF7E-FE0C9BF3119A}"/>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FA3AA7B0-8E2F-4273-A0AD-D68C07418B98}"/>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Safety</a:t>
            </a:r>
          </a:p>
        </p:txBody>
      </p:sp>
      <p:sp>
        <p:nvSpPr>
          <p:cNvPr id="20" name="">
            <a:extLst xmlns:a="http://schemas.openxmlformats.org/drawingml/2006/main">
              <a:ext uri="{FF2B5EF4-FFF2-40B4-BE49-F238E27FC236}">
                <a16:creationId xmlns:a16="http://schemas.microsoft.com/office/drawing/2014/main" id="{B9766183-262C-4BD1-B056-C5280B26639B}"/>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468685830"/>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FBED1C-3ACC-40BD-922F-84D6A7753C8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V7_D_N07</a:t>
            </a:r>
          </a:p>
        </p:txBody>
      </p:sp>
      <p:sp>
        <p:nvSpPr>
          <p:cNvPr id="2" name="">
            <a:extLst xmlns:a="http://schemas.openxmlformats.org/drawingml/2006/main">
              <a:ext uri="{FF2B5EF4-FFF2-40B4-BE49-F238E27FC236}">
                <a16:creationId xmlns:a16="http://schemas.microsoft.com/office/drawing/2014/main" id="{7E301C13-E198-4941-90D9-6F876DDF1FC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7C7052C6-5BC6-4A0A-941F-8C0A9DBAE52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70D7A8F-E1BD-4230-873E-2D9E3EA8C7A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705FD3A1-0102-4CEB-A05D-B6D00972C7B7}"/>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22E7800C-C901-492D-8B96-633DFB0F7D4E}"/>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7F56710-1C82-437B-A3AA-F0891A2CB9F2}"/>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city compares reliable access to jobs, schools, health care, and markets.</a:t>
            </a:r>
          </a:p>
        </p:txBody>
      </p:sp>
      <p:sp>
        <p:nvSpPr>
          <p:cNvPr id="8" name="">
            <a:extLst xmlns:a="http://schemas.openxmlformats.org/drawingml/2006/main">
              <a:ext uri="{FF2B5EF4-FFF2-40B4-BE49-F238E27FC236}">
                <a16:creationId xmlns:a16="http://schemas.microsoft.com/office/drawing/2014/main" id="{5D6740AF-2C45-44F0-B9AD-40C02E06AF3D}"/>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B53933A7-7E0D-4DFE-A1C7-E8EC2C0DF918}"/>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65F0F1A3-F635-4E13-8DDC-E19FDC79958B}"/>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4EE7FF42-1A71-45E2-BCC7-59C2DB679075}"/>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511787492"/>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963F65B-533E-48D3-B3DF-7B9710406C6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V7_D_N07</a:t>
            </a:r>
          </a:p>
        </p:txBody>
      </p:sp>
      <p:sp>
        <p:nvSpPr>
          <p:cNvPr id="2" name="">
            <a:extLst xmlns:a="http://schemas.openxmlformats.org/drawingml/2006/main">
              <a:ext uri="{FF2B5EF4-FFF2-40B4-BE49-F238E27FC236}">
                <a16:creationId xmlns:a16="http://schemas.microsoft.com/office/drawing/2014/main" id="{8E7FEAFD-016B-42A3-917C-046CC548FA9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7E086F18-B03D-4264-AE03-97608EB73C2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B2AA8E2-2598-4B11-BD90-7A2486E8ECF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6F46C3B-676F-4B0C-8EB1-0FFFA69C1D0D}"/>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 accessibility profile and test time, cost, reliability, and inclusion.</a:t>
            </a:r>
          </a:p>
        </p:txBody>
      </p:sp>
      <p:sp>
        <p:nvSpPr>
          <p:cNvPr id="6" name="">
            <a:extLst xmlns:a="http://schemas.openxmlformats.org/drawingml/2006/main">
              <a:ext uri="{FF2B5EF4-FFF2-40B4-BE49-F238E27FC236}">
                <a16:creationId xmlns:a16="http://schemas.microsoft.com/office/drawing/2014/main" id="{19B17CC0-1AAF-4203-A524-6D5FAFE22637}"/>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43C84804-9E14-4421-B7AE-4603949C8C1E}"/>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19DE061E-0BB8-4F51-9417-5D53639487CE}"/>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1BAB36E1-F42D-439D-9506-0A5FC9000A5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59B87214-EE1F-49D1-9B55-DF2BCF55FF6D}"/>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99D80A0A-5E7C-4A93-A7C6-810510CFA9BB}"/>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3D55E5A9-F799-40C7-A95E-FF793DD46A78}"/>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1865E4B-7379-47C4-A0EF-49169BBE8D7E}"/>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E0CE5BF3-919C-42EC-B61D-9A63849E0B13}"/>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B7BC394B-90D5-47A6-9A50-5A5F79137782}"/>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F06E031-ED2A-47F8-8440-301CA53DABD9}"/>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DE793DE-60E1-416A-AF31-4C9ACC853EC6}"/>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958422257"/>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79AE6F-D790-4FCD-9712-2C6A4116548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V7_D_N07</a:t>
            </a:r>
          </a:p>
        </p:txBody>
      </p:sp>
      <p:sp>
        <p:nvSpPr>
          <p:cNvPr id="2" name="">
            <a:extLst xmlns:a="http://schemas.openxmlformats.org/drawingml/2006/main">
              <a:ext uri="{FF2B5EF4-FFF2-40B4-BE49-F238E27FC236}">
                <a16:creationId xmlns:a16="http://schemas.microsoft.com/office/drawing/2014/main" id="{BB0E932A-1973-45ED-A212-C36D07FC2D6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BC65E6C8-684A-4FA6-8D69-55BB1B69B4C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309128A-72DB-48AC-8CCD-C7B0F870D95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9FBB17C9-648F-444A-898F-752F70547079}"/>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1D526469-DE52-49D2-BDCD-774DA1370C96}"/>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4A80D2A-EB5A-4368-8397-9C748154DA96}"/>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CC4AED82-DDFA-41A3-B03B-AF3C82E0AD83}"/>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44A1C649-8094-410B-9C82-882D55A45663}"/>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BD145D4E-87EE-4ECD-B6C2-8459A7D99490}"/>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B52C4B17-0A0F-4A31-A479-6E30F8EFBDA0}"/>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9DF9F50F-7378-4E72-83A0-A1A4AE334D4F}"/>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4351DB2-9639-4A6B-BDD8-EB1C4FF010C8}"/>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76DEFF39-200A-403E-8336-16BA625F3704}"/>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490293367"/>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85E181-E885-41C0-9D46-355BCB3C484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V7_D_N07</a:t>
            </a:r>
          </a:p>
        </p:txBody>
      </p:sp>
      <p:sp>
        <p:nvSpPr>
          <p:cNvPr id="2" name="">
            <a:extLst xmlns:a="http://schemas.openxmlformats.org/drawingml/2006/main">
              <a:ext uri="{FF2B5EF4-FFF2-40B4-BE49-F238E27FC236}">
                <a16:creationId xmlns:a16="http://schemas.microsoft.com/office/drawing/2014/main" id="{FAD73551-3FCF-45FE-BB8E-E9522DD5A6C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21F2FE4F-94F8-45D3-89B5-47566586258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DFC82F1-8F5C-4A77-959F-CC19998B771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453360DF-645A-48C4-8ACE-E7359A914221}"/>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8C233D9A-CA5C-4262-8E8A-3C4024593342}"/>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AD4AAD4F-F358-4D35-8B0A-AD9288931418}"/>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1132F3B7-D19C-4452-BAF2-1F1542B05BC9}"/>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40066EF9-5A55-4849-B98B-08C39073C7EA}"/>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D98668EB-FB0A-4831-9A95-BAA6E70EEF9D}"/>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991392181"/>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AE80F6-FDF9-46AC-AC01-02187F9F477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98AA1113-C622-4754-8520-E0A828EA3F1C}"/>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1183D8F3-BF4B-4909-AD6A-9C594B56E95A}"/>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Opportunity</a:t>
            </a:r>
          </a:p>
        </p:txBody>
      </p:sp>
      <p:sp>
        <p:nvSpPr>
          <p:cNvPr id="4" name="">
            <a:extLst xmlns:a="http://schemas.openxmlformats.org/drawingml/2006/main">
              <a:ext uri="{FF2B5EF4-FFF2-40B4-BE49-F238E27FC236}">
                <a16:creationId xmlns:a16="http://schemas.microsoft.com/office/drawing/2014/main" id="{1516A34F-D59A-47CC-97EA-BA104552C0C1}"/>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75A566F9-2662-4BC1-86AC-10C61F16F7DD}"/>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Reliability</a:t>
            </a:r>
          </a:p>
        </p:txBody>
      </p:sp>
      <p:sp>
        <p:nvSpPr>
          <p:cNvPr id="6" name="">
            <a:extLst xmlns:a="http://schemas.openxmlformats.org/drawingml/2006/main">
              <a:ext uri="{FF2B5EF4-FFF2-40B4-BE49-F238E27FC236}">
                <a16:creationId xmlns:a16="http://schemas.microsoft.com/office/drawing/2014/main" id="{76C3D75C-CD76-4500-A3B1-A51C7F8DF4FB}"/>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D472CD03-9D56-4344-AEDC-8CA5E60C5EFF}"/>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Cost</a:t>
            </a:r>
          </a:p>
        </p:txBody>
      </p:sp>
      <p:sp>
        <p:nvSpPr>
          <p:cNvPr id="8" name="">
            <a:extLst xmlns:a="http://schemas.openxmlformats.org/drawingml/2006/main">
              <a:ext uri="{FF2B5EF4-FFF2-40B4-BE49-F238E27FC236}">
                <a16:creationId xmlns:a16="http://schemas.microsoft.com/office/drawing/2014/main" id="{579DCBE4-621E-490D-895F-405A5B2CA28F}"/>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BA48F81D-49D6-4401-B1ED-51BE5FADDC46}"/>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Accessibility</a:t>
            </a:r>
          </a:p>
        </p:txBody>
      </p:sp>
      <p:sp>
        <p:nvSpPr>
          <p:cNvPr id="10" name="">
            <a:extLst xmlns:a="http://schemas.openxmlformats.org/drawingml/2006/main">
              <a:ext uri="{FF2B5EF4-FFF2-40B4-BE49-F238E27FC236}">
                <a16:creationId xmlns:a16="http://schemas.microsoft.com/office/drawing/2014/main" id="{1B0222A7-EDAB-4E4D-B31D-FA5335135939}"/>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3C0D52F8-9630-4A24-9711-103E648EA81B}"/>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Safety</a:t>
            </a:r>
          </a:p>
        </p:txBody>
      </p:sp>
      <p:sp>
        <p:nvSpPr>
          <p:cNvPr id="12" name="">
            <a:extLst xmlns:a="http://schemas.openxmlformats.org/drawingml/2006/main">
              <a:ext uri="{FF2B5EF4-FFF2-40B4-BE49-F238E27FC236}">
                <a16:creationId xmlns:a16="http://schemas.microsoft.com/office/drawing/2014/main" id="{512BF330-A094-472C-A6ED-74583425512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9693474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2026-09-04T15:44:34.3420000Z</dcterms:created>
  <dcterms:modified xsi:type="dcterms:W3CDTF">2026-09-04T15:44:34.3420000Z</dcterms:modified>
</coreProperties>
</file>