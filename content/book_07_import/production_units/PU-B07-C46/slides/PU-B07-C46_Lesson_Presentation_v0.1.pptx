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0e6bff32154151" /><Relationship Type="http://schemas.openxmlformats.org/officeDocument/2006/relationships/extended-properties" Target="/docProps/app.xml" Id="R43eaaa5a801f49b2" /><Relationship Type="http://schemas.openxmlformats.org/officeDocument/2006/relationships/officeDocument" Target="/ppt/presentation.xml" Id="R91925ab337944e88" /></Relationships>
</file>

<file path=ppt/presentation.xml><?xml version="1.0" encoding="utf-8"?>
<p:presentation xmlns:p="http://schemas.openxmlformats.org/presentationml/2006/main">
  <p:sldMasterIdLst>
    <p:sldMasterId xmlns:r="http://schemas.openxmlformats.org/officeDocument/2006/relationships" id="2147483648" r:id="R5f04084775fb4a1a"/>
  </p:sldMasterIdLst>
  <p:notesMasterIdLst>
    <p:notesMasterId xmlns:r="http://schemas.openxmlformats.org/officeDocument/2006/relationships" r:id="R67d79ee3960a4c63"/>
  </p:notesMasterIdLst>
  <p:sldIdLst>
    <p:sldId xmlns:r="http://schemas.openxmlformats.org/officeDocument/2006/relationships" id="256" r:id="R1f991dad38604efd"/>
    <p:sldId xmlns:r="http://schemas.openxmlformats.org/officeDocument/2006/relationships" id="257" r:id="Re3030bc9ac3844ee"/>
    <p:sldId xmlns:r="http://schemas.openxmlformats.org/officeDocument/2006/relationships" id="258" r:id="Rb0bc1f1663a14514"/>
    <p:sldId xmlns:r="http://schemas.openxmlformats.org/officeDocument/2006/relationships" id="259" r:id="R3325ccc443f6433c"/>
    <p:sldId xmlns:r="http://schemas.openxmlformats.org/officeDocument/2006/relationships" id="260" r:id="R7ebfe04e93cf4bd6"/>
    <p:sldId xmlns:r="http://schemas.openxmlformats.org/officeDocument/2006/relationships" id="261" r:id="R5b0ff700ba114a04"/>
    <p:sldId xmlns:r="http://schemas.openxmlformats.org/officeDocument/2006/relationships" id="262" r:id="R92723e65f4894d48"/>
    <p:sldId xmlns:r="http://schemas.openxmlformats.org/officeDocument/2006/relationships" id="263" r:id="R22923a60c5ff4a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cc9cb44e82406e" /><Relationship Type="http://schemas.openxmlformats.org/officeDocument/2006/relationships/slideMaster" Target="/ppt/slideMasters/slideMaster1.xml" Id="R5f04084775fb4a1a" /><Relationship Type="http://schemas.openxmlformats.org/officeDocument/2006/relationships/notesMaster" Target="/ppt/notesMasters/notesMaster1.xml" Id="R67d79ee3960a4c63" /><Relationship Type="http://schemas.openxmlformats.org/officeDocument/2006/relationships/presProps" Target="/ppt/presProps.xml" Id="Ra8c68f4dda9f4e26" /><Relationship Type="http://schemas.openxmlformats.org/officeDocument/2006/relationships/tableStyles" Target="/ppt/tableStyles.xml" Id="Rc0549965dfe14708" /><Relationship Type="http://schemas.openxmlformats.org/officeDocument/2006/relationships/slide" Target="/ppt/slides/slide1.xml" Id="R1f991dad38604efd" /><Relationship Type="http://schemas.openxmlformats.org/officeDocument/2006/relationships/slide" Target="/ppt/slides/slide2.xml" Id="Re3030bc9ac3844ee" /><Relationship Type="http://schemas.openxmlformats.org/officeDocument/2006/relationships/slide" Target="/ppt/slides/slide3.xml" Id="Rb0bc1f1663a14514" /><Relationship Type="http://schemas.openxmlformats.org/officeDocument/2006/relationships/slide" Target="/ppt/slides/slide4.xml" Id="R3325ccc443f6433c" /><Relationship Type="http://schemas.openxmlformats.org/officeDocument/2006/relationships/slide" Target="/ppt/slides/slide5.xml" Id="R7ebfe04e93cf4bd6" /><Relationship Type="http://schemas.openxmlformats.org/officeDocument/2006/relationships/slide" Target="/ppt/slides/slide6.xml" Id="R5b0ff700ba114a04" /><Relationship Type="http://schemas.openxmlformats.org/officeDocument/2006/relationships/slide" Target="/ppt/slides/slide7.xml" Id="R92723e65f4894d48" /><Relationship Type="http://schemas.openxmlformats.org/officeDocument/2006/relationships/slide" Target="/ppt/slides/slide8.xml" Id="R22923a60c5ff4a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09d5f9836643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f8f04291ce42b1" /><Relationship Type="http://schemas.openxmlformats.org/officeDocument/2006/relationships/notesMaster" Target="/ppt/notesMasters/notesMaster1.xml" Id="R9bf258c845e2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d7a9858b214d4a" /><Relationship Type="http://schemas.openxmlformats.org/officeDocument/2006/relationships/notesMaster" Target="/ppt/notesMasters/notesMaster1.xml" Id="R6cd04e8588ee49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3cdecaad154430" /><Relationship Type="http://schemas.openxmlformats.org/officeDocument/2006/relationships/notesMaster" Target="/ppt/notesMasters/notesMaster1.xml" Id="Rb9cfcae7f67140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ba2e24e3da4cf3" /><Relationship Type="http://schemas.openxmlformats.org/officeDocument/2006/relationships/notesMaster" Target="/ppt/notesMasters/notesMaster1.xml" Id="R2882f482ec2b46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a8753b485f42e4" /><Relationship Type="http://schemas.openxmlformats.org/officeDocument/2006/relationships/notesMaster" Target="/ppt/notesMasters/notesMaster1.xml" Id="R9f2fef2fdf8645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cb9e7544494d10" /><Relationship Type="http://schemas.openxmlformats.org/officeDocument/2006/relationships/notesMaster" Target="/ppt/notesMasters/notesMaster1.xml" Id="Rbe9837d22a934c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fc4fa583094bb1" /><Relationship Type="http://schemas.openxmlformats.org/officeDocument/2006/relationships/notesMaster" Target="/ppt/notesMasters/notesMaster1.xml" Id="R966f6b0a191a46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85552d5c154fd0" /><Relationship Type="http://schemas.openxmlformats.org/officeDocument/2006/relationships/notesMaster" Target="/ppt/notesMasters/notesMaster1.xml" Id="R1ccee082a10142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Anomaly Is Not Guilt. This lesson begins with one principle: an examination anomaly is a signal for review, not proof of misconduct.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An examination anomaly is a signal for review, not proof of misconduct. The five controls shown here are Anomaly, Context, Evidence, Due process, Authority.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anomaly, move through context and evidence, and finish with due process and authority.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Unusual answer patterns are reviewed with administration records before any conclusion.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anomaly signals, alternative explanations, confidentiality, and review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anomaly clear? Is context documented? Is evidence testable? Is due process governed? And is authority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d55b5fb49e42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56752404b6407e" /><Relationship Type="http://schemas.openxmlformats.org/officeDocument/2006/relationships/slideLayout" Target="/ppt/slideLayouts/slideLayout1.xml" Id="Rcebecbae03d444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becbae03d444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3412f034d746b6" /><Relationship Type="http://schemas.openxmlformats.org/officeDocument/2006/relationships/notesSlide" Target="/ppt/notesSlides/notesSlide1.xml" Id="Rad01e51cea3745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60f09b1b4b44cf" /><Relationship Type="http://schemas.openxmlformats.org/officeDocument/2006/relationships/notesSlide" Target="/ppt/notesSlides/notesSlide2.xml" Id="R0813c835671245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1cc445813c41e7" /><Relationship Type="http://schemas.openxmlformats.org/officeDocument/2006/relationships/notesSlide" Target="/ppt/notesSlides/notesSlide3.xml" Id="R2bbd73b9263045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db0c6db41f4361" /><Relationship Type="http://schemas.openxmlformats.org/officeDocument/2006/relationships/notesSlide" Target="/ppt/notesSlides/notesSlide4.xml" Id="Rfaaef64a1b4540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2872c4d4cd42d9" /><Relationship Type="http://schemas.openxmlformats.org/officeDocument/2006/relationships/notesSlide" Target="/ppt/notesSlides/notesSlide5.xml" Id="R2fe9fd49d8b640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9f6511d7a741ae" /><Relationship Type="http://schemas.openxmlformats.org/officeDocument/2006/relationships/notesSlide" Target="/ppt/notesSlides/notesSlide6.xml" Id="R6271c2ed3c1e45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eba269993a465c" /><Relationship Type="http://schemas.openxmlformats.org/officeDocument/2006/relationships/notesSlide" Target="/ppt/notesSlides/notesSlide7.xml" Id="Ra1f6322508294b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1b1da4e8cf487f" /><Relationship Type="http://schemas.openxmlformats.org/officeDocument/2006/relationships/notesSlide" Target="/ppt/notesSlides/notesSlide8.xml" Id="R6155391dc85c434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466EF8-2646-45E4-8B7C-8CC24A7B12D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ADBAF0F-E071-453C-8353-B38F16D834E2}"/>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03E3F18-419A-4F57-8704-A9B5BEB42220}"/>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5A96EE0D-19C8-4B50-B71F-9A77768BAA4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3BFAE50E-65E7-4095-97E7-5BC9D7183BA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ANOMALY IS NOT GUILT</a:t>
            </a:r>
          </a:p>
        </p:txBody>
      </p:sp>
      <p:sp>
        <p:nvSpPr>
          <p:cNvPr id="6" name="">
            <a:extLst xmlns:a="http://schemas.openxmlformats.org/drawingml/2006/main">
              <a:ext uri="{FF2B5EF4-FFF2-40B4-BE49-F238E27FC236}">
                <a16:creationId xmlns:a16="http://schemas.microsoft.com/office/drawing/2014/main" id="{8F8AC0F7-E14E-4826-AF07-A588F48C6CF4}"/>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An examination anomaly is a signal for review, not proof of misconduct.</a:t>
            </a:r>
          </a:p>
        </p:txBody>
      </p:sp>
      <p:sp>
        <p:nvSpPr>
          <p:cNvPr id="7" name="">
            <a:extLst xmlns:a="http://schemas.openxmlformats.org/drawingml/2006/main">
              <a:ext uri="{FF2B5EF4-FFF2-40B4-BE49-F238E27FC236}">
                <a16:creationId xmlns:a16="http://schemas.microsoft.com/office/drawing/2014/main" id="{CAD8013A-760E-4F80-B55C-A9389ADF98F5}"/>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V7_C_N11</a:t>
            </a:r>
          </a:p>
        </p:txBody>
      </p:sp>
      <p:sp>
        <p:nvSpPr>
          <p:cNvPr id="8" name="">
            <a:extLst xmlns:a="http://schemas.openxmlformats.org/drawingml/2006/main">
              <a:ext uri="{FF2B5EF4-FFF2-40B4-BE49-F238E27FC236}">
                <a16:creationId xmlns:a16="http://schemas.microsoft.com/office/drawing/2014/main" id="{48DAAFF2-A0E0-4F8A-A5BB-0CDD6F23CAFB}"/>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PU-B07-C46</a:t>
            </a:r>
          </a:p>
        </p:txBody>
      </p:sp>
      <p:sp>
        <p:nvSpPr>
          <p:cNvPr id="9" name="">
            <a:extLst xmlns:a="http://schemas.openxmlformats.org/drawingml/2006/main">
              <a:ext uri="{FF2B5EF4-FFF2-40B4-BE49-F238E27FC236}">
                <a16:creationId xmlns:a16="http://schemas.microsoft.com/office/drawing/2014/main" id="{3350FC63-E24A-4C02-B490-E7526C686ED8}"/>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7EE35FA-0BE9-4055-8589-950C3755D954}"/>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70501653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56EB2D7-9932-45F1-A270-38FD57B3683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51BA2ADE-72EA-4FE6-A66C-260958806B5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7D46E66E-2711-4BE0-8544-BFFBF5D4151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8455D3F-F35A-4FA8-990A-7F3C9224A36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1808D275-5D58-422E-A2F0-DE17461EBDF3}"/>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An examination anomaly is a signal for review, not proof of misconduct.</a:t>
            </a:r>
          </a:p>
        </p:txBody>
      </p:sp>
      <p:sp>
        <p:nvSpPr>
          <p:cNvPr id="6" name="">
            <a:extLst xmlns:a="http://schemas.openxmlformats.org/drawingml/2006/main">
              <a:ext uri="{FF2B5EF4-FFF2-40B4-BE49-F238E27FC236}">
                <a16:creationId xmlns:a16="http://schemas.microsoft.com/office/drawing/2014/main" id="{A7379CEA-1CFD-4061-8096-AFF1BC3FE3C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598BCA29-483E-443E-B535-E1D2F9C9867D}"/>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C9FB34EF-43AA-44A7-80A1-D2F71435FB9C}"/>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Anomaly</a:t>
            </a:r>
          </a:p>
        </p:txBody>
      </p:sp>
      <p:sp>
        <p:nvSpPr>
          <p:cNvPr id="9" name="">
            <a:extLst xmlns:a="http://schemas.openxmlformats.org/drawingml/2006/main">
              <a:ext uri="{FF2B5EF4-FFF2-40B4-BE49-F238E27FC236}">
                <a16:creationId xmlns:a16="http://schemas.microsoft.com/office/drawing/2014/main" id="{60BF0558-41FF-4269-A2E2-F8C6637B64B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794704D6-5F9D-4DAA-9E59-272636E463E3}"/>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Context</a:t>
            </a:r>
          </a:p>
        </p:txBody>
      </p:sp>
      <p:sp>
        <p:nvSpPr>
          <p:cNvPr id="11" name="">
            <a:extLst xmlns:a="http://schemas.openxmlformats.org/drawingml/2006/main">
              <a:ext uri="{FF2B5EF4-FFF2-40B4-BE49-F238E27FC236}">
                <a16:creationId xmlns:a16="http://schemas.microsoft.com/office/drawing/2014/main" id="{DCB89F5E-A1BF-479E-8AA3-6B2AC8B6CDA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6D01FFF3-B22E-4BC9-8E38-C067D22C749C}"/>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Evidence</a:t>
            </a:r>
          </a:p>
        </p:txBody>
      </p:sp>
      <p:sp>
        <p:nvSpPr>
          <p:cNvPr id="13" name="">
            <a:extLst xmlns:a="http://schemas.openxmlformats.org/drawingml/2006/main">
              <a:ext uri="{FF2B5EF4-FFF2-40B4-BE49-F238E27FC236}">
                <a16:creationId xmlns:a16="http://schemas.microsoft.com/office/drawing/2014/main" id="{66F8B02B-5586-4719-94DF-C30AD34A3EDF}"/>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A933E9CB-F9D5-408E-BB0E-6BD17601D547}"/>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Due process</a:t>
            </a:r>
          </a:p>
        </p:txBody>
      </p:sp>
      <p:sp>
        <p:nvSpPr>
          <p:cNvPr id="15" name="">
            <a:extLst xmlns:a="http://schemas.openxmlformats.org/drawingml/2006/main">
              <a:ext uri="{FF2B5EF4-FFF2-40B4-BE49-F238E27FC236}">
                <a16:creationId xmlns:a16="http://schemas.microsoft.com/office/drawing/2014/main" id="{0552DC8F-9AAA-4680-8B64-2513B0A48818}"/>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1F63ADBE-5A51-4CC0-8B7F-0520E5243E3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Authority</a:t>
            </a:r>
          </a:p>
        </p:txBody>
      </p:sp>
      <p:sp>
        <p:nvSpPr>
          <p:cNvPr id="17" name="">
            <a:extLst xmlns:a="http://schemas.openxmlformats.org/drawingml/2006/main">
              <a:ext uri="{FF2B5EF4-FFF2-40B4-BE49-F238E27FC236}">
                <a16:creationId xmlns:a16="http://schemas.microsoft.com/office/drawing/2014/main" id="{241F68B6-0E0A-427F-A935-F7C2F49D4C9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201346655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E1F9738-7176-4656-A69A-4866181A4D4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6EA26A9C-6813-43C4-AB02-3106B7A5B0D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9D6080F-88F2-4D1D-97A7-F200377AB83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1DD63CF-9D0C-4B28-B716-AB3E8480613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6A6DEF4-D4A3-4A1D-9515-AA3144DF39E2}"/>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463EC51-0C8E-4155-A2A0-3D690997D69D}"/>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57DB627A-40CF-4042-8E50-576F76A5AD50}"/>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Anomaly</a:t>
            </a:r>
          </a:p>
        </p:txBody>
      </p:sp>
      <p:sp>
        <p:nvSpPr>
          <p:cNvPr id="8" name="">
            <a:extLst xmlns:a="http://schemas.openxmlformats.org/drawingml/2006/main">
              <a:ext uri="{FF2B5EF4-FFF2-40B4-BE49-F238E27FC236}">
                <a16:creationId xmlns:a16="http://schemas.microsoft.com/office/drawing/2014/main" id="{3FAF3273-963D-43DB-993D-DEA5BB8AEAA4}"/>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ABD7CB35-C2FD-4DAC-9969-6794424B2CB7}"/>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A7A48D42-61C0-4FF7-B08A-6352062CE761}"/>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Context</a:t>
            </a:r>
          </a:p>
        </p:txBody>
      </p:sp>
      <p:sp>
        <p:nvSpPr>
          <p:cNvPr id="11" name="">
            <a:extLst xmlns:a="http://schemas.openxmlformats.org/drawingml/2006/main">
              <a:ext uri="{FF2B5EF4-FFF2-40B4-BE49-F238E27FC236}">
                <a16:creationId xmlns:a16="http://schemas.microsoft.com/office/drawing/2014/main" id="{D554451C-67AC-489C-A48D-4D6A62AFD167}"/>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977BD93-51CF-466C-BB00-4B5B5076D0B1}"/>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0BD0FD7-5230-42C4-B778-A1B634358F99}"/>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Evidence</a:t>
            </a:r>
          </a:p>
        </p:txBody>
      </p:sp>
      <p:sp>
        <p:nvSpPr>
          <p:cNvPr id="14" name="">
            <a:extLst xmlns:a="http://schemas.openxmlformats.org/drawingml/2006/main">
              <a:ext uri="{FF2B5EF4-FFF2-40B4-BE49-F238E27FC236}">
                <a16:creationId xmlns:a16="http://schemas.microsoft.com/office/drawing/2014/main" id="{C4EBF5FF-DBAC-4457-88DB-D39D812ED681}"/>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EAC1014E-25AD-44A6-8EB1-C3C6A278BF1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F873C54-29F8-4AE0-A84A-27426B9A5D8C}"/>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Due process</a:t>
            </a:r>
          </a:p>
        </p:txBody>
      </p:sp>
      <p:sp>
        <p:nvSpPr>
          <p:cNvPr id="17" name="">
            <a:extLst xmlns:a="http://schemas.openxmlformats.org/drawingml/2006/main">
              <a:ext uri="{FF2B5EF4-FFF2-40B4-BE49-F238E27FC236}">
                <a16:creationId xmlns:a16="http://schemas.microsoft.com/office/drawing/2014/main" id="{0B62F81C-B184-417D-ADE2-F979F416A5A3}"/>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683C09AB-8D2F-46E1-9F53-9603DFF9482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C8574C2-A53F-456E-B9F5-E2CE03ED5F92}"/>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Authority</a:t>
            </a:r>
          </a:p>
        </p:txBody>
      </p:sp>
      <p:sp>
        <p:nvSpPr>
          <p:cNvPr id="20" name="">
            <a:extLst xmlns:a="http://schemas.openxmlformats.org/drawingml/2006/main">
              <a:ext uri="{FF2B5EF4-FFF2-40B4-BE49-F238E27FC236}">
                <a16:creationId xmlns:a16="http://schemas.microsoft.com/office/drawing/2014/main" id="{B8BA33ED-D4CA-497D-8D5E-9DFC374F9397}"/>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990493137"/>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CB7A35E-8837-44B9-8575-4988665603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3E85047B-52D2-4D1F-9A69-AE3F309FC45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41E26A12-0F56-4F6E-8AD5-7B415A5D784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4C4887F-F944-45EA-8878-C74790A7998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062164DC-3E17-4BE1-A4F9-875B9293AF5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FDBB536-90A7-4D41-A8A8-D9AE73B43652}"/>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DFD6206A-4B9F-4F40-AC6E-0FE9DA118F11}"/>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Unusual answer patterns are reviewed with administration records before any conclusion.</a:t>
            </a:r>
          </a:p>
        </p:txBody>
      </p:sp>
      <p:sp>
        <p:nvSpPr>
          <p:cNvPr id="8" name="">
            <a:extLst xmlns:a="http://schemas.openxmlformats.org/drawingml/2006/main">
              <a:ext uri="{FF2B5EF4-FFF2-40B4-BE49-F238E27FC236}">
                <a16:creationId xmlns:a16="http://schemas.microsoft.com/office/drawing/2014/main" id="{FEC40822-F7A7-42D2-8296-702D9B72C301}"/>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D770645F-6651-4E43-86C9-B32B3299C1A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A89D8B31-6B70-484C-AE80-6675392E140D}"/>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344B4D82-79A5-4594-8FC1-C1840CC523E8}"/>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639663562"/>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0610FD1-AAD3-4F3F-B64D-3E7D6FFA27B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9DF40592-D4A1-424F-A1B3-157EDE7817F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5357BF63-922F-4E95-8976-DBCA49D96D0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3681C3D-72F0-4A45-855D-D8A3B5D7F04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E8928BA4-45B3-4080-A3A9-A40AA2C5018F}"/>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anomaly signals, alternative explanations, confidentiality, and review gates.</a:t>
            </a:r>
          </a:p>
        </p:txBody>
      </p:sp>
      <p:sp>
        <p:nvSpPr>
          <p:cNvPr id="6" name="">
            <a:extLst xmlns:a="http://schemas.openxmlformats.org/drawingml/2006/main">
              <a:ext uri="{FF2B5EF4-FFF2-40B4-BE49-F238E27FC236}">
                <a16:creationId xmlns:a16="http://schemas.microsoft.com/office/drawing/2014/main" id="{555B2C3B-302F-428E-A8FB-09AAC2B4BC5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AF272AE4-4399-4E75-9F3B-73F7A6FA05AE}"/>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46276194-C8CE-43C6-8275-DFBDFEAA8215}"/>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108C4A6E-FD7E-48C7-A129-44570447F60E}"/>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2BBFE0F-2BD2-404D-8715-2114D6E58733}"/>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9A832AC-9A43-498C-8214-CD3299653E9F}"/>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ED6FBA94-FEEC-477F-83A6-F59594BDB234}"/>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5BEB3BB-5806-4564-8366-8ECAE08AE404}"/>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305B7680-C687-43EE-B1D9-6E4E98A541A9}"/>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501DC242-F818-48CE-9417-6C2B5432A52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BA8DAB9A-E66C-40DD-9EAA-F528469093C6}"/>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A54D900D-19B6-4C3F-B763-5145FAE4623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670276092"/>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458791-E970-468C-AED1-2DF333551AF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AFACEEF5-9992-400F-AADF-E54DE4FDCC7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FFBE0D64-75DF-4ECE-889C-CC3B32E678D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61B14DD-4F8D-4C62-818A-410BF74CA1C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1957179-5373-43C6-8FCA-C484C01B6127}"/>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E6569A5-3F94-40DD-B5C6-EE4343897B5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5C4013DE-18BE-481D-B5C3-92D912A62E64}"/>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ABB1BFD3-184F-4B7F-BE3B-B657E73ED5CD}"/>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1F43FC8-687D-4DD6-8B0D-12DBC488B9D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B48B08B6-B80B-43B0-AD2A-A39A4C59BEE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2192DC96-C73A-42AE-A1A2-A83B94158C7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31AB2D08-45DC-491C-955E-DF3D0796B0B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09A13725-906C-4416-85CD-B8493E61A95D}"/>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3B344318-FE53-4B4B-885A-9939993E43F9}"/>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88732822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146F15-F187-4E21-B4BF-AFE53CC9EE7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V7_C_N11</a:t>
            </a:r>
          </a:p>
        </p:txBody>
      </p:sp>
      <p:sp>
        <p:nvSpPr>
          <p:cNvPr id="2" name="">
            <a:extLst xmlns:a="http://schemas.openxmlformats.org/drawingml/2006/main">
              <a:ext uri="{FF2B5EF4-FFF2-40B4-BE49-F238E27FC236}">
                <a16:creationId xmlns:a16="http://schemas.microsoft.com/office/drawing/2014/main" id="{1C3CB0BF-0FA0-4A16-AFA2-8EE8844BAB5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5E4F4D7-9B89-4ED2-8565-CBC9DF7760A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E44BB17-DF51-4F73-AAC9-9721A660898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DCD1214-5A5B-446E-9DE7-9D49647EC431}"/>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E5DC1CC2-1E77-463D-8449-1FB8564E0511}"/>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B118E5D-3D2A-4CAE-A1B1-A0C29A78735D}"/>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3FFF875-8D91-4054-AC84-7EBE8F132EAB}"/>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4F8F5C5-9704-418D-B43D-AFAB71A05EB9}"/>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5A65E1A8-DFC7-45B0-9A58-F438BD192F00}"/>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80417471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084F79-7409-43AC-8EF7-FF40429A415F}"/>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7C0E5FFB-FF03-4646-9099-C2EB67A4217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BA7D5C68-B8BC-4C71-A1E1-6C07C2B7F9F9}"/>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Anomaly</a:t>
            </a:r>
          </a:p>
        </p:txBody>
      </p:sp>
      <p:sp>
        <p:nvSpPr>
          <p:cNvPr id="4" name="">
            <a:extLst xmlns:a="http://schemas.openxmlformats.org/drawingml/2006/main">
              <a:ext uri="{FF2B5EF4-FFF2-40B4-BE49-F238E27FC236}">
                <a16:creationId xmlns:a16="http://schemas.microsoft.com/office/drawing/2014/main" id="{EFAF3742-1FB0-4D00-B34D-DF8D247B360C}"/>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3A64943-34B2-4246-95E4-317D082AE0C6}"/>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Context</a:t>
            </a:r>
          </a:p>
        </p:txBody>
      </p:sp>
      <p:sp>
        <p:nvSpPr>
          <p:cNvPr id="6" name="">
            <a:extLst xmlns:a="http://schemas.openxmlformats.org/drawingml/2006/main">
              <a:ext uri="{FF2B5EF4-FFF2-40B4-BE49-F238E27FC236}">
                <a16:creationId xmlns:a16="http://schemas.microsoft.com/office/drawing/2014/main" id="{E5BD50BC-10A6-4BA1-9333-925DBAC56089}"/>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DB60AE47-2722-4173-B8D4-D72DD30D054D}"/>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Evidence</a:t>
            </a:r>
          </a:p>
        </p:txBody>
      </p:sp>
      <p:sp>
        <p:nvSpPr>
          <p:cNvPr id="8" name="">
            <a:extLst xmlns:a="http://schemas.openxmlformats.org/drawingml/2006/main">
              <a:ext uri="{FF2B5EF4-FFF2-40B4-BE49-F238E27FC236}">
                <a16:creationId xmlns:a16="http://schemas.microsoft.com/office/drawing/2014/main" id="{68B61E7D-CE24-41AF-AA07-8E3C0F542504}"/>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074299E-CDB7-4D7B-8E7B-FFA200E11515}"/>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Due process</a:t>
            </a:r>
          </a:p>
        </p:txBody>
      </p:sp>
      <p:sp>
        <p:nvSpPr>
          <p:cNvPr id="10" name="">
            <a:extLst xmlns:a="http://schemas.openxmlformats.org/drawingml/2006/main">
              <a:ext uri="{FF2B5EF4-FFF2-40B4-BE49-F238E27FC236}">
                <a16:creationId xmlns:a16="http://schemas.microsoft.com/office/drawing/2014/main" id="{B6902533-9E7E-43D2-8D24-AC76D675970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08B5D559-F4F5-476B-BC2C-4843AC6A2A64}"/>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Authority</a:t>
            </a:r>
          </a:p>
        </p:txBody>
      </p:sp>
      <p:sp>
        <p:nvSpPr>
          <p:cNvPr id="12" name="">
            <a:extLst xmlns:a="http://schemas.openxmlformats.org/drawingml/2006/main">
              <a:ext uri="{FF2B5EF4-FFF2-40B4-BE49-F238E27FC236}">
                <a16:creationId xmlns:a16="http://schemas.microsoft.com/office/drawing/2014/main" id="{ACF0D85B-FF76-402C-9ACE-D0E4342460A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698294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2026-09-04T15:35:03.2390000Z</dcterms:created>
  <dcterms:modified xsi:type="dcterms:W3CDTF">2026-09-04T15:35:03.2390000Z</dcterms:modified>
</coreProperties>
</file>