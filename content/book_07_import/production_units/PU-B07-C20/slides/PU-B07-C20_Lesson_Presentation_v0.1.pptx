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4485397b054172" /><Relationship Type="http://schemas.openxmlformats.org/officeDocument/2006/relationships/extended-properties" Target="/docProps/app.xml" Id="Rbb9fbb66902d4ec7" /><Relationship Type="http://schemas.openxmlformats.org/officeDocument/2006/relationships/officeDocument" Target="/ppt/presentation.xml" Id="Rcda9140b06224793" /></Relationships>
</file>

<file path=ppt/presentation.xml><?xml version="1.0" encoding="utf-8"?>
<p:presentation xmlns:p="http://schemas.openxmlformats.org/presentationml/2006/main">
  <p:sldMasterIdLst>
    <p:sldMasterId xmlns:r="http://schemas.openxmlformats.org/officeDocument/2006/relationships" id="2147483648" r:id="R2e857a496d57440e"/>
  </p:sldMasterIdLst>
  <p:notesMasterIdLst>
    <p:notesMasterId xmlns:r="http://schemas.openxmlformats.org/officeDocument/2006/relationships" r:id="Rf330293d35ab451f"/>
  </p:notesMasterIdLst>
  <p:sldIdLst>
    <p:sldId xmlns:r="http://schemas.openxmlformats.org/officeDocument/2006/relationships" id="256" r:id="R27881c19a1e14bb2"/>
    <p:sldId xmlns:r="http://schemas.openxmlformats.org/officeDocument/2006/relationships" id="257" r:id="Rde0341ae4da14f4c"/>
    <p:sldId xmlns:r="http://schemas.openxmlformats.org/officeDocument/2006/relationships" id="258" r:id="R6ce2e3a810fb4399"/>
    <p:sldId xmlns:r="http://schemas.openxmlformats.org/officeDocument/2006/relationships" id="259" r:id="R3ddef5ce12c141e2"/>
    <p:sldId xmlns:r="http://schemas.openxmlformats.org/officeDocument/2006/relationships" id="260" r:id="R64ae0acfad434eb6"/>
    <p:sldId xmlns:r="http://schemas.openxmlformats.org/officeDocument/2006/relationships" id="261" r:id="R203985fd958f499f"/>
    <p:sldId xmlns:r="http://schemas.openxmlformats.org/officeDocument/2006/relationships" id="262" r:id="Rb631e55830694134"/>
    <p:sldId xmlns:r="http://schemas.openxmlformats.org/officeDocument/2006/relationships" id="263" r:id="R9ac7dd1f296f41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b6c6e0b0cd4835" /><Relationship Type="http://schemas.openxmlformats.org/officeDocument/2006/relationships/slideMaster" Target="/ppt/slideMasters/slideMaster1.xml" Id="R2e857a496d57440e" /><Relationship Type="http://schemas.openxmlformats.org/officeDocument/2006/relationships/notesMaster" Target="/ppt/notesMasters/notesMaster1.xml" Id="Rf330293d35ab451f" /><Relationship Type="http://schemas.openxmlformats.org/officeDocument/2006/relationships/presProps" Target="/ppt/presProps.xml" Id="R11b0892aeec547e6" /><Relationship Type="http://schemas.openxmlformats.org/officeDocument/2006/relationships/tableStyles" Target="/ppt/tableStyles.xml" Id="R285fa5e0691544fb" /><Relationship Type="http://schemas.openxmlformats.org/officeDocument/2006/relationships/slide" Target="/ppt/slides/slide1.xml" Id="R27881c19a1e14bb2" /><Relationship Type="http://schemas.openxmlformats.org/officeDocument/2006/relationships/slide" Target="/ppt/slides/slide2.xml" Id="Rde0341ae4da14f4c" /><Relationship Type="http://schemas.openxmlformats.org/officeDocument/2006/relationships/slide" Target="/ppt/slides/slide3.xml" Id="R6ce2e3a810fb4399" /><Relationship Type="http://schemas.openxmlformats.org/officeDocument/2006/relationships/slide" Target="/ppt/slides/slide4.xml" Id="R3ddef5ce12c141e2" /><Relationship Type="http://schemas.openxmlformats.org/officeDocument/2006/relationships/slide" Target="/ppt/slides/slide5.xml" Id="R64ae0acfad434eb6" /><Relationship Type="http://schemas.openxmlformats.org/officeDocument/2006/relationships/slide" Target="/ppt/slides/slide6.xml" Id="R203985fd958f499f" /><Relationship Type="http://schemas.openxmlformats.org/officeDocument/2006/relationships/slide" Target="/ppt/slides/slide7.xml" Id="Rb631e55830694134" /><Relationship Type="http://schemas.openxmlformats.org/officeDocument/2006/relationships/slide" Target="/ppt/slides/slide8.xml" Id="R9ac7dd1f296f41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666400d5b34a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f3e877c90b4034" /><Relationship Type="http://schemas.openxmlformats.org/officeDocument/2006/relationships/notesMaster" Target="/ppt/notesMasters/notesMaster1.xml" Id="R04d55837a93649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54b9a314874de5" /><Relationship Type="http://schemas.openxmlformats.org/officeDocument/2006/relationships/notesMaster" Target="/ppt/notesMasters/notesMaster1.xml" Id="R00bd70e206544e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8c4cc6677742bf" /><Relationship Type="http://schemas.openxmlformats.org/officeDocument/2006/relationships/notesMaster" Target="/ppt/notesMasters/notesMaster1.xml" Id="R63a0379f24c64b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ba9c811fc64693" /><Relationship Type="http://schemas.openxmlformats.org/officeDocument/2006/relationships/notesMaster" Target="/ppt/notesMasters/notesMaster1.xml" Id="R3211a8a702e94f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2876c37df34684" /><Relationship Type="http://schemas.openxmlformats.org/officeDocument/2006/relationships/notesMaster" Target="/ppt/notesMasters/notesMaster1.xml" Id="R4108a8ee4c3543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7aff1cce524a64" /><Relationship Type="http://schemas.openxmlformats.org/officeDocument/2006/relationships/notesMaster" Target="/ppt/notesMasters/notesMaster1.xml" Id="R278fa1b3ff684c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482e2768794466" /><Relationship Type="http://schemas.openxmlformats.org/officeDocument/2006/relationships/notesMaster" Target="/ppt/notesMasters/notesMaster1.xml" Id="R403c2a770ddb44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0959f03c9a429d" /><Relationship Type="http://schemas.openxmlformats.org/officeDocument/2006/relationships/notesMaster" Target="/ppt/notesMasters/notesMaster1.xml" Id="Rf2b451cf47c94b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National Agricultural Intelligence Capstone. This lesson begins with one principle: national intelligence must connect evidence, uncertainty, authority, and action.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National intelligence must connect evidence, uncertainty, authority, and action. The five controls shown here are Integrated evidence, Forecast and risk, Decision owner, Response capacity, Monitoring.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integrated evidence, move through forecast and risk and decision owner, and finish with response capacity and monitoring.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national brief links frames, estimates, forecasts, markets, drought signals, and action owners.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Assemble and validate an accountable national agricultural decision product.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integrated evidence clear? Is forecast and risk documented? Is decision owner testable? Is response capacity governed? And is monitoring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5a47a3037945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94359d293f417c" /><Relationship Type="http://schemas.openxmlformats.org/officeDocument/2006/relationships/slideLayout" Target="/ppt/slideLayouts/slideLayout1.xml" Id="R14e05c32e84045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e05c32e84045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04607a3744441c" /><Relationship Type="http://schemas.openxmlformats.org/officeDocument/2006/relationships/notesSlide" Target="/ppt/notesSlides/notesSlide1.xml" Id="Rcd731eb4c64140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38c68d68df457c" /><Relationship Type="http://schemas.openxmlformats.org/officeDocument/2006/relationships/notesSlide" Target="/ppt/notesSlides/notesSlide2.xml" Id="R30e3b1f8e04045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5c091e1dac4672" /><Relationship Type="http://schemas.openxmlformats.org/officeDocument/2006/relationships/notesSlide" Target="/ppt/notesSlides/notesSlide3.xml" Id="Rc695faad044a41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aad7e2afad47fb" /><Relationship Type="http://schemas.openxmlformats.org/officeDocument/2006/relationships/notesSlide" Target="/ppt/notesSlides/notesSlide4.xml" Id="R28447718aee846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80587514044390" /><Relationship Type="http://schemas.openxmlformats.org/officeDocument/2006/relationships/notesSlide" Target="/ppt/notesSlides/notesSlide5.xml" Id="Ra8e4a4cba0ca4a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c74eb17107455e" /><Relationship Type="http://schemas.openxmlformats.org/officeDocument/2006/relationships/notesSlide" Target="/ppt/notesSlides/notesSlide6.xml" Id="Raff07bb1bcc74d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aafc0487ec4f13" /><Relationship Type="http://schemas.openxmlformats.org/officeDocument/2006/relationships/notesSlide" Target="/ppt/notesSlides/notesSlide7.xml" Id="R6b6f4ee1c66a4a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1b6d53460c4269" /><Relationship Type="http://schemas.openxmlformats.org/officeDocument/2006/relationships/notesSlide" Target="/ppt/notesSlides/notesSlide8.xml" Id="R52afa35ea9c149d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7EB135-E008-447F-B51F-230E6CE201C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F8935B36-BFDC-4AA7-B66E-5EF5DCC8349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C54FAB37-CADD-4E1F-9277-1A75FB07FBBB}"/>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96B23213-4890-4700-9657-787187D846BF}"/>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5D3ED42A-A27A-4720-93D8-94DFFA30C58D}"/>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NATIONAL AGRICULTURAL INTELLIGENCE CAPSTONE</a:t>
            </a:r>
          </a:p>
        </p:txBody>
      </p:sp>
      <p:sp>
        <p:nvSpPr>
          <p:cNvPr id="6" name="">
            <a:extLst xmlns:a="http://schemas.openxmlformats.org/drawingml/2006/main">
              <a:ext uri="{FF2B5EF4-FFF2-40B4-BE49-F238E27FC236}">
                <a16:creationId xmlns:a16="http://schemas.microsoft.com/office/drawing/2014/main" id="{55F9D183-9A8D-48DA-920C-3DAACF2E6A7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National intelligence must connect evidence, uncertainty, authority, and action.</a:t>
            </a:r>
          </a:p>
        </p:txBody>
      </p:sp>
      <p:sp>
        <p:nvSpPr>
          <p:cNvPr id="7" name="">
            <a:extLst xmlns:a="http://schemas.openxmlformats.org/drawingml/2006/main">
              <a:ext uri="{FF2B5EF4-FFF2-40B4-BE49-F238E27FC236}">
                <a16:creationId xmlns:a16="http://schemas.microsoft.com/office/drawing/2014/main" id="{44974528-3B5B-44DF-87D9-8943ADAD50A1}"/>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V7_A_N15</a:t>
            </a:r>
          </a:p>
        </p:txBody>
      </p:sp>
      <p:sp>
        <p:nvSpPr>
          <p:cNvPr id="8" name="">
            <a:extLst xmlns:a="http://schemas.openxmlformats.org/drawingml/2006/main">
              <a:ext uri="{FF2B5EF4-FFF2-40B4-BE49-F238E27FC236}">
                <a16:creationId xmlns:a16="http://schemas.microsoft.com/office/drawing/2014/main" id="{50CC8F23-9FAB-4707-9578-58CC648FEDF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PU-B07-C20</a:t>
            </a:r>
          </a:p>
        </p:txBody>
      </p:sp>
      <p:sp>
        <p:nvSpPr>
          <p:cNvPr id="9" name="">
            <a:extLst xmlns:a="http://schemas.openxmlformats.org/drawingml/2006/main">
              <a:ext uri="{FF2B5EF4-FFF2-40B4-BE49-F238E27FC236}">
                <a16:creationId xmlns:a16="http://schemas.microsoft.com/office/drawing/2014/main" id="{56150044-0442-4A9A-9FBA-C6BB58EE762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96346C43-B3D3-41C0-AD2E-39317554BA28}"/>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55960376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88E2C89-4CCC-4424-A9FA-3118FA24658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V7_A_N15</a:t>
            </a:r>
          </a:p>
        </p:txBody>
      </p:sp>
      <p:sp>
        <p:nvSpPr>
          <p:cNvPr id="2" name="">
            <a:extLst xmlns:a="http://schemas.openxmlformats.org/drawingml/2006/main">
              <a:ext uri="{FF2B5EF4-FFF2-40B4-BE49-F238E27FC236}">
                <a16:creationId xmlns:a16="http://schemas.microsoft.com/office/drawing/2014/main" id="{109B31B6-ABED-4521-A89F-B26D37D25BB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01B66F05-278A-4A9B-93E2-32591116933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4A35EE8-BC56-4CED-9D39-B7B578CCCC8C}"/>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F5D8757D-352C-44FC-9588-AD87F648623D}"/>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National intelligence must connect evidence, uncertainty, authority, and action.</a:t>
            </a:r>
          </a:p>
        </p:txBody>
      </p:sp>
      <p:sp>
        <p:nvSpPr>
          <p:cNvPr id="6" name="">
            <a:extLst xmlns:a="http://schemas.openxmlformats.org/drawingml/2006/main">
              <a:ext uri="{FF2B5EF4-FFF2-40B4-BE49-F238E27FC236}">
                <a16:creationId xmlns:a16="http://schemas.microsoft.com/office/drawing/2014/main" id="{CA4D5AEA-BDC0-4D73-9107-37B817EFBC55}"/>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41C7C37D-9831-4CAD-B925-FF23FC55DA8E}"/>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1871551-D43E-41F7-A11C-89E3056DEC65}"/>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Integrated evidence</a:t>
            </a:r>
          </a:p>
        </p:txBody>
      </p:sp>
      <p:sp>
        <p:nvSpPr>
          <p:cNvPr id="9" name="">
            <a:extLst xmlns:a="http://schemas.openxmlformats.org/drawingml/2006/main">
              <a:ext uri="{FF2B5EF4-FFF2-40B4-BE49-F238E27FC236}">
                <a16:creationId xmlns:a16="http://schemas.microsoft.com/office/drawing/2014/main" id="{11962898-A025-4714-A783-9B3707752AF3}"/>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57C00DF4-03E5-44EE-A909-547CAE208900}"/>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Forecast and risk</a:t>
            </a:r>
          </a:p>
        </p:txBody>
      </p:sp>
      <p:sp>
        <p:nvSpPr>
          <p:cNvPr id="11" name="">
            <a:extLst xmlns:a="http://schemas.openxmlformats.org/drawingml/2006/main">
              <a:ext uri="{FF2B5EF4-FFF2-40B4-BE49-F238E27FC236}">
                <a16:creationId xmlns:a16="http://schemas.microsoft.com/office/drawing/2014/main" id="{A59E328E-E46D-4C22-8C72-B4320D35E333}"/>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ED9A0F56-0822-4899-84C3-35909102BB8D}"/>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Decision owner</a:t>
            </a:r>
          </a:p>
        </p:txBody>
      </p:sp>
      <p:sp>
        <p:nvSpPr>
          <p:cNvPr id="13" name="">
            <a:extLst xmlns:a="http://schemas.openxmlformats.org/drawingml/2006/main">
              <a:ext uri="{FF2B5EF4-FFF2-40B4-BE49-F238E27FC236}">
                <a16:creationId xmlns:a16="http://schemas.microsoft.com/office/drawing/2014/main" id="{9FA63752-7ECC-4B7F-BA2B-F55FD8E42A9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D57F1253-E7C2-4784-9DF1-926FC1B60D6A}"/>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Response capacity</a:t>
            </a:r>
          </a:p>
        </p:txBody>
      </p:sp>
      <p:sp>
        <p:nvSpPr>
          <p:cNvPr id="15" name="">
            <a:extLst xmlns:a="http://schemas.openxmlformats.org/drawingml/2006/main">
              <a:ext uri="{FF2B5EF4-FFF2-40B4-BE49-F238E27FC236}">
                <a16:creationId xmlns:a16="http://schemas.microsoft.com/office/drawing/2014/main" id="{C6387F5F-DE9E-45D2-A45C-CFDC0E21989F}"/>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AA8747AB-320A-4C52-9C02-06D836EF0616}"/>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Monitoring</a:t>
            </a:r>
          </a:p>
        </p:txBody>
      </p:sp>
      <p:sp>
        <p:nvSpPr>
          <p:cNvPr id="17" name="">
            <a:extLst xmlns:a="http://schemas.openxmlformats.org/drawingml/2006/main">
              <a:ext uri="{FF2B5EF4-FFF2-40B4-BE49-F238E27FC236}">
                <a16:creationId xmlns:a16="http://schemas.microsoft.com/office/drawing/2014/main" id="{F2FEA5E7-B049-4C39-B2FE-BCE98E31C099}"/>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993967923"/>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D2533D7-1A0D-4B62-A871-49FE6E01C6D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V7_A_N15</a:t>
            </a:r>
          </a:p>
        </p:txBody>
      </p:sp>
      <p:sp>
        <p:nvSpPr>
          <p:cNvPr id="2" name="">
            <a:extLst xmlns:a="http://schemas.openxmlformats.org/drawingml/2006/main">
              <a:ext uri="{FF2B5EF4-FFF2-40B4-BE49-F238E27FC236}">
                <a16:creationId xmlns:a16="http://schemas.microsoft.com/office/drawing/2014/main" id="{0DEE2F89-834B-457D-902F-4ED73E6ABF4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6F9CFDF0-62C5-42CF-89CA-4B197668B04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F3BC52A-EAD8-4099-AD2A-828F0437D3C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FA492E2-6098-4903-A0E4-EF6C06610D1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CD191207-A572-4F9F-B76D-FC86A72B9DBE}"/>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D9BE1784-9A7B-4588-9B44-3D275DC66E11}"/>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Integrated evidence</a:t>
            </a:r>
          </a:p>
        </p:txBody>
      </p:sp>
      <p:sp>
        <p:nvSpPr>
          <p:cNvPr id="8" name="">
            <a:extLst xmlns:a="http://schemas.openxmlformats.org/drawingml/2006/main">
              <a:ext uri="{FF2B5EF4-FFF2-40B4-BE49-F238E27FC236}">
                <a16:creationId xmlns:a16="http://schemas.microsoft.com/office/drawing/2014/main" id="{9D052D11-8279-4AB5-A45F-3B24FDFE57F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7BA4DA8-127D-4EA1-BEF6-B82135677993}"/>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A56C77C5-F0D6-4C07-B2BF-BD9CDB6CFF3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Forecast and risk</a:t>
            </a:r>
          </a:p>
        </p:txBody>
      </p:sp>
      <p:sp>
        <p:nvSpPr>
          <p:cNvPr id="11" name="">
            <a:extLst xmlns:a="http://schemas.openxmlformats.org/drawingml/2006/main">
              <a:ext uri="{FF2B5EF4-FFF2-40B4-BE49-F238E27FC236}">
                <a16:creationId xmlns:a16="http://schemas.microsoft.com/office/drawing/2014/main" id="{F2A3A325-F1D5-4DBA-8926-4045F6E7FEF4}"/>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E354256-056E-40BD-90A0-59E4C70E18D3}"/>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67DB7DF2-B48E-4981-8A45-6D8C6DB0AA29}"/>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Decision owner</a:t>
            </a:r>
          </a:p>
        </p:txBody>
      </p:sp>
      <p:sp>
        <p:nvSpPr>
          <p:cNvPr id="14" name="">
            <a:extLst xmlns:a="http://schemas.openxmlformats.org/drawingml/2006/main">
              <a:ext uri="{FF2B5EF4-FFF2-40B4-BE49-F238E27FC236}">
                <a16:creationId xmlns:a16="http://schemas.microsoft.com/office/drawing/2014/main" id="{40033388-F375-4BBB-A5E7-23A519D69B21}"/>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F9386857-C1E9-42E2-B628-471B4C35BB92}"/>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9FEE4756-0EAA-4D4D-916B-D72A88C11AAA}"/>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Response capacity</a:t>
            </a:r>
          </a:p>
        </p:txBody>
      </p:sp>
      <p:sp>
        <p:nvSpPr>
          <p:cNvPr id="17" name="">
            <a:extLst xmlns:a="http://schemas.openxmlformats.org/drawingml/2006/main">
              <a:ext uri="{FF2B5EF4-FFF2-40B4-BE49-F238E27FC236}">
                <a16:creationId xmlns:a16="http://schemas.microsoft.com/office/drawing/2014/main" id="{ECA7884E-F4D4-44C4-9C97-5C9FA2EBA89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F9ABBD7-FCF5-4309-BE19-82D5716FC56A}"/>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3F2B57A5-507B-4F1E-A299-BD2E41B57AF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Monitoring</a:t>
            </a:r>
          </a:p>
        </p:txBody>
      </p:sp>
      <p:sp>
        <p:nvSpPr>
          <p:cNvPr id="20" name="">
            <a:extLst xmlns:a="http://schemas.openxmlformats.org/drawingml/2006/main">
              <a:ext uri="{FF2B5EF4-FFF2-40B4-BE49-F238E27FC236}">
                <a16:creationId xmlns:a16="http://schemas.microsoft.com/office/drawing/2014/main" id="{980ACFBB-D8B9-4F15-8C5D-9869C27F7A34}"/>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5157342"/>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55CDBC-F0E7-4955-B448-AD8DF619097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V7_A_N15</a:t>
            </a:r>
          </a:p>
        </p:txBody>
      </p:sp>
      <p:sp>
        <p:nvSpPr>
          <p:cNvPr id="2" name="">
            <a:extLst xmlns:a="http://schemas.openxmlformats.org/drawingml/2006/main">
              <a:ext uri="{FF2B5EF4-FFF2-40B4-BE49-F238E27FC236}">
                <a16:creationId xmlns:a16="http://schemas.microsoft.com/office/drawing/2014/main" id="{D3A1FF19-F69D-4053-B7EE-B34E1DCC326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6E7F225B-8352-42D6-8E9E-DF9ED4E7636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ABBB991-8BEA-4DA8-AB80-3FC474AC23E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5A35EEBA-E469-461A-9951-A5936FA7C4A8}"/>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02EA20C3-17D5-4DDF-BA90-54A0F15D5509}"/>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1BAB18B-EBD4-4180-8C7E-B599716B2B6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national brief links frames, estimates, forecasts, markets, drought signals, and action owners.</a:t>
            </a:r>
          </a:p>
        </p:txBody>
      </p:sp>
      <p:sp>
        <p:nvSpPr>
          <p:cNvPr id="8" name="">
            <a:extLst xmlns:a="http://schemas.openxmlformats.org/drawingml/2006/main">
              <a:ext uri="{FF2B5EF4-FFF2-40B4-BE49-F238E27FC236}">
                <a16:creationId xmlns:a16="http://schemas.microsoft.com/office/drawing/2014/main" id="{F495EB47-4DD5-426D-ADE8-7B1AE166E98B}"/>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8E3E6AD-FEA7-4697-A331-A5E0F2138370}"/>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FD90D4A2-FC91-4AC8-BBDF-662AF22B3CA6}"/>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CB1F5A48-0187-44A2-8F43-703C90A72E12}"/>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591645473"/>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CAEBC63-8E20-429C-A72D-BE4A784246D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V7_A_N15</a:t>
            </a:r>
          </a:p>
        </p:txBody>
      </p:sp>
      <p:sp>
        <p:nvSpPr>
          <p:cNvPr id="2" name="">
            <a:extLst xmlns:a="http://schemas.openxmlformats.org/drawingml/2006/main">
              <a:ext uri="{FF2B5EF4-FFF2-40B4-BE49-F238E27FC236}">
                <a16:creationId xmlns:a16="http://schemas.microsoft.com/office/drawing/2014/main" id="{A884BA9F-F18B-4752-BA01-8B1BD7EFCD2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AE286403-229F-47A7-A63D-8F84583550F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E71E2DA-EF85-497B-8D73-6296353F844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3CA73812-B21B-4CA7-A2AD-89502DC5439A}"/>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Assemble and validate an accountable national agricultural decision product.</a:t>
            </a:r>
          </a:p>
        </p:txBody>
      </p:sp>
      <p:sp>
        <p:nvSpPr>
          <p:cNvPr id="6" name="">
            <a:extLst xmlns:a="http://schemas.openxmlformats.org/drawingml/2006/main">
              <a:ext uri="{FF2B5EF4-FFF2-40B4-BE49-F238E27FC236}">
                <a16:creationId xmlns:a16="http://schemas.microsoft.com/office/drawing/2014/main" id="{0DAA07CE-DAE9-4715-BEF9-6EAF8B319A86}"/>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450BA6B-8334-4CC4-9485-20FD7A1EDB4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8D0272D1-C8FB-459C-8FF3-548A887D1363}"/>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1931D8E8-EBB0-4A87-AFA6-9BD53307EFB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30B041F1-500E-42AD-B62E-85ADD041EC50}"/>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D55307BA-123D-44C9-973B-B43B4719D3CC}"/>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1776C66C-EE55-4536-A743-E530AFB249B8}"/>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EEF3F16-A670-4362-97FD-B1D571E9AB54}"/>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060A81CD-809F-4778-AB41-9AF3B41FAB0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E2027908-72C7-42E3-B58B-63167C7E4674}"/>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529B7248-FF68-4AA1-A585-6CC6F1B7E421}"/>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C8DB7EEE-F950-438C-8C15-BCDA90FF378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5296027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9956E9-C2ED-4464-970F-683A0266218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V7_A_N15</a:t>
            </a:r>
          </a:p>
        </p:txBody>
      </p:sp>
      <p:sp>
        <p:nvSpPr>
          <p:cNvPr id="2" name="">
            <a:extLst xmlns:a="http://schemas.openxmlformats.org/drawingml/2006/main">
              <a:ext uri="{FF2B5EF4-FFF2-40B4-BE49-F238E27FC236}">
                <a16:creationId xmlns:a16="http://schemas.microsoft.com/office/drawing/2014/main" id="{A0022ADB-BF78-4D4E-B177-357AD73F3F4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5F475F63-559C-469F-BFCB-C13DC62F242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0A05A95-4C51-4605-B20E-4FB4387658B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081ACED8-130F-4FAD-A9C4-77CCCD608985}"/>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2733E7E-574C-4AA4-9974-3476DF57B7CC}"/>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11683F3E-C133-40EC-92CF-14E8D80E8DAB}"/>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5207E350-715C-4C85-BEDF-44847BCDF869}"/>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503C9BF4-1417-4193-B825-4644CC1D091A}"/>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FD7EF3D-09EA-4757-9DFC-AF739913617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6E7C8CEE-6F3A-4B6A-8541-6D80D8F84B68}"/>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67791B5C-EBFE-46C1-A175-D823C7B679DD}"/>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F094B6E0-A8D5-4BD2-90CE-3269DA337007}"/>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E8D0CFD6-4C41-4042-B53B-A31E3AF6B277}"/>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52591858"/>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D28C5A-4675-4328-A73A-444AC508065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V7_A_N15</a:t>
            </a:r>
          </a:p>
        </p:txBody>
      </p:sp>
      <p:sp>
        <p:nvSpPr>
          <p:cNvPr id="2" name="">
            <a:extLst xmlns:a="http://schemas.openxmlformats.org/drawingml/2006/main">
              <a:ext uri="{FF2B5EF4-FFF2-40B4-BE49-F238E27FC236}">
                <a16:creationId xmlns:a16="http://schemas.microsoft.com/office/drawing/2014/main" id="{D289574B-AAE9-4470-AC4D-CFF4734DF32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AF629F6A-CFED-481F-BB15-92FF5A1C006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76698E0-7FAA-4FFC-B81D-9A305C0EEBC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6CA5FFA-4236-4400-8234-FB8C3AB93C8B}"/>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DFBE58CC-4B88-4BD0-8986-DCEB109BE3D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D5EE22CE-0248-4D81-A74B-45FDFEF43B9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1FA785F5-7EEF-4BCF-8920-C69D63B38DA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5DFB26C0-1AFB-4685-8521-CAD0BA14AB38}"/>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1A103732-7A69-4FC4-9840-10991FE204FD}"/>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936500698"/>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9BD78C-B3A9-4039-B752-DD6A356B26D6}"/>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C783C06-589F-45D9-BA59-A10E2C9F3622}"/>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76E9510A-58DD-40B5-B41E-AD1162389DF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Integrated evidence</a:t>
            </a:r>
          </a:p>
        </p:txBody>
      </p:sp>
      <p:sp>
        <p:nvSpPr>
          <p:cNvPr id="4" name="">
            <a:extLst xmlns:a="http://schemas.openxmlformats.org/drawingml/2006/main">
              <a:ext uri="{FF2B5EF4-FFF2-40B4-BE49-F238E27FC236}">
                <a16:creationId xmlns:a16="http://schemas.microsoft.com/office/drawing/2014/main" id="{6A47ACFE-FD0A-4390-8DF3-0ADE58040A62}"/>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E7C4180-C3FE-4EAF-B298-110165BB416E}"/>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Forecast and risk</a:t>
            </a:r>
          </a:p>
        </p:txBody>
      </p:sp>
      <p:sp>
        <p:nvSpPr>
          <p:cNvPr id="6" name="">
            <a:extLst xmlns:a="http://schemas.openxmlformats.org/drawingml/2006/main">
              <a:ext uri="{FF2B5EF4-FFF2-40B4-BE49-F238E27FC236}">
                <a16:creationId xmlns:a16="http://schemas.microsoft.com/office/drawing/2014/main" id="{0BAB7F16-D4F1-4F55-9044-38D9875DECD8}"/>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5D42C023-D2BA-4F7A-9F72-44522D75CD05}"/>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Decision owner</a:t>
            </a:r>
          </a:p>
        </p:txBody>
      </p:sp>
      <p:sp>
        <p:nvSpPr>
          <p:cNvPr id="8" name="">
            <a:extLst xmlns:a="http://schemas.openxmlformats.org/drawingml/2006/main">
              <a:ext uri="{FF2B5EF4-FFF2-40B4-BE49-F238E27FC236}">
                <a16:creationId xmlns:a16="http://schemas.microsoft.com/office/drawing/2014/main" id="{D464C691-15B2-41F2-BD2B-FA3A108CB617}"/>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0912F1B-9C7C-45ED-B3D3-4FF554E8B8FC}"/>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Response capacity</a:t>
            </a:r>
          </a:p>
        </p:txBody>
      </p:sp>
      <p:sp>
        <p:nvSpPr>
          <p:cNvPr id="10" name="">
            <a:extLst xmlns:a="http://schemas.openxmlformats.org/drawingml/2006/main">
              <a:ext uri="{FF2B5EF4-FFF2-40B4-BE49-F238E27FC236}">
                <a16:creationId xmlns:a16="http://schemas.microsoft.com/office/drawing/2014/main" id="{76325AD7-116A-4696-8D8D-6315E915130C}"/>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C1B14D82-6993-4B11-B0AF-033F0F5A71EA}"/>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Monitoring</a:t>
            </a:r>
          </a:p>
        </p:txBody>
      </p:sp>
      <p:sp>
        <p:nvSpPr>
          <p:cNvPr id="12" name="">
            <a:extLst xmlns:a="http://schemas.openxmlformats.org/drawingml/2006/main">
              <a:ext uri="{FF2B5EF4-FFF2-40B4-BE49-F238E27FC236}">
                <a16:creationId xmlns:a16="http://schemas.microsoft.com/office/drawing/2014/main" id="{BC37DC74-067A-4D9F-91EB-BC23F22A326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418031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2026-09-04T14:43:46.4320000Z</dcterms:created>
  <dcterms:modified xsi:type="dcterms:W3CDTF">2026-09-04T14:43:46.4320000Z</dcterms:modified>
</coreProperties>
</file>