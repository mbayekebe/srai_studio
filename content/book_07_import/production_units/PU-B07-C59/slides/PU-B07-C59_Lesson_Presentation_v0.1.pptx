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12ae4bd8d14423" /><Relationship Type="http://schemas.openxmlformats.org/officeDocument/2006/relationships/extended-properties" Target="/docProps/app.xml" Id="Rcfd5b8ac6c334566" /><Relationship Type="http://schemas.openxmlformats.org/officeDocument/2006/relationships/officeDocument" Target="/ppt/presentation.xml" Id="R64ee31c4920e4f13" /></Relationships>
</file>

<file path=ppt/presentation.xml><?xml version="1.0" encoding="utf-8"?>
<p:presentation xmlns:p="http://schemas.openxmlformats.org/presentationml/2006/main">
  <p:sldMasterIdLst>
    <p:sldMasterId xmlns:r="http://schemas.openxmlformats.org/officeDocument/2006/relationships" id="2147483648" r:id="R5ac6ef4718c94fa1"/>
  </p:sldMasterIdLst>
  <p:notesMasterIdLst>
    <p:notesMasterId xmlns:r="http://schemas.openxmlformats.org/officeDocument/2006/relationships" r:id="R85e029fbe3854e72"/>
  </p:notesMasterIdLst>
  <p:sldIdLst>
    <p:sldId xmlns:r="http://schemas.openxmlformats.org/officeDocument/2006/relationships" id="256" r:id="Ra36ac81c61924372"/>
    <p:sldId xmlns:r="http://schemas.openxmlformats.org/officeDocument/2006/relationships" id="257" r:id="Raf3c73dddf4c4b6c"/>
    <p:sldId xmlns:r="http://schemas.openxmlformats.org/officeDocument/2006/relationships" id="258" r:id="Re952190a9b0c4b3d"/>
    <p:sldId xmlns:r="http://schemas.openxmlformats.org/officeDocument/2006/relationships" id="259" r:id="R7ddae4c8648c408d"/>
    <p:sldId xmlns:r="http://schemas.openxmlformats.org/officeDocument/2006/relationships" id="260" r:id="R2cbfa59f87674f78"/>
    <p:sldId xmlns:r="http://schemas.openxmlformats.org/officeDocument/2006/relationships" id="261" r:id="R5a074dfdf9cb4325"/>
    <p:sldId xmlns:r="http://schemas.openxmlformats.org/officeDocument/2006/relationships" id="262" r:id="R45284d79dd8542c9"/>
    <p:sldId xmlns:r="http://schemas.openxmlformats.org/officeDocument/2006/relationships" id="263" r:id="R3e3d64508cd446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6262d4d017424c" /><Relationship Type="http://schemas.openxmlformats.org/officeDocument/2006/relationships/slideMaster" Target="/ppt/slideMasters/slideMaster1.xml" Id="R5ac6ef4718c94fa1" /><Relationship Type="http://schemas.openxmlformats.org/officeDocument/2006/relationships/notesMaster" Target="/ppt/notesMasters/notesMaster1.xml" Id="R85e029fbe3854e72" /><Relationship Type="http://schemas.openxmlformats.org/officeDocument/2006/relationships/presProps" Target="/ppt/presProps.xml" Id="R8895d63577a84c64" /><Relationship Type="http://schemas.openxmlformats.org/officeDocument/2006/relationships/tableStyles" Target="/ppt/tableStyles.xml" Id="R09b0fe43f2294333" /><Relationship Type="http://schemas.openxmlformats.org/officeDocument/2006/relationships/slide" Target="/ppt/slides/slide1.xml" Id="Ra36ac81c61924372" /><Relationship Type="http://schemas.openxmlformats.org/officeDocument/2006/relationships/slide" Target="/ppt/slides/slide2.xml" Id="Raf3c73dddf4c4b6c" /><Relationship Type="http://schemas.openxmlformats.org/officeDocument/2006/relationships/slide" Target="/ppt/slides/slide3.xml" Id="Re952190a9b0c4b3d" /><Relationship Type="http://schemas.openxmlformats.org/officeDocument/2006/relationships/slide" Target="/ppt/slides/slide4.xml" Id="R7ddae4c8648c408d" /><Relationship Type="http://schemas.openxmlformats.org/officeDocument/2006/relationships/slide" Target="/ppt/slides/slide5.xml" Id="R2cbfa59f87674f78" /><Relationship Type="http://schemas.openxmlformats.org/officeDocument/2006/relationships/slide" Target="/ppt/slides/slide6.xml" Id="R5a074dfdf9cb4325" /><Relationship Type="http://schemas.openxmlformats.org/officeDocument/2006/relationships/slide" Target="/ppt/slides/slide7.xml" Id="R45284d79dd8542c9" /><Relationship Type="http://schemas.openxmlformats.org/officeDocument/2006/relationships/slide" Target="/ppt/slides/slide8.xml" Id="R3e3d64508cd446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0f7dc1901047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f48132e0584e6d" /><Relationship Type="http://schemas.openxmlformats.org/officeDocument/2006/relationships/notesMaster" Target="/ppt/notesMasters/notesMaster1.xml" Id="R041880cbd4cd41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beeb01d3ad4828" /><Relationship Type="http://schemas.openxmlformats.org/officeDocument/2006/relationships/notesMaster" Target="/ppt/notesMasters/notesMaster1.xml" Id="R4ea061e673744c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3f7ffddc394c91" /><Relationship Type="http://schemas.openxmlformats.org/officeDocument/2006/relationships/notesMaster" Target="/ppt/notesMasters/notesMaster1.xml" Id="Racd42a8c05cf4c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d8b9fb30394211" /><Relationship Type="http://schemas.openxmlformats.org/officeDocument/2006/relationships/notesMaster" Target="/ppt/notesMasters/notesMaster1.xml" Id="Rc2ae72d0c75946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662531e1924a90" /><Relationship Type="http://schemas.openxmlformats.org/officeDocument/2006/relationships/notesMaster" Target="/ppt/notesMasters/notesMaster1.xml" Id="Re1fabe0c46af48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0028058954319" /><Relationship Type="http://schemas.openxmlformats.org/officeDocument/2006/relationships/notesMaster" Target="/ppt/notesMasters/notesMaster1.xml" Id="R0dec10eb1a214f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9b33a8cbae452c" /><Relationship Type="http://schemas.openxmlformats.org/officeDocument/2006/relationships/notesMaster" Target="/ppt/notesMasters/notesMaster1.xml" Id="R42ee44acdcd246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f01574619046e1" /><Relationship Type="http://schemas.openxmlformats.org/officeDocument/2006/relationships/notesMaster" Target="/ppt/notesMasters/notesMaster1.xml" Id="R48054fd524c14e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Measure Exposure, Do Not Blame Communities. This lesson begins with one principle: exposure intelligence must identify sources and responsibility without stigma.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Exposure intelligence must identify sources and responsibility without stigma. The five controls shown here are Source, Pathway, Exposure, Vulnerability, Remediation.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source, move through pathway and exposure, and finish with vulnerability and remediation.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profile separates pollution sources, pathways, vulnerability, and service gaps.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 exposure profile and test attribution, equity, privacy, and remediation.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source clear? Is pathway documented? Is exposure testable? Is vulnerability governed? And is remediation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f857c9ba8f49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d4c2b2fbbd469e" /><Relationship Type="http://schemas.openxmlformats.org/officeDocument/2006/relationships/slideLayout" Target="/ppt/slideLayouts/slideLayout1.xml" Id="R2a4e182a61c44e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4e182a61c44e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4a639f9f77455e" /><Relationship Type="http://schemas.openxmlformats.org/officeDocument/2006/relationships/notesSlide" Target="/ppt/notesSlides/notesSlide1.xml" Id="R27620bb4fe7d4e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6f0868f79842bf" /><Relationship Type="http://schemas.openxmlformats.org/officeDocument/2006/relationships/notesSlide" Target="/ppt/notesSlides/notesSlide2.xml" Id="Rcb6a9f12d0e448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ec93bf5b57441e" /><Relationship Type="http://schemas.openxmlformats.org/officeDocument/2006/relationships/notesSlide" Target="/ppt/notesSlides/notesSlide3.xml" Id="Rd66529026c5d45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a27ee67ca34066" /><Relationship Type="http://schemas.openxmlformats.org/officeDocument/2006/relationships/notesSlide" Target="/ppt/notesSlides/notesSlide4.xml" Id="Rd4963991f9a846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b45e04e3c84b35" /><Relationship Type="http://schemas.openxmlformats.org/officeDocument/2006/relationships/notesSlide" Target="/ppt/notesSlides/notesSlide5.xml" Id="R0edb60c505da40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fc06c9a80640df" /><Relationship Type="http://schemas.openxmlformats.org/officeDocument/2006/relationships/notesSlide" Target="/ppt/notesSlides/notesSlide6.xml" Id="Re9c95353942944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b64222c6484977" /><Relationship Type="http://schemas.openxmlformats.org/officeDocument/2006/relationships/notesSlide" Target="/ppt/notesSlides/notesSlide7.xml" Id="R64f23595194a4a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3714dcdcb04c9c" /><Relationship Type="http://schemas.openxmlformats.org/officeDocument/2006/relationships/notesSlide" Target="/ppt/notesSlides/notesSlide8.xml" Id="Re3c5a11f8804440d"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4098AD-322D-41D9-9B07-3EAA4C0D6E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099C5554-B700-42C6-A74C-03E7576CB3EB}"/>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5DDC842-2140-4941-A494-F07E6F87A019}"/>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32994A64-F6A7-4994-89F5-A4782E73A09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0B4D6771-0E58-436A-834B-AE0CC2884865}"/>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MEASURE EXPOSURE, DO NOT BLAME COMMUNITIES</a:t>
            </a:r>
          </a:p>
        </p:txBody>
      </p:sp>
      <p:sp>
        <p:nvSpPr>
          <p:cNvPr id="6" name="">
            <a:extLst xmlns:a="http://schemas.openxmlformats.org/drawingml/2006/main">
              <a:ext uri="{FF2B5EF4-FFF2-40B4-BE49-F238E27FC236}">
                <a16:creationId xmlns:a16="http://schemas.microsoft.com/office/drawing/2014/main" id="{92F3E5CE-7BA2-4C43-B590-0B530841C26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Exposure intelligence must identify sources and responsibility without stigma.</a:t>
            </a:r>
          </a:p>
        </p:txBody>
      </p:sp>
      <p:sp>
        <p:nvSpPr>
          <p:cNvPr id="7" name="">
            <a:extLst xmlns:a="http://schemas.openxmlformats.org/drawingml/2006/main">
              <a:ext uri="{FF2B5EF4-FFF2-40B4-BE49-F238E27FC236}">
                <a16:creationId xmlns:a16="http://schemas.microsoft.com/office/drawing/2014/main" id="{6F03DBB9-D1E0-4ACD-8565-CBFC77FA42C1}"/>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V7_D_N09</a:t>
            </a:r>
          </a:p>
        </p:txBody>
      </p:sp>
      <p:sp>
        <p:nvSpPr>
          <p:cNvPr id="8" name="">
            <a:extLst xmlns:a="http://schemas.openxmlformats.org/drawingml/2006/main">
              <a:ext uri="{FF2B5EF4-FFF2-40B4-BE49-F238E27FC236}">
                <a16:creationId xmlns:a16="http://schemas.microsoft.com/office/drawing/2014/main" id="{FF882DD4-A1EC-452F-B975-E1E314EEBC79}"/>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PU-B07-C59</a:t>
            </a:r>
          </a:p>
        </p:txBody>
      </p:sp>
      <p:sp>
        <p:nvSpPr>
          <p:cNvPr id="9" name="">
            <a:extLst xmlns:a="http://schemas.openxmlformats.org/drawingml/2006/main">
              <a:ext uri="{FF2B5EF4-FFF2-40B4-BE49-F238E27FC236}">
                <a16:creationId xmlns:a16="http://schemas.microsoft.com/office/drawing/2014/main" id="{3CB56B90-533B-402B-906A-E815DD94A209}"/>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177F4B97-FF94-455F-9DE0-3B17C482D6F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205718550"/>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0AB8DAE-EA7C-407A-B761-4AC7F27332C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V7_D_N09</a:t>
            </a:r>
          </a:p>
        </p:txBody>
      </p:sp>
      <p:sp>
        <p:nvSpPr>
          <p:cNvPr id="2" name="">
            <a:extLst xmlns:a="http://schemas.openxmlformats.org/drawingml/2006/main">
              <a:ext uri="{FF2B5EF4-FFF2-40B4-BE49-F238E27FC236}">
                <a16:creationId xmlns:a16="http://schemas.microsoft.com/office/drawing/2014/main" id="{7C230538-F3EC-40D6-8BD0-5029AB50775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B8C1B0E-8647-4B1E-91BE-B26A06179D5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E6B0BEC-166B-4FBA-AB28-661766BAEA12}"/>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8B27AA9-68AB-438C-BFDF-39EA14130EA8}"/>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Exposure intelligence must identify sources and responsibility without stigma.</a:t>
            </a:r>
          </a:p>
        </p:txBody>
      </p:sp>
      <p:sp>
        <p:nvSpPr>
          <p:cNvPr id="6" name="">
            <a:extLst xmlns:a="http://schemas.openxmlformats.org/drawingml/2006/main">
              <a:ext uri="{FF2B5EF4-FFF2-40B4-BE49-F238E27FC236}">
                <a16:creationId xmlns:a16="http://schemas.microsoft.com/office/drawing/2014/main" id="{16B051C0-C03A-4223-8BB2-371F1DB48A7B}"/>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5D5AF19C-CBF2-4A6F-82F3-121C93831686}"/>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D50DC0C-B2CD-45F1-8994-0F47ABF9E94D}"/>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Source</a:t>
            </a:r>
          </a:p>
        </p:txBody>
      </p:sp>
      <p:sp>
        <p:nvSpPr>
          <p:cNvPr id="9" name="">
            <a:extLst xmlns:a="http://schemas.openxmlformats.org/drawingml/2006/main">
              <a:ext uri="{FF2B5EF4-FFF2-40B4-BE49-F238E27FC236}">
                <a16:creationId xmlns:a16="http://schemas.microsoft.com/office/drawing/2014/main" id="{D6D0740F-9F9E-49CC-9A10-0DADE8347E2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3DD1CBA1-0BE0-490F-9B11-36DFD206FF6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Pathway</a:t>
            </a:r>
          </a:p>
        </p:txBody>
      </p:sp>
      <p:sp>
        <p:nvSpPr>
          <p:cNvPr id="11" name="">
            <a:extLst xmlns:a="http://schemas.openxmlformats.org/drawingml/2006/main">
              <a:ext uri="{FF2B5EF4-FFF2-40B4-BE49-F238E27FC236}">
                <a16:creationId xmlns:a16="http://schemas.microsoft.com/office/drawing/2014/main" id="{BFDA56DC-A0AE-4D39-B9DA-6A522C3B9317}"/>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F13644C7-B4C3-4F78-BF07-216F5893184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Exposure</a:t>
            </a:r>
          </a:p>
        </p:txBody>
      </p:sp>
      <p:sp>
        <p:nvSpPr>
          <p:cNvPr id="13" name="">
            <a:extLst xmlns:a="http://schemas.openxmlformats.org/drawingml/2006/main">
              <a:ext uri="{FF2B5EF4-FFF2-40B4-BE49-F238E27FC236}">
                <a16:creationId xmlns:a16="http://schemas.microsoft.com/office/drawing/2014/main" id="{1F65AA29-D5FE-4787-9411-BA85920619E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C0226BF0-D27E-4824-8243-57ED4BDF4803}"/>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Vulnerability</a:t>
            </a:r>
          </a:p>
        </p:txBody>
      </p:sp>
      <p:sp>
        <p:nvSpPr>
          <p:cNvPr id="15" name="">
            <a:extLst xmlns:a="http://schemas.openxmlformats.org/drawingml/2006/main">
              <a:ext uri="{FF2B5EF4-FFF2-40B4-BE49-F238E27FC236}">
                <a16:creationId xmlns:a16="http://schemas.microsoft.com/office/drawing/2014/main" id="{A534B127-991D-4A9D-AA95-E97062D882A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09D69958-D899-4A59-AE30-078CDC6D3DF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Remediation</a:t>
            </a:r>
          </a:p>
        </p:txBody>
      </p:sp>
      <p:sp>
        <p:nvSpPr>
          <p:cNvPr id="17" name="">
            <a:extLst xmlns:a="http://schemas.openxmlformats.org/drawingml/2006/main">
              <a:ext uri="{FF2B5EF4-FFF2-40B4-BE49-F238E27FC236}">
                <a16:creationId xmlns:a16="http://schemas.microsoft.com/office/drawing/2014/main" id="{87641A86-6A9B-4250-96B6-2DA16B6F4AF3}"/>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599120572"/>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C56E13E-DED9-4370-8B7D-C8A3446818F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V7_D_N09</a:t>
            </a:r>
          </a:p>
        </p:txBody>
      </p:sp>
      <p:sp>
        <p:nvSpPr>
          <p:cNvPr id="2" name="">
            <a:extLst xmlns:a="http://schemas.openxmlformats.org/drawingml/2006/main">
              <a:ext uri="{FF2B5EF4-FFF2-40B4-BE49-F238E27FC236}">
                <a16:creationId xmlns:a16="http://schemas.microsoft.com/office/drawing/2014/main" id="{353E46AD-A0DC-48E8-8A03-D44B23559FE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C786BF34-A77E-44DA-801C-F5281ED6C49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922580E-0E2E-4615-9DEE-7DC89399115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41E2C20D-99B8-48BD-AB07-58D1CDCC7F4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F55EF09C-BD89-4A3A-B00C-2BCEE2215EA0}"/>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0B9C6E6E-2051-4E44-81B9-76E86F860966}"/>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Source</a:t>
            </a:r>
          </a:p>
        </p:txBody>
      </p:sp>
      <p:sp>
        <p:nvSpPr>
          <p:cNvPr id="8" name="">
            <a:extLst xmlns:a="http://schemas.openxmlformats.org/drawingml/2006/main">
              <a:ext uri="{FF2B5EF4-FFF2-40B4-BE49-F238E27FC236}">
                <a16:creationId xmlns:a16="http://schemas.microsoft.com/office/drawing/2014/main" id="{6D2ED7A6-6388-45AD-A06E-15CC9935FE12}"/>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3063109D-93E4-40F7-949D-F4A99320F946}"/>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6D1CBBD-988D-4612-983F-AA6134E19E6B}"/>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Pathway</a:t>
            </a:r>
          </a:p>
        </p:txBody>
      </p:sp>
      <p:sp>
        <p:nvSpPr>
          <p:cNvPr id="11" name="">
            <a:extLst xmlns:a="http://schemas.openxmlformats.org/drawingml/2006/main">
              <a:ext uri="{FF2B5EF4-FFF2-40B4-BE49-F238E27FC236}">
                <a16:creationId xmlns:a16="http://schemas.microsoft.com/office/drawing/2014/main" id="{AC47E77A-0306-4CD7-88D3-1DD8F7FA38F5}"/>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8265EB0-1DAB-4B78-A2C5-D8594977C7E9}"/>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727DD1B9-AA8E-40FB-91FE-801F03A15A5C}"/>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Exposure</a:t>
            </a:r>
          </a:p>
        </p:txBody>
      </p:sp>
      <p:sp>
        <p:nvSpPr>
          <p:cNvPr id="14" name="">
            <a:extLst xmlns:a="http://schemas.openxmlformats.org/drawingml/2006/main">
              <a:ext uri="{FF2B5EF4-FFF2-40B4-BE49-F238E27FC236}">
                <a16:creationId xmlns:a16="http://schemas.microsoft.com/office/drawing/2014/main" id="{D3FAA17F-8BAC-47E3-A3A6-6C9C8803F872}"/>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F06FF450-AC97-4456-9368-8CE92E944CF5}"/>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D8A89B8-E526-4629-AC25-8DD3B570749D}"/>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Vulnerability</a:t>
            </a:r>
          </a:p>
        </p:txBody>
      </p:sp>
      <p:sp>
        <p:nvSpPr>
          <p:cNvPr id="17" name="">
            <a:extLst xmlns:a="http://schemas.openxmlformats.org/drawingml/2006/main">
              <a:ext uri="{FF2B5EF4-FFF2-40B4-BE49-F238E27FC236}">
                <a16:creationId xmlns:a16="http://schemas.microsoft.com/office/drawing/2014/main" id="{25F03E93-7F1D-40F0-BF6E-9AE5848ADA14}"/>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9A2075C-8219-44D2-A4EE-56C7A3D5E649}"/>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1F7A3B10-6EB5-4535-9171-51F1F2ADA0D2}"/>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Remediation</a:t>
            </a:r>
          </a:p>
        </p:txBody>
      </p:sp>
      <p:sp>
        <p:nvSpPr>
          <p:cNvPr id="20" name="">
            <a:extLst xmlns:a="http://schemas.openxmlformats.org/drawingml/2006/main">
              <a:ext uri="{FF2B5EF4-FFF2-40B4-BE49-F238E27FC236}">
                <a16:creationId xmlns:a16="http://schemas.microsoft.com/office/drawing/2014/main" id="{F46E4113-BF2E-4B09-8BFC-64416C15E22C}"/>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68858674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7D0B3A-D0F6-47A5-88B3-4FB07D0B934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V7_D_N09</a:t>
            </a:r>
          </a:p>
        </p:txBody>
      </p:sp>
      <p:sp>
        <p:nvSpPr>
          <p:cNvPr id="2" name="">
            <a:extLst xmlns:a="http://schemas.openxmlformats.org/drawingml/2006/main">
              <a:ext uri="{FF2B5EF4-FFF2-40B4-BE49-F238E27FC236}">
                <a16:creationId xmlns:a16="http://schemas.microsoft.com/office/drawing/2014/main" id="{2ADA2687-C51C-4FFA-B9B4-03BF2841D88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D8B66349-7DCB-4ABE-9EDF-BD41548C717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ECFCA85-31CE-4E0F-8FAF-D846D1C04CE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89B1C2C-79F8-42C2-B400-6E49DE85641F}"/>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4B188DDA-5927-434F-A68C-DB4ABEDF74C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D6BAC25-19B2-4FE1-BED0-4FE4DFEA952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profile separates pollution sources, pathways, vulnerability, and service gaps.</a:t>
            </a:r>
          </a:p>
        </p:txBody>
      </p:sp>
      <p:sp>
        <p:nvSpPr>
          <p:cNvPr id="8" name="">
            <a:extLst xmlns:a="http://schemas.openxmlformats.org/drawingml/2006/main">
              <a:ext uri="{FF2B5EF4-FFF2-40B4-BE49-F238E27FC236}">
                <a16:creationId xmlns:a16="http://schemas.microsoft.com/office/drawing/2014/main" id="{2B9AF98D-B8A9-42FB-8DF3-1782D22ACD3A}"/>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D4A977AB-365E-4A47-8CB8-E6B40DDAB33B}"/>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D69DFD7A-1890-498E-A673-1B274E1EE161}"/>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10F43A9D-999F-471E-83F8-0894C7CBFBE1}"/>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96043023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2FA2D3F-9EA7-40FD-87AA-10E372E45A9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V7_D_N09</a:t>
            </a:r>
          </a:p>
        </p:txBody>
      </p:sp>
      <p:sp>
        <p:nvSpPr>
          <p:cNvPr id="2" name="">
            <a:extLst xmlns:a="http://schemas.openxmlformats.org/drawingml/2006/main">
              <a:ext uri="{FF2B5EF4-FFF2-40B4-BE49-F238E27FC236}">
                <a16:creationId xmlns:a16="http://schemas.microsoft.com/office/drawing/2014/main" id="{D93E8D1E-24FD-4B43-A7C7-68C4FB4E42B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2E4D903-0E72-42BF-9A6D-2EE8843B97A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361E57F-6F61-4DC6-B178-A8BD917FE5C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1EBC2E6-ECE8-4B83-9AB2-D1E05AB8AAB9}"/>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 exposure profile and test attribution, equity, privacy, and remediation.</a:t>
            </a:r>
          </a:p>
        </p:txBody>
      </p:sp>
      <p:sp>
        <p:nvSpPr>
          <p:cNvPr id="6" name="">
            <a:extLst xmlns:a="http://schemas.openxmlformats.org/drawingml/2006/main">
              <a:ext uri="{FF2B5EF4-FFF2-40B4-BE49-F238E27FC236}">
                <a16:creationId xmlns:a16="http://schemas.microsoft.com/office/drawing/2014/main" id="{AB8B30C1-C67D-440C-AB72-CF4B7822E8BB}"/>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6CD21386-751D-4463-A6A2-98856C6C1D5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7DAC5C8-94F0-4C9C-893E-FCA3E1D35983}"/>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F45E747D-A743-4643-BA67-EDEFB2754FF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91CE87E-35BD-41DE-A91D-52FBD757E335}"/>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A27F14E-785A-45C9-93C6-26FD4D6DA68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5F091BF0-F512-4619-9A34-154244B9CBC1}"/>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C035D00-6519-46D3-938F-EE3912939A01}"/>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E2B51CE3-7503-40F9-AE5E-599977C0FFDC}"/>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AB9161A7-FE87-43A6-A6BD-A02D5939E241}"/>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1025D89-A5D5-4C7D-BA6F-169F085A3136}"/>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5F79958F-019C-4D27-A53A-A4A2C84D0FD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6474582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577B9A-6166-4AAF-98D3-E4A44505CBB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V7_D_N09</a:t>
            </a:r>
          </a:p>
        </p:txBody>
      </p:sp>
      <p:sp>
        <p:nvSpPr>
          <p:cNvPr id="2" name="">
            <a:extLst xmlns:a="http://schemas.openxmlformats.org/drawingml/2006/main">
              <a:ext uri="{FF2B5EF4-FFF2-40B4-BE49-F238E27FC236}">
                <a16:creationId xmlns:a16="http://schemas.microsoft.com/office/drawing/2014/main" id="{EAE9D796-29DC-4B1F-A8FC-FC38585B750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0B2A281B-C9ED-4B5A-8155-811463F9A0C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73D0848-98EC-459D-807B-F58DB3AAB23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3887431-4746-48E3-BF1E-895D67418296}"/>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A5C9B686-F7D7-4947-875A-A6A306ECD630}"/>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B76CCC0-3AD1-4E72-BB5B-F44EB3FA1D31}"/>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11680731-28F5-4197-BABB-AB1D943610D2}"/>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B6900E41-A5D9-41F5-8401-1FB2663EF4CD}"/>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3BF73F24-900B-47A3-9CBA-57989913F1B4}"/>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2520F2E9-66DE-42D7-B7E5-1284F25A3EC6}"/>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0FAF0261-2687-4ECE-B3CB-49ABFF1D3A3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EA0BC9E7-8521-4F49-9A5D-789A9994AD7A}"/>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CEFB2C51-046C-477F-8CCE-7262768097CA}"/>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58555006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9F1BA2-DF49-457C-939A-134B7BADED7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V7_D_N09</a:t>
            </a:r>
          </a:p>
        </p:txBody>
      </p:sp>
      <p:sp>
        <p:nvSpPr>
          <p:cNvPr id="2" name="">
            <a:extLst xmlns:a="http://schemas.openxmlformats.org/drawingml/2006/main">
              <a:ext uri="{FF2B5EF4-FFF2-40B4-BE49-F238E27FC236}">
                <a16:creationId xmlns:a16="http://schemas.microsoft.com/office/drawing/2014/main" id="{78B1C57B-DBA3-405D-B3A8-C26505B5613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EF7837D5-E00D-45E3-A5B4-81ED0927211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7C9ED5D-1289-4F7B-B320-D635BA7EFBA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BAE95B31-92C2-4A9D-91DC-C32CE87CB408}"/>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AB972353-8E74-4916-B6EB-00422E99E0B7}"/>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4027A907-1113-4559-9FEC-45D510BA4FEE}"/>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C4C766D8-1748-490C-8ADE-7C5D56FD0AEA}"/>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DB1DC42D-103F-4BFD-A190-3E23745AB736}"/>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AB8B07F-55BC-4EDD-916D-264E15A21BCD}"/>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54463213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DBB2D3-60AA-4737-9324-051B54A8C97E}"/>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AE3619A4-DF2D-4466-AD29-8D762D07ED9B}"/>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D676BE6D-5C70-4B3D-8B29-28C9BF81395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Source</a:t>
            </a:r>
          </a:p>
        </p:txBody>
      </p:sp>
      <p:sp>
        <p:nvSpPr>
          <p:cNvPr id="4" name="">
            <a:extLst xmlns:a="http://schemas.openxmlformats.org/drawingml/2006/main">
              <a:ext uri="{FF2B5EF4-FFF2-40B4-BE49-F238E27FC236}">
                <a16:creationId xmlns:a16="http://schemas.microsoft.com/office/drawing/2014/main" id="{BDF5D47E-837A-48E4-94CB-68DE42DC1DAB}"/>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B15D2823-E378-4822-B410-C13747455500}"/>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Pathway</a:t>
            </a:r>
          </a:p>
        </p:txBody>
      </p:sp>
      <p:sp>
        <p:nvSpPr>
          <p:cNvPr id="6" name="">
            <a:extLst xmlns:a="http://schemas.openxmlformats.org/drawingml/2006/main">
              <a:ext uri="{FF2B5EF4-FFF2-40B4-BE49-F238E27FC236}">
                <a16:creationId xmlns:a16="http://schemas.microsoft.com/office/drawing/2014/main" id="{BFDF34AA-C851-419B-B8A4-63C670F102A3}"/>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36F87A71-D49F-4B8E-99D0-2563D2745A4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Exposure</a:t>
            </a:r>
          </a:p>
        </p:txBody>
      </p:sp>
      <p:sp>
        <p:nvSpPr>
          <p:cNvPr id="8" name="">
            <a:extLst xmlns:a="http://schemas.openxmlformats.org/drawingml/2006/main">
              <a:ext uri="{FF2B5EF4-FFF2-40B4-BE49-F238E27FC236}">
                <a16:creationId xmlns:a16="http://schemas.microsoft.com/office/drawing/2014/main" id="{7C8E162B-543E-454B-A7DA-160FF6F45A8E}"/>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28F48F1B-470B-4868-9BA2-72584792DD66}"/>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Vulnerability</a:t>
            </a:r>
          </a:p>
        </p:txBody>
      </p:sp>
      <p:sp>
        <p:nvSpPr>
          <p:cNvPr id="10" name="">
            <a:extLst xmlns:a="http://schemas.openxmlformats.org/drawingml/2006/main">
              <a:ext uri="{FF2B5EF4-FFF2-40B4-BE49-F238E27FC236}">
                <a16:creationId xmlns:a16="http://schemas.microsoft.com/office/drawing/2014/main" id="{67B27BC0-3FCA-4F13-8510-3FBF8877036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568C3303-4EB7-447A-9240-C83FA22CE889}"/>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Remediation</a:t>
            </a:r>
          </a:p>
        </p:txBody>
      </p:sp>
      <p:sp>
        <p:nvSpPr>
          <p:cNvPr id="12" name="">
            <a:extLst xmlns:a="http://schemas.openxmlformats.org/drawingml/2006/main">
              <a:ext uri="{FF2B5EF4-FFF2-40B4-BE49-F238E27FC236}">
                <a16:creationId xmlns:a16="http://schemas.microsoft.com/office/drawing/2014/main" id="{9D058409-47AA-454E-9BCE-3F4337CACDB9}"/>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675091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2026-09-04T15:44:35.3420000Z</dcterms:created>
  <dcterms:modified xsi:type="dcterms:W3CDTF">2026-09-04T15:44:35.3420000Z</dcterms:modified>
</coreProperties>
</file>