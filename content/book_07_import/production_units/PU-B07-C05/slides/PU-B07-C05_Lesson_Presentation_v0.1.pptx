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d820d5f2624b50" /><Relationship Type="http://schemas.openxmlformats.org/officeDocument/2006/relationships/extended-properties" Target="/docProps/app.xml" Id="Rf7e58563f44243c4" /><Relationship Type="http://schemas.openxmlformats.org/officeDocument/2006/relationships/officeDocument" Target="/ppt/presentation.xml" Id="R559a73b31d2447bb" /></Relationships>
</file>

<file path=ppt/presentation.xml><?xml version="1.0" encoding="utf-8"?>
<p:presentation xmlns:p="http://schemas.openxmlformats.org/presentationml/2006/main">
  <p:sldMasterIdLst>
    <p:sldMasterId xmlns:r="http://schemas.openxmlformats.org/officeDocument/2006/relationships" id="2147483648" r:id="R8db50a8e141e445d"/>
  </p:sldMasterIdLst>
  <p:notesMasterIdLst>
    <p:notesMasterId xmlns:r="http://schemas.openxmlformats.org/officeDocument/2006/relationships" r:id="Rb652f20a68154efc"/>
  </p:notesMasterIdLst>
  <p:sldIdLst>
    <p:sldId xmlns:r="http://schemas.openxmlformats.org/officeDocument/2006/relationships" id="256" r:id="Rd3ccfb12b75548d3"/>
    <p:sldId xmlns:r="http://schemas.openxmlformats.org/officeDocument/2006/relationships" id="257" r:id="R3ea4858ad7774004"/>
    <p:sldId xmlns:r="http://schemas.openxmlformats.org/officeDocument/2006/relationships" id="258" r:id="R2326301c409b4260"/>
    <p:sldId xmlns:r="http://schemas.openxmlformats.org/officeDocument/2006/relationships" id="259" r:id="R2644c8b6abe24cd8"/>
    <p:sldId xmlns:r="http://schemas.openxmlformats.org/officeDocument/2006/relationships" id="260" r:id="R7c5c05f41f0f471e"/>
    <p:sldId xmlns:r="http://schemas.openxmlformats.org/officeDocument/2006/relationships" id="261" r:id="R7c2bc5c7776c4f1d"/>
    <p:sldId xmlns:r="http://schemas.openxmlformats.org/officeDocument/2006/relationships" id="262" r:id="Rf02c80531d364550"/>
    <p:sldId xmlns:r="http://schemas.openxmlformats.org/officeDocument/2006/relationships" id="263" r:id="Rd8cc6f58bbc84c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e8eda8d16443de" /><Relationship Type="http://schemas.openxmlformats.org/officeDocument/2006/relationships/slideMaster" Target="/ppt/slideMasters/slideMaster1.xml" Id="R8db50a8e141e445d" /><Relationship Type="http://schemas.openxmlformats.org/officeDocument/2006/relationships/notesMaster" Target="/ppt/notesMasters/notesMaster1.xml" Id="Rb652f20a68154efc" /><Relationship Type="http://schemas.openxmlformats.org/officeDocument/2006/relationships/presProps" Target="/ppt/presProps.xml" Id="Rd94d07b2dbe14bbe" /><Relationship Type="http://schemas.openxmlformats.org/officeDocument/2006/relationships/tableStyles" Target="/ppt/tableStyles.xml" Id="R476e2adf12884abb" /><Relationship Type="http://schemas.openxmlformats.org/officeDocument/2006/relationships/slide" Target="/ppt/slides/slide1.xml" Id="Rd3ccfb12b75548d3" /><Relationship Type="http://schemas.openxmlformats.org/officeDocument/2006/relationships/slide" Target="/ppt/slides/slide2.xml" Id="R3ea4858ad7774004" /><Relationship Type="http://schemas.openxmlformats.org/officeDocument/2006/relationships/slide" Target="/ppt/slides/slide3.xml" Id="R2326301c409b4260" /><Relationship Type="http://schemas.openxmlformats.org/officeDocument/2006/relationships/slide" Target="/ppt/slides/slide4.xml" Id="R2644c8b6abe24cd8" /><Relationship Type="http://schemas.openxmlformats.org/officeDocument/2006/relationships/slide" Target="/ppt/slides/slide5.xml" Id="R7c5c05f41f0f471e" /><Relationship Type="http://schemas.openxmlformats.org/officeDocument/2006/relationships/slide" Target="/ppt/slides/slide6.xml" Id="R7c2bc5c7776c4f1d" /><Relationship Type="http://schemas.openxmlformats.org/officeDocument/2006/relationships/slide" Target="/ppt/slides/slide7.xml" Id="Rf02c80531d364550" /><Relationship Type="http://schemas.openxmlformats.org/officeDocument/2006/relationships/slide" Target="/ppt/slides/slide8.xml" Id="Rd8cc6f58bbc84c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ea54ccd23e4e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fe64bcc8474800" /><Relationship Type="http://schemas.openxmlformats.org/officeDocument/2006/relationships/notesMaster" Target="/ppt/notesMasters/notesMaster1.xml" Id="Rfcbc011cfb9646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96f026dbd54c17" /><Relationship Type="http://schemas.openxmlformats.org/officeDocument/2006/relationships/notesMaster" Target="/ppt/notesMasters/notesMaster1.xml" Id="R05e62332ed1c4e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f8be547bc64d0d" /><Relationship Type="http://schemas.openxmlformats.org/officeDocument/2006/relationships/notesMaster" Target="/ppt/notesMasters/notesMaster1.xml" Id="Rdcf1576c5f214f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44548a59234bf2" /><Relationship Type="http://schemas.openxmlformats.org/officeDocument/2006/relationships/notesMaster" Target="/ppt/notesMasters/notesMaster1.xml" Id="Rcd781694d8e641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abe84f062d4a03" /><Relationship Type="http://schemas.openxmlformats.org/officeDocument/2006/relationships/notesMaster" Target="/ppt/notesMasters/notesMaster1.xml" Id="R6c551fddcabf4c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f07ef63f0e426c" /><Relationship Type="http://schemas.openxmlformats.org/officeDocument/2006/relationships/notesMaster" Target="/ppt/notesMasters/notesMaster1.xml" Id="Ra479436a0b4047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d94ef06ef14f9b" /><Relationship Type="http://schemas.openxmlformats.org/officeDocument/2006/relationships/notesMaster" Target="/ppt/notesMasters/notesMaster1.xml" Id="R615b52338d7a49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60d09521c4421d" /><Relationship Type="http://schemas.openxmlformats.org/officeDocument/2006/relationships/notesMaster" Target="/ppt/notesMasters/notesMaster1.xml" Id="R2abb38d222f642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From Signal to Accountable Action. This lesson begins with one principle: turn scores into governed, capacity-aware review products. We will connect that principle to an accountable institutional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Turn scores into governed, capacity-aware review products. The five controls shown here are Quality and uncertainty gate, Capacity-aware queue, Dashboard contract, Deduplication and escalation, Monitoring and retirement. Together, they prevent an analytical result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quality and uncertainty gate, move through capacity-aware queue and dashboard contract, and finish with deduplication and escalation and monitoring and retirement.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example. Repeated alerts update one governed case with acknowledgement, resolution, and expiry times. The analytical system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Produce a decision brief linking signal, evidence, uncertainty, owner, safeguards, and follow-up. As you review the saved outputs, focus on what the system can establish,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another sector.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quality and uncertainty gate clear? Is capacity-aware queue documented? Is dashboard contract testable? Is deduplication and escalation governed? And is monitoring and retirement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V7_0_N05,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dd9445eb354a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5ffea9bd074e8b" /><Relationship Type="http://schemas.openxmlformats.org/officeDocument/2006/relationships/slideLayout" Target="/ppt/slideLayouts/slideLayout1.xml" Id="R9d2412b0eefe4e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2412b0eefe4e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6d12c5d68743d4" /><Relationship Type="http://schemas.openxmlformats.org/officeDocument/2006/relationships/notesSlide" Target="/ppt/notesSlides/notesSlide1.xml" Id="R6a9ec57b44744f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07102a7b00489c" /><Relationship Type="http://schemas.openxmlformats.org/officeDocument/2006/relationships/notesSlide" Target="/ppt/notesSlides/notesSlide2.xml" Id="R021a44d1a37a49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78ff8e6a044c10" /><Relationship Type="http://schemas.openxmlformats.org/officeDocument/2006/relationships/notesSlide" Target="/ppt/notesSlides/notesSlide3.xml" Id="Rfdf7945a18284a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9d75f0b6b944ab" /><Relationship Type="http://schemas.openxmlformats.org/officeDocument/2006/relationships/notesSlide" Target="/ppt/notesSlides/notesSlide4.xml" Id="Rdabb0b51db1342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9cfa66e6d74ff4" /><Relationship Type="http://schemas.openxmlformats.org/officeDocument/2006/relationships/notesSlide" Target="/ppt/notesSlides/notesSlide5.xml" Id="Raae92c60587f4c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b673212cce429f" /><Relationship Type="http://schemas.openxmlformats.org/officeDocument/2006/relationships/notesSlide" Target="/ppt/notesSlides/notesSlide6.xml" Id="Rb09f38b46d3a42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8f1d9c7c4164c86" /><Relationship Type="http://schemas.openxmlformats.org/officeDocument/2006/relationships/notesSlide" Target="/ppt/notesSlides/notesSlide7.xml" Id="R38d45179fb654a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3b28f256394acb" /><Relationship Type="http://schemas.openxmlformats.org/officeDocument/2006/relationships/notesSlide" Target="/ppt/notesSlides/notesSlide8.xml" Id="R802c95a385cf442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B42085-701F-4B94-BC6E-6FD465273B6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89D9ED8A-7458-46AE-9940-50DE744539E3}"/>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0CEA6CD3-B880-4D35-B9D7-886866726453}"/>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1A9030AF-A140-4062-ABC3-DE3DE41399AA}"/>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COMMON CORE</a:t>
            </a:r>
          </a:p>
        </p:txBody>
      </p:sp>
      <p:sp>
        <p:nvSpPr>
          <p:cNvPr id="5" name="">
            <a:extLst xmlns:a="http://schemas.openxmlformats.org/drawingml/2006/main">
              <a:ext uri="{FF2B5EF4-FFF2-40B4-BE49-F238E27FC236}">
                <a16:creationId xmlns:a16="http://schemas.microsoft.com/office/drawing/2014/main" id="{1E4900A7-A567-428D-B804-B43DCDA0D2FF}"/>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FROM SIGNAL TO ACCOUNTABLE ACTION</a:t>
            </a:r>
          </a:p>
        </p:txBody>
      </p:sp>
      <p:sp>
        <p:nvSpPr>
          <p:cNvPr id="6" name="">
            <a:extLst xmlns:a="http://schemas.openxmlformats.org/drawingml/2006/main">
              <a:ext uri="{FF2B5EF4-FFF2-40B4-BE49-F238E27FC236}">
                <a16:creationId xmlns:a16="http://schemas.microsoft.com/office/drawing/2014/main" id="{50365173-67D0-4285-A529-893988BFBAEC}"/>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Turn scores into governed, capacity-aware review products.</a:t>
            </a:r>
          </a:p>
        </p:txBody>
      </p:sp>
      <p:sp>
        <p:nvSpPr>
          <p:cNvPr id="7" name="">
            <a:extLst xmlns:a="http://schemas.openxmlformats.org/drawingml/2006/main">
              <a:ext uri="{FF2B5EF4-FFF2-40B4-BE49-F238E27FC236}">
                <a16:creationId xmlns:a16="http://schemas.microsoft.com/office/drawing/2014/main" id="{8872E089-61FB-4C58-B000-7C798BA0D62C}"/>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V7_0_N05</a:t>
            </a:r>
          </a:p>
        </p:txBody>
      </p:sp>
      <p:sp>
        <p:nvSpPr>
          <p:cNvPr id="8" name="">
            <a:extLst xmlns:a="http://schemas.openxmlformats.org/drawingml/2006/main">
              <a:ext uri="{FF2B5EF4-FFF2-40B4-BE49-F238E27FC236}">
                <a16:creationId xmlns:a16="http://schemas.microsoft.com/office/drawing/2014/main" id="{97634E5D-718E-4EB5-9653-407D845F7B95}"/>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PU-B07-C05</a:t>
            </a:r>
          </a:p>
        </p:txBody>
      </p:sp>
      <p:sp>
        <p:nvSpPr>
          <p:cNvPr id="9" name="">
            <a:extLst xmlns:a="http://schemas.openxmlformats.org/drawingml/2006/main">
              <a:ext uri="{FF2B5EF4-FFF2-40B4-BE49-F238E27FC236}">
                <a16:creationId xmlns:a16="http://schemas.microsoft.com/office/drawing/2014/main" id="{9FC77F1E-48B0-4230-A052-4563E0AF4B17}"/>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84622483-772B-4F93-8DBC-26014C48482D}"/>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351836461"/>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6AD006B-04BD-4D9C-B500-43B960A689D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V7_0_N05</a:t>
            </a:r>
          </a:p>
        </p:txBody>
      </p:sp>
      <p:sp>
        <p:nvSpPr>
          <p:cNvPr id="2" name="">
            <a:extLst xmlns:a="http://schemas.openxmlformats.org/drawingml/2006/main">
              <a:ext uri="{FF2B5EF4-FFF2-40B4-BE49-F238E27FC236}">
                <a16:creationId xmlns:a16="http://schemas.microsoft.com/office/drawing/2014/main" id="{40661128-A85C-45B9-A730-F19D829CB7E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BBAFB310-D99B-460A-AE24-BBB1913AB0C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6BE1FC9-B278-48E4-927A-E7BDDE1D1429}"/>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221E3D0C-05DF-4097-9439-5B742C115562}"/>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Turn scores into governed, capacity-aware review products.</a:t>
            </a:r>
          </a:p>
        </p:txBody>
      </p:sp>
      <p:sp>
        <p:nvSpPr>
          <p:cNvPr id="6" name="">
            <a:extLst xmlns:a="http://schemas.openxmlformats.org/drawingml/2006/main">
              <a:ext uri="{FF2B5EF4-FFF2-40B4-BE49-F238E27FC236}">
                <a16:creationId xmlns:a16="http://schemas.microsoft.com/office/drawing/2014/main" id="{F50CEFF5-82B7-475B-AFAA-CABC3FE6C7BC}"/>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9F5997B9-65C6-4D38-ACCF-910DE458C4E4}"/>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9CE29A92-0C7F-492F-A888-00F7025B058A}"/>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Quality and uncertainty gate</a:t>
            </a:r>
          </a:p>
        </p:txBody>
      </p:sp>
      <p:sp>
        <p:nvSpPr>
          <p:cNvPr id="9" name="">
            <a:extLst xmlns:a="http://schemas.openxmlformats.org/drawingml/2006/main">
              <a:ext uri="{FF2B5EF4-FFF2-40B4-BE49-F238E27FC236}">
                <a16:creationId xmlns:a16="http://schemas.microsoft.com/office/drawing/2014/main" id="{D9D4C25F-9BE8-4057-92AF-3E9D9D0BFEE4}"/>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64738CA0-E529-4B1D-8028-0CBDA4C080AD}"/>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Capacity-aware queue</a:t>
            </a:r>
          </a:p>
        </p:txBody>
      </p:sp>
      <p:sp>
        <p:nvSpPr>
          <p:cNvPr id="11" name="">
            <a:extLst xmlns:a="http://schemas.openxmlformats.org/drawingml/2006/main">
              <a:ext uri="{FF2B5EF4-FFF2-40B4-BE49-F238E27FC236}">
                <a16:creationId xmlns:a16="http://schemas.microsoft.com/office/drawing/2014/main" id="{44A427CB-37E7-4BAA-B057-84B2FBB1B8F9}"/>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FE958E9B-88E6-4C8F-A280-40ED35A4E503}"/>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Dashboard contract</a:t>
            </a:r>
          </a:p>
        </p:txBody>
      </p:sp>
      <p:sp>
        <p:nvSpPr>
          <p:cNvPr id="13" name="">
            <a:extLst xmlns:a="http://schemas.openxmlformats.org/drawingml/2006/main">
              <a:ext uri="{FF2B5EF4-FFF2-40B4-BE49-F238E27FC236}">
                <a16:creationId xmlns:a16="http://schemas.microsoft.com/office/drawing/2014/main" id="{C963B56D-A214-43F8-BB91-8926B6E6F19E}"/>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A07AC69-88E9-4CB9-860B-BB12F9D5202E}"/>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Deduplication and escalation</a:t>
            </a:r>
          </a:p>
        </p:txBody>
      </p:sp>
      <p:sp>
        <p:nvSpPr>
          <p:cNvPr id="15" name="">
            <a:extLst xmlns:a="http://schemas.openxmlformats.org/drawingml/2006/main">
              <a:ext uri="{FF2B5EF4-FFF2-40B4-BE49-F238E27FC236}">
                <a16:creationId xmlns:a16="http://schemas.microsoft.com/office/drawing/2014/main" id="{E6061AB0-B363-4EA7-AE08-F3169635F15B}"/>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4451464F-AA79-4484-9872-8E21B80D47C0}"/>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Monitoring and retirement</a:t>
            </a:r>
          </a:p>
        </p:txBody>
      </p:sp>
      <p:sp>
        <p:nvSpPr>
          <p:cNvPr id="17" name="">
            <a:extLst xmlns:a="http://schemas.openxmlformats.org/drawingml/2006/main">
              <a:ext uri="{FF2B5EF4-FFF2-40B4-BE49-F238E27FC236}">
                <a16:creationId xmlns:a16="http://schemas.microsoft.com/office/drawing/2014/main" id="{E4CAC236-6D8B-491A-B11D-B88987B81DAB}"/>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99392265"/>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790303E-1AB4-4336-A41E-4943BD414A9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V7_0_N05</a:t>
            </a:r>
          </a:p>
        </p:txBody>
      </p:sp>
      <p:sp>
        <p:nvSpPr>
          <p:cNvPr id="2" name="">
            <a:extLst xmlns:a="http://schemas.openxmlformats.org/drawingml/2006/main">
              <a:ext uri="{FF2B5EF4-FFF2-40B4-BE49-F238E27FC236}">
                <a16:creationId xmlns:a16="http://schemas.microsoft.com/office/drawing/2014/main" id="{02CB183E-8107-447A-92B0-429F13C34D4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7A636CCD-CBBD-4F72-ABE7-91E611D14D5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232BC82-F4CD-4C08-B92F-F6511B4C08C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D21E9957-B6F3-438E-8CB4-9D70060AE453}"/>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B1BC56B-39B6-4A4C-A9EB-D969E86DABA5}"/>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332E14C0-9C70-4C46-9AFC-97C2E080008D}"/>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Quality and uncertainty gate</a:t>
            </a:r>
          </a:p>
        </p:txBody>
      </p:sp>
      <p:sp>
        <p:nvSpPr>
          <p:cNvPr id="8" name="">
            <a:extLst xmlns:a="http://schemas.openxmlformats.org/drawingml/2006/main">
              <a:ext uri="{FF2B5EF4-FFF2-40B4-BE49-F238E27FC236}">
                <a16:creationId xmlns:a16="http://schemas.microsoft.com/office/drawing/2014/main" id="{6ED030DD-EEC3-4E52-AFDD-BCB0EC76C4D8}"/>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D084109B-BEB5-4B8C-8BEA-5FBF0485AC16}"/>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07F095D6-1675-4CAA-8DAB-4FC32A7DE9E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Capacity-aware queue</a:t>
            </a:r>
          </a:p>
        </p:txBody>
      </p:sp>
      <p:sp>
        <p:nvSpPr>
          <p:cNvPr id="11" name="">
            <a:extLst xmlns:a="http://schemas.openxmlformats.org/drawingml/2006/main">
              <a:ext uri="{FF2B5EF4-FFF2-40B4-BE49-F238E27FC236}">
                <a16:creationId xmlns:a16="http://schemas.microsoft.com/office/drawing/2014/main" id="{1F6FD4EC-3DA9-471D-8AF8-D359FF10F5F8}"/>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19E724F-CA00-4EEC-AD1E-900C4F54ADA3}"/>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156C589F-37B7-42AC-8A26-751ECD7C9788}"/>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Dashboard contract</a:t>
            </a:r>
          </a:p>
        </p:txBody>
      </p:sp>
      <p:sp>
        <p:nvSpPr>
          <p:cNvPr id="14" name="">
            <a:extLst xmlns:a="http://schemas.openxmlformats.org/drawingml/2006/main">
              <a:ext uri="{FF2B5EF4-FFF2-40B4-BE49-F238E27FC236}">
                <a16:creationId xmlns:a16="http://schemas.microsoft.com/office/drawing/2014/main" id="{DBC0E9FA-6CF8-4D4F-86B4-C2D8C34D0FE9}"/>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9A89F467-03C3-4599-BA8E-7EACB65401F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03CDF674-4FD0-4562-8D89-E3EA8D422DA4}"/>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Deduplication and escalation</a:t>
            </a:r>
          </a:p>
        </p:txBody>
      </p:sp>
      <p:sp>
        <p:nvSpPr>
          <p:cNvPr id="17" name="">
            <a:extLst xmlns:a="http://schemas.openxmlformats.org/drawingml/2006/main">
              <a:ext uri="{FF2B5EF4-FFF2-40B4-BE49-F238E27FC236}">
                <a16:creationId xmlns:a16="http://schemas.microsoft.com/office/drawing/2014/main" id="{CEC2224E-8270-4995-9F32-EDF2DD1F6882}"/>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6344A22-8DC7-41EC-A365-3B6412A9914C}"/>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1F299720-649D-4690-BEF9-D506DE38B4F0}"/>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Monitoring and retirement</a:t>
            </a:r>
          </a:p>
        </p:txBody>
      </p:sp>
      <p:sp>
        <p:nvSpPr>
          <p:cNvPr id="20" name="">
            <a:extLst xmlns:a="http://schemas.openxmlformats.org/drawingml/2006/main">
              <a:ext uri="{FF2B5EF4-FFF2-40B4-BE49-F238E27FC236}">
                <a16:creationId xmlns:a16="http://schemas.microsoft.com/office/drawing/2014/main" id="{38182BA1-F694-431A-B436-891F72540062}"/>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332950811"/>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7734C4-E5E4-492A-8CDB-B32A407C1AC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V7_0_N05</a:t>
            </a:r>
          </a:p>
        </p:txBody>
      </p:sp>
      <p:sp>
        <p:nvSpPr>
          <p:cNvPr id="2" name="">
            <a:extLst xmlns:a="http://schemas.openxmlformats.org/drawingml/2006/main">
              <a:ext uri="{FF2B5EF4-FFF2-40B4-BE49-F238E27FC236}">
                <a16:creationId xmlns:a16="http://schemas.microsoft.com/office/drawing/2014/main" id="{5E7A886A-DCD5-4382-A917-3B3E99CE603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DABB9CDF-D83B-419F-9BF6-3FC63894FFC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4D8A64B-2017-49B4-8404-30C0D1E4463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1348C1F6-35CB-4814-BFC0-EE446954A7C9}"/>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FD5202F0-9CFC-41E6-9190-FECA1CF6B21F}"/>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38F3E9A1-C9B4-4E15-9861-12318C2F6820}"/>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Repeated alerts update one governed case with acknowledgement, resolution, and expiry times.</a:t>
            </a:r>
          </a:p>
        </p:txBody>
      </p:sp>
      <p:sp>
        <p:nvSpPr>
          <p:cNvPr id="8" name="">
            <a:extLst xmlns:a="http://schemas.openxmlformats.org/drawingml/2006/main">
              <a:ext uri="{FF2B5EF4-FFF2-40B4-BE49-F238E27FC236}">
                <a16:creationId xmlns:a16="http://schemas.microsoft.com/office/drawing/2014/main" id="{E5136352-18AF-42A7-8A08-6DEAA6192DCC}"/>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B66E7E71-0168-4261-AA9B-4452C8EC05BE}"/>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03149FD9-FE1E-4289-8BBC-1B85BBFF1DFE}"/>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02D25EC9-A18C-4CC9-8570-800AEA117E8D}"/>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561354495"/>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2FD39A4-F80D-4115-98A3-5B2318D291B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V7_0_N05</a:t>
            </a:r>
          </a:p>
        </p:txBody>
      </p:sp>
      <p:sp>
        <p:nvSpPr>
          <p:cNvPr id="2" name="">
            <a:extLst xmlns:a="http://schemas.openxmlformats.org/drawingml/2006/main">
              <a:ext uri="{FF2B5EF4-FFF2-40B4-BE49-F238E27FC236}">
                <a16:creationId xmlns:a16="http://schemas.microsoft.com/office/drawing/2014/main" id="{A5332BB2-D57B-46CC-ADAE-31125EE5E7F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D363A9C4-5036-4617-9ED7-5D741536AD1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A9C8F19-861E-4DBB-A5DF-E13AD1A6DB6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FDB91185-81B6-4D2D-A90D-68E3947B9066}"/>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Produce a decision brief linking signal, evidence, uncertainty, owner, safeguards, and follow-up.</a:t>
            </a:r>
          </a:p>
        </p:txBody>
      </p:sp>
      <p:sp>
        <p:nvSpPr>
          <p:cNvPr id="6" name="">
            <a:extLst xmlns:a="http://schemas.openxmlformats.org/drawingml/2006/main">
              <a:ext uri="{FF2B5EF4-FFF2-40B4-BE49-F238E27FC236}">
                <a16:creationId xmlns:a16="http://schemas.microsoft.com/office/drawing/2014/main" id="{066B27D3-0580-4904-9CF6-7D856AFACCC3}"/>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0E1DFD13-380C-4266-9ED6-EAE36D3BCB6F}"/>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C80BAD3C-559C-48BD-989F-7491A8F896BC}"/>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F417908-245F-4B15-9C5A-C1306F930873}"/>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DADE1FF-5E10-44AF-BFB6-F806593DFD12}"/>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175F715D-D09B-4C3D-8E6C-DCB6088339F9}"/>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CAED3650-A4E5-4C89-8551-1EE2A42D004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F454C92-C358-42E8-94DF-C8E390EE8ED3}"/>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DD501C8-CA8A-484F-AB30-190B8629880C}"/>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7B55323B-5374-4467-9AAC-0D3A5D00330F}"/>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B667561E-95FC-4F22-9C9B-950E4A6D886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51620F3-CF79-4B3E-9235-AB9EC2D55196}"/>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948124211"/>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D7304BD-8CFE-4AB9-B14C-B50FF5ACA73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V7_0_N05</a:t>
            </a:r>
          </a:p>
        </p:txBody>
      </p:sp>
      <p:sp>
        <p:nvSpPr>
          <p:cNvPr id="2" name="">
            <a:extLst xmlns:a="http://schemas.openxmlformats.org/drawingml/2006/main">
              <a:ext uri="{FF2B5EF4-FFF2-40B4-BE49-F238E27FC236}">
                <a16:creationId xmlns:a16="http://schemas.microsoft.com/office/drawing/2014/main" id="{3586B853-1BB9-489A-A404-832042A9A35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0CD90265-CBE5-4F31-B490-C918F44D436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56893DD-B1E6-44A9-9A17-8DD87F5E75F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EFB03D7B-929D-4077-ADFA-875191ED90B8}"/>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3CBB1A5E-921B-41AC-AF05-440F6BF4DD3E}"/>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CD1287CE-64B7-4BBB-B36F-F3DB501677A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E3B58CE6-53EB-40C4-A50B-235A72270944}"/>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45A1AA52-80DE-4DC6-8F6C-EB06DDC35C97}"/>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705C37C4-C44E-4288-8BE8-D11F0BDFB229}"/>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2E634ED-7995-4E2B-9569-12BC3F4EDBBC}"/>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194345E5-3DD3-4F41-A6D0-3D6D5017514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76BC3B0A-D0A8-41B2-A09D-1ADF05F44C59}"/>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6175EA67-29A3-4368-9579-31EEB39362F6}"/>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965048127"/>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9ABE02C-183D-49DA-B773-66F4430C8B3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V7_0_N05</a:t>
            </a:r>
          </a:p>
        </p:txBody>
      </p:sp>
      <p:sp>
        <p:nvSpPr>
          <p:cNvPr id="2" name="">
            <a:extLst xmlns:a="http://schemas.openxmlformats.org/drawingml/2006/main">
              <a:ext uri="{FF2B5EF4-FFF2-40B4-BE49-F238E27FC236}">
                <a16:creationId xmlns:a16="http://schemas.microsoft.com/office/drawing/2014/main" id="{113EB00F-BE8B-4FCE-B4F5-1A6BCF6B612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5D3C1C33-379E-4DB3-8BD3-6D872E4260D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90A6655-93FA-4D07-BF9C-DD4341D2AAF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F7392AD7-81B8-41DA-A93E-472BEE2EDFEA}"/>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21484C71-C780-47BD-8E3E-47AFA90DCAAE}"/>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B2308122-52DB-4BD4-A7BF-1B1B5D4438DB}"/>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FD45B691-9F39-4A71-A82D-5F0B3FD8A261}"/>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C41356BB-84A2-4680-A7C8-F89A10550CBF}"/>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82EABEFC-7360-497A-90B5-3650D23252A8}"/>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21239848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37FDD71-CC04-41CB-B6A3-C26C997C8ECF}"/>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EEC31F07-48AA-4285-9E9D-49EBDB9EB02F}"/>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46484266-3D6F-46F9-8FC5-D39A332EAB47}"/>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Quality and uncertainty gate</a:t>
            </a:r>
          </a:p>
        </p:txBody>
      </p:sp>
      <p:sp>
        <p:nvSpPr>
          <p:cNvPr id="4" name="">
            <a:extLst xmlns:a="http://schemas.openxmlformats.org/drawingml/2006/main">
              <a:ext uri="{FF2B5EF4-FFF2-40B4-BE49-F238E27FC236}">
                <a16:creationId xmlns:a16="http://schemas.microsoft.com/office/drawing/2014/main" id="{13756CF1-B4E3-4C2A-B5FA-AFA3741B0170}"/>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5BE93B8F-F401-4789-AC6D-77408870E7B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Capacity-aware queue</a:t>
            </a:r>
          </a:p>
        </p:txBody>
      </p:sp>
      <p:sp>
        <p:nvSpPr>
          <p:cNvPr id="6" name="">
            <a:extLst xmlns:a="http://schemas.openxmlformats.org/drawingml/2006/main">
              <a:ext uri="{FF2B5EF4-FFF2-40B4-BE49-F238E27FC236}">
                <a16:creationId xmlns:a16="http://schemas.microsoft.com/office/drawing/2014/main" id="{ECB9D69E-8F88-4D45-928F-A4135B3A9B11}"/>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F69FC0BB-48F5-4E93-99C0-1DD17193B1BF}"/>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Dashboard contract</a:t>
            </a:r>
          </a:p>
        </p:txBody>
      </p:sp>
      <p:sp>
        <p:nvSpPr>
          <p:cNvPr id="8" name="">
            <a:extLst xmlns:a="http://schemas.openxmlformats.org/drawingml/2006/main">
              <a:ext uri="{FF2B5EF4-FFF2-40B4-BE49-F238E27FC236}">
                <a16:creationId xmlns:a16="http://schemas.microsoft.com/office/drawing/2014/main" id="{04F085E6-4CB2-4314-A7CF-002121262F01}"/>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0B4393C1-B0CA-4D0D-B15A-A26E0D4C5DD3}"/>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Deduplication and escalation</a:t>
            </a:r>
          </a:p>
        </p:txBody>
      </p:sp>
      <p:sp>
        <p:nvSpPr>
          <p:cNvPr id="10" name="">
            <a:extLst xmlns:a="http://schemas.openxmlformats.org/drawingml/2006/main">
              <a:ext uri="{FF2B5EF4-FFF2-40B4-BE49-F238E27FC236}">
                <a16:creationId xmlns:a16="http://schemas.microsoft.com/office/drawing/2014/main" id="{8DA6AAE3-A1B8-4F6B-9F0B-34ADBC5F06ED}"/>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17F80FE4-DF88-42C1-A36A-DEB34DE8BE19}"/>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Monitoring and retirement</a:t>
            </a:r>
          </a:p>
        </p:txBody>
      </p:sp>
      <p:sp>
        <p:nvSpPr>
          <p:cNvPr id="12" name="">
            <a:extLst xmlns:a="http://schemas.openxmlformats.org/drawingml/2006/main">
              <a:ext uri="{FF2B5EF4-FFF2-40B4-BE49-F238E27FC236}">
                <a16:creationId xmlns:a16="http://schemas.microsoft.com/office/drawing/2014/main" id="{379C2371-7113-4A0D-988F-2551F8290B6E}"/>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783001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2026-09-04T14:32:47.8160000Z</dcterms:created>
  <dcterms:modified xsi:type="dcterms:W3CDTF">2026-09-04T14:32:47.8160000Z</dcterms:modified>
</coreProperties>
</file>