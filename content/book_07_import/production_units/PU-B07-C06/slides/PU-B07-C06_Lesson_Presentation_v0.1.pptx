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aded84fad04e6a" /><Relationship Type="http://schemas.openxmlformats.org/officeDocument/2006/relationships/extended-properties" Target="/docProps/app.xml" Id="Ra2057c70e57e4f66" /><Relationship Type="http://schemas.openxmlformats.org/officeDocument/2006/relationships/officeDocument" Target="/ppt/presentation.xml" Id="Rd4a6412c952b4774" /></Relationships>
</file>

<file path=ppt/presentation.xml><?xml version="1.0" encoding="utf-8"?>
<p:presentation xmlns:p="http://schemas.openxmlformats.org/presentationml/2006/main">
  <p:sldMasterIdLst>
    <p:sldMasterId xmlns:r="http://schemas.openxmlformats.org/officeDocument/2006/relationships" id="2147483648" r:id="R0d44d95dc8304d23"/>
  </p:sldMasterIdLst>
  <p:notesMasterIdLst>
    <p:notesMasterId xmlns:r="http://schemas.openxmlformats.org/officeDocument/2006/relationships" r:id="R25c38a121e754aa3"/>
  </p:notesMasterIdLst>
  <p:sldIdLst>
    <p:sldId xmlns:r="http://schemas.openxmlformats.org/officeDocument/2006/relationships" id="256" r:id="Ra0a4079373494ff2"/>
    <p:sldId xmlns:r="http://schemas.openxmlformats.org/officeDocument/2006/relationships" id="257" r:id="R8ebff9a638e5409d"/>
    <p:sldId xmlns:r="http://schemas.openxmlformats.org/officeDocument/2006/relationships" id="258" r:id="Reef784a23bde4315"/>
    <p:sldId xmlns:r="http://schemas.openxmlformats.org/officeDocument/2006/relationships" id="259" r:id="Rb4c04ae70e134dbe"/>
    <p:sldId xmlns:r="http://schemas.openxmlformats.org/officeDocument/2006/relationships" id="260" r:id="R08fc9619d3bd4e4f"/>
    <p:sldId xmlns:r="http://schemas.openxmlformats.org/officeDocument/2006/relationships" id="261" r:id="Rb55be82fb2f54fb6"/>
    <p:sldId xmlns:r="http://schemas.openxmlformats.org/officeDocument/2006/relationships" id="262" r:id="R41bec4a118f94873"/>
    <p:sldId xmlns:r="http://schemas.openxmlformats.org/officeDocument/2006/relationships" id="263" r:id="Rc0e3bd1b744a44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b086b789a44e8f" /><Relationship Type="http://schemas.openxmlformats.org/officeDocument/2006/relationships/slideMaster" Target="/ppt/slideMasters/slideMaster1.xml" Id="R0d44d95dc8304d23" /><Relationship Type="http://schemas.openxmlformats.org/officeDocument/2006/relationships/notesMaster" Target="/ppt/notesMasters/notesMaster1.xml" Id="R25c38a121e754aa3" /><Relationship Type="http://schemas.openxmlformats.org/officeDocument/2006/relationships/presProps" Target="/ppt/presProps.xml" Id="Rb3dd5ea62e8549e8" /><Relationship Type="http://schemas.openxmlformats.org/officeDocument/2006/relationships/tableStyles" Target="/ppt/tableStyles.xml" Id="R0c4bcce83c564869" /><Relationship Type="http://schemas.openxmlformats.org/officeDocument/2006/relationships/slide" Target="/ppt/slides/slide1.xml" Id="Ra0a4079373494ff2" /><Relationship Type="http://schemas.openxmlformats.org/officeDocument/2006/relationships/slide" Target="/ppt/slides/slide2.xml" Id="R8ebff9a638e5409d" /><Relationship Type="http://schemas.openxmlformats.org/officeDocument/2006/relationships/slide" Target="/ppt/slides/slide3.xml" Id="Reef784a23bde4315" /><Relationship Type="http://schemas.openxmlformats.org/officeDocument/2006/relationships/slide" Target="/ppt/slides/slide4.xml" Id="Rb4c04ae70e134dbe" /><Relationship Type="http://schemas.openxmlformats.org/officeDocument/2006/relationships/slide" Target="/ppt/slides/slide5.xml" Id="R08fc9619d3bd4e4f" /><Relationship Type="http://schemas.openxmlformats.org/officeDocument/2006/relationships/slide" Target="/ppt/slides/slide6.xml" Id="Rb55be82fb2f54fb6" /><Relationship Type="http://schemas.openxmlformats.org/officeDocument/2006/relationships/slide" Target="/ppt/slides/slide7.xml" Id="R41bec4a118f94873" /><Relationship Type="http://schemas.openxmlformats.org/officeDocument/2006/relationships/slide" Target="/ppt/slides/slide8.xml" Id="Rc0e3bd1b744a44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99aab664b84c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3a3bb9eb5e47c9" /><Relationship Type="http://schemas.openxmlformats.org/officeDocument/2006/relationships/notesMaster" Target="/ppt/notesMasters/notesMaster1.xml" Id="Reb9d8707721944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84e8da700e4cc4" /><Relationship Type="http://schemas.openxmlformats.org/officeDocument/2006/relationships/notesMaster" Target="/ppt/notesMasters/notesMaster1.xml" Id="Rc1835bf50acd4a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1c6f1e3c144a1a" /><Relationship Type="http://schemas.openxmlformats.org/officeDocument/2006/relationships/notesMaster" Target="/ppt/notesMasters/notesMaster1.xml" Id="R55cc45f7842146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6e87b7ec684af1" /><Relationship Type="http://schemas.openxmlformats.org/officeDocument/2006/relationships/notesMaster" Target="/ppt/notesMasters/notesMaster1.xml" Id="R6e05bbe11fbf41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3c56cffd904c1e" /><Relationship Type="http://schemas.openxmlformats.org/officeDocument/2006/relationships/notesMaster" Target="/ppt/notesMasters/notesMaster1.xml" Id="R09da46b6361a41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0fddb1f3a8401c" /><Relationship Type="http://schemas.openxmlformats.org/officeDocument/2006/relationships/notesMaster" Target="/ppt/notesMasters/notesMaster1.xml" Id="R472dbc5823414b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0b01a082c34e40" /><Relationship Type="http://schemas.openxmlformats.org/officeDocument/2006/relationships/notesMaster" Target="/ppt/notesMasters/notesMaster1.xml" Id="R2bf418a400364a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7d54ace2554213" /><Relationship Type="http://schemas.openxmlformats.org/officeDocument/2006/relationships/notesMaster" Target="/ppt/notesMasters/notesMaster1.xml" Id="Rf9c183ffb99846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Operate the Agricultural Intelligence Platform. This lesson begins with one principle: run agricultural intelligence as a governed decision service. We will connect that principle to an accountable agricultural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V7_A_N01,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Run agricultural intelligence as a governed decision service. The five controls shown here are Platform owner, Decision contract, Review gates, Referral path, Authority boundary. Together, they prevent an agricultural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V7_A_N01,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platform owner, move through decision contract and review gates, and finish with referral path and authority boundary.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V7_A_N01,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agricultural example. Crop, weather, and market signals prioritize authorized agronomic review—not automatic intervention.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V7_A_N01,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Inspect the platform contract and test ownership, escalation, and abstention gates.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V7_A_N01,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agricultural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V7_A_N01,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V7_A_N01,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platform owner clear? Is decision contract documented? Is review gates testable? Is referral path governed? And is authority boundary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V7_A_N01,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320ce8ad4441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24856c322b4905" /><Relationship Type="http://schemas.openxmlformats.org/officeDocument/2006/relationships/slideLayout" Target="/ppt/slideLayouts/slideLayout1.xml" Id="R8862fe8ee6ce4e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62fe8ee6ce4e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3d26e7ca5545f0" /><Relationship Type="http://schemas.openxmlformats.org/officeDocument/2006/relationships/notesSlide" Target="/ppt/notesSlides/notesSlide1.xml" Id="Rfcede277444646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5126d26ef434e78" /><Relationship Type="http://schemas.openxmlformats.org/officeDocument/2006/relationships/notesSlide" Target="/ppt/notesSlides/notesSlide2.xml" Id="Rd9b4296f1fc84e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f41fc2cad974c54" /><Relationship Type="http://schemas.openxmlformats.org/officeDocument/2006/relationships/notesSlide" Target="/ppt/notesSlides/notesSlide3.xml" Id="R9a91428250bf44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dca1ce8c5047fa" /><Relationship Type="http://schemas.openxmlformats.org/officeDocument/2006/relationships/notesSlide" Target="/ppt/notesSlides/notesSlide4.xml" Id="R9b7a19c39df546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eaa4aee6904d7e" /><Relationship Type="http://schemas.openxmlformats.org/officeDocument/2006/relationships/notesSlide" Target="/ppt/notesSlides/notesSlide5.xml" Id="R5e11cdc95c9d48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9c72cdea0f4509" /><Relationship Type="http://schemas.openxmlformats.org/officeDocument/2006/relationships/notesSlide" Target="/ppt/notesSlides/notesSlide6.xml" Id="R22b5284fbe0f47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60a2142aff84264" /><Relationship Type="http://schemas.openxmlformats.org/officeDocument/2006/relationships/notesSlide" Target="/ppt/notesSlides/notesSlide7.xml" Id="Rd2f0b88b20d441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d2149b993dd4d9e" /><Relationship Type="http://schemas.openxmlformats.org/officeDocument/2006/relationships/notesSlide" Target="/ppt/notesSlides/notesSlide8.xml" Id="Raf377d4c23d147bc"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17FCF07-102B-4E18-8F43-857AFACFDBD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19CAE474-CF13-4E29-8911-079DD14DDC9A}"/>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BFABCD13-5D0C-401F-8A7E-707782B661CB}"/>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A121A811-2C4B-430F-8120-1E2F995CACB8}"/>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AGRICULTURE TRACK</a:t>
            </a:r>
          </a:p>
        </p:txBody>
      </p:sp>
      <p:sp>
        <p:nvSpPr>
          <p:cNvPr id="5" name="">
            <a:extLst xmlns:a="http://schemas.openxmlformats.org/drawingml/2006/main">
              <a:ext uri="{FF2B5EF4-FFF2-40B4-BE49-F238E27FC236}">
                <a16:creationId xmlns:a16="http://schemas.microsoft.com/office/drawing/2014/main" id="{BA2F60BA-152B-4045-A078-F63550565597}"/>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OPERATE THE AGRICULTURAL INTELLIGENCE PLATFORM</a:t>
            </a:r>
          </a:p>
        </p:txBody>
      </p:sp>
      <p:sp>
        <p:nvSpPr>
          <p:cNvPr id="6" name="">
            <a:extLst xmlns:a="http://schemas.openxmlformats.org/drawingml/2006/main">
              <a:ext uri="{FF2B5EF4-FFF2-40B4-BE49-F238E27FC236}">
                <a16:creationId xmlns:a16="http://schemas.microsoft.com/office/drawing/2014/main" id="{451AECBF-6E57-4A87-89B7-886CD268AA37}"/>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Run agricultural intelligence as a governed decision service.</a:t>
            </a:r>
          </a:p>
        </p:txBody>
      </p:sp>
      <p:sp>
        <p:nvSpPr>
          <p:cNvPr id="7" name="">
            <a:extLst xmlns:a="http://schemas.openxmlformats.org/drawingml/2006/main">
              <a:ext uri="{FF2B5EF4-FFF2-40B4-BE49-F238E27FC236}">
                <a16:creationId xmlns:a16="http://schemas.microsoft.com/office/drawing/2014/main" id="{9A4EA9FA-649C-43D4-85FA-112864CD8614}"/>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V7_A_N01</a:t>
            </a:r>
          </a:p>
        </p:txBody>
      </p:sp>
      <p:sp>
        <p:nvSpPr>
          <p:cNvPr id="8" name="">
            <a:extLst xmlns:a="http://schemas.openxmlformats.org/drawingml/2006/main">
              <a:ext uri="{FF2B5EF4-FFF2-40B4-BE49-F238E27FC236}">
                <a16:creationId xmlns:a16="http://schemas.microsoft.com/office/drawing/2014/main" id="{2E73BA30-0043-4BDD-9D9A-151E70EADAB0}"/>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PU-B07-C06</a:t>
            </a:r>
          </a:p>
        </p:txBody>
      </p:sp>
      <p:sp>
        <p:nvSpPr>
          <p:cNvPr id="9" name="">
            <a:extLst xmlns:a="http://schemas.openxmlformats.org/drawingml/2006/main">
              <a:ext uri="{FF2B5EF4-FFF2-40B4-BE49-F238E27FC236}">
                <a16:creationId xmlns:a16="http://schemas.microsoft.com/office/drawing/2014/main" id="{48C2E0EF-2B9D-49E9-AC52-8C8D2FF4A8F4}"/>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EB07B029-BF30-42A1-8D55-4D7514AEC1F3}"/>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74147024"/>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EACEC90-6919-4D42-9876-95DA910B30C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V7_A_N01</a:t>
            </a:r>
          </a:p>
        </p:txBody>
      </p:sp>
      <p:sp>
        <p:nvSpPr>
          <p:cNvPr id="2" name="">
            <a:extLst xmlns:a="http://schemas.openxmlformats.org/drawingml/2006/main">
              <a:ext uri="{FF2B5EF4-FFF2-40B4-BE49-F238E27FC236}">
                <a16:creationId xmlns:a16="http://schemas.microsoft.com/office/drawing/2014/main" id="{268F7584-552F-4514-9D50-D74798EC1DE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E98CB70D-FD7B-4C92-82B9-6887819FC77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9C9EFB2-1EE5-4917-99F4-0939B553B7BB}"/>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BC2633A3-6572-408B-BD0A-17ADC60148FD}"/>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Run agricultural intelligence as a governed decision service.</a:t>
            </a:r>
          </a:p>
        </p:txBody>
      </p:sp>
      <p:sp>
        <p:nvSpPr>
          <p:cNvPr id="6" name="">
            <a:extLst xmlns:a="http://schemas.openxmlformats.org/drawingml/2006/main">
              <a:ext uri="{FF2B5EF4-FFF2-40B4-BE49-F238E27FC236}">
                <a16:creationId xmlns:a16="http://schemas.microsoft.com/office/drawing/2014/main" id="{3CF3F895-8BDB-4BED-95F4-AACC37D7AA3E}"/>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69EC2AA3-E295-4874-8386-0822CE5BBF79}"/>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4A35E1F8-F967-4125-BD92-2A55BC526A33}"/>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Platform owner</a:t>
            </a:r>
          </a:p>
        </p:txBody>
      </p:sp>
      <p:sp>
        <p:nvSpPr>
          <p:cNvPr id="9" name="">
            <a:extLst xmlns:a="http://schemas.openxmlformats.org/drawingml/2006/main">
              <a:ext uri="{FF2B5EF4-FFF2-40B4-BE49-F238E27FC236}">
                <a16:creationId xmlns:a16="http://schemas.microsoft.com/office/drawing/2014/main" id="{2B40EEC7-71AC-4D26-838A-6CC08EA38E31}"/>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B6695049-74FA-4474-987E-C152AA3F7B02}"/>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Decision contract</a:t>
            </a:r>
          </a:p>
        </p:txBody>
      </p:sp>
      <p:sp>
        <p:nvSpPr>
          <p:cNvPr id="11" name="">
            <a:extLst xmlns:a="http://schemas.openxmlformats.org/drawingml/2006/main">
              <a:ext uri="{FF2B5EF4-FFF2-40B4-BE49-F238E27FC236}">
                <a16:creationId xmlns:a16="http://schemas.microsoft.com/office/drawing/2014/main" id="{03CD540B-C566-463A-B069-168BA7D0F924}"/>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285C5ABC-2265-4618-88B6-C1C69BD4AD49}"/>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Review gates</a:t>
            </a:r>
          </a:p>
        </p:txBody>
      </p:sp>
      <p:sp>
        <p:nvSpPr>
          <p:cNvPr id="13" name="">
            <a:extLst xmlns:a="http://schemas.openxmlformats.org/drawingml/2006/main">
              <a:ext uri="{FF2B5EF4-FFF2-40B4-BE49-F238E27FC236}">
                <a16:creationId xmlns:a16="http://schemas.microsoft.com/office/drawing/2014/main" id="{A9953CE0-C20B-4218-A238-D33946F857C0}"/>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0D407A08-4ECD-42BD-9C40-D4BB92897B05}"/>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Referral path</a:t>
            </a:r>
          </a:p>
        </p:txBody>
      </p:sp>
      <p:sp>
        <p:nvSpPr>
          <p:cNvPr id="15" name="">
            <a:extLst xmlns:a="http://schemas.openxmlformats.org/drawingml/2006/main">
              <a:ext uri="{FF2B5EF4-FFF2-40B4-BE49-F238E27FC236}">
                <a16:creationId xmlns:a16="http://schemas.microsoft.com/office/drawing/2014/main" id="{300DBBB9-8FE4-4849-A6A7-7AA87AE5DB4B}"/>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03129641-E9FD-48AD-805A-97E45D9D50DE}"/>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Authority boundary</a:t>
            </a:r>
          </a:p>
        </p:txBody>
      </p:sp>
      <p:sp>
        <p:nvSpPr>
          <p:cNvPr id="17" name="">
            <a:extLst xmlns:a="http://schemas.openxmlformats.org/drawingml/2006/main">
              <a:ext uri="{FF2B5EF4-FFF2-40B4-BE49-F238E27FC236}">
                <a16:creationId xmlns:a16="http://schemas.microsoft.com/office/drawing/2014/main" id="{4E13E8D9-FB2F-4373-B523-F0EC4C299368}"/>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2138300940"/>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3C66A01-9FE3-49D2-9E6E-274D9DE54FD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V7_A_N01</a:t>
            </a:r>
          </a:p>
        </p:txBody>
      </p:sp>
      <p:sp>
        <p:nvSpPr>
          <p:cNvPr id="2" name="">
            <a:extLst xmlns:a="http://schemas.openxmlformats.org/drawingml/2006/main">
              <a:ext uri="{FF2B5EF4-FFF2-40B4-BE49-F238E27FC236}">
                <a16:creationId xmlns:a16="http://schemas.microsoft.com/office/drawing/2014/main" id="{D8378E85-9F3A-428B-A083-C2A98AD0E18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20A3F0C0-5F3C-4707-A020-2A972D716C0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3970FBF-A43E-400B-8373-935CD33DB4E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573620DC-6B4F-4411-88CD-3FD4840A3935}"/>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D1692342-76E1-4042-9914-856761F8519E}"/>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65937621-5E00-414D-8283-166707107E62}"/>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Platform owner</a:t>
            </a:r>
          </a:p>
        </p:txBody>
      </p:sp>
      <p:sp>
        <p:nvSpPr>
          <p:cNvPr id="8" name="">
            <a:extLst xmlns:a="http://schemas.openxmlformats.org/drawingml/2006/main">
              <a:ext uri="{FF2B5EF4-FFF2-40B4-BE49-F238E27FC236}">
                <a16:creationId xmlns:a16="http://schemas.microsoft.com/office/drawing/2014/main" id="{97952D4C-2428-41AB-937D-EBB075416B81}"/>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1BD9103E-E2A1-4E99-83D3-796955E0BA68}"/>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EC676D32-AE2D-4AC5-8191-9F586F35D8B5}"/>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Decision contract</a:t>
            </a:r>
          </a:p>
        </p:txBody>
      </p:sp>
      <p:sp>
        <p:nvSpPr>
          <p:cNvPr id="11" name="">
            <a:extLst xmlns:a="http://schemas.openxmlformats.org/drawingml/2006/main">
              <a:ext uri="{FF2B5EF4-FFF2-40B4-BE49-F238E27FC236}">
                <a16:creationId xmlns:a16="http://schemas.microsoft.com/office/drawing/2014/main" id="{7505CE1A-390E-4B31-B72D-CD4670D9BB57}"/>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A685AC54-AC30-4CEF-8B27-A5AEF73EFD44}"/>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F1D55144-8681-44E7-8C7C-389510BB731E}"/>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Review gates</a:t>
            </a:r>
          </a:p>
        </p:txBody>
      </p:sp>
      <p:sp>
        <p:nvSpPr>
          <p:cNvPr id="14" name="">
            <a:extLst xmlns:a="http://schemas.openxmlformats.org/drawingml/2006/main">
              <a:ext uri="{FF2B5EF4-FFF2-40B4-BE49-F238E27FC236}">
                <a16:creationId xmlns:a16="http://schemas.microsoft.com/office/drawing/2014/main" id="{D08961C3-55F3-4ECD-A898-612DE92D4040}"/>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2DFE7B59-7FD0-45AB-9A9D-DBD27D01DA0F}"/>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2D6FCA9D-33E2-4C51-8FEC-58A27C20B3C1}"/>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Referral path</a:t>
            </a:r>
          </a:p>
        </p:txBody>
      </p:sp>
      <p:sp>
        <p:nvSpPr>
          <p:cNvPr id="17" name="">
            <a:extLst xmlns:a="http://schemas.openxmlformats.org/drawingml/2006/main">
              <a:ext uri="{FF2B5EF4-FFF2-40B4-BE49-F238E27FC236}">
                <a16:creationId xmlns:a16="http://schemas.microsoft.com/office/drawing/2014/main" id="{2E1D5BAC-AC8D-4ABE-A0F7-87FBE882F235}"/>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C2B84793-E554-4E1A-A925-676AE9B85F36}"/>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4F4C955B-D95D-4E3A-B2D1-475267786628}"/>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Authority boundary</a:t>
            </a:r>
          </a:p>
        </p:txBody>
      </p:sp>
      <p:sp>
        <p:nvSpPr>
          <p:cNvPr id="20" name="">
            <a:extLst xmlns:a="http://schemas.openxmlformats.org/drawingml/2006/main">
              <a:ext uri="{FF2B5EF4-FFF2-40B4-BE49-F238E27FC236}">
                <a16:creationId xmlns:a16="http://schemas.microsoft.com/office/drawing/2014/main" id="{DACFCED4-C52C-4E90-8C71-C2878536D2B8}"/>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350900054"/>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C3F2280-674D-4C9D-B716-B11F45CBFE9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V7_A_N01</a:t>
            </a:r>
          </a:p>
        </p:txBody>
      </p:sp>
      <p:sp>
        <p:nvSpPr>
          <p:cNvPr id="2" name="">
            <a:extLst xmlns:a="http://schemas.openxmlformats.org/drawingml/2006/main">
              <a:ext uri="{FF2B5EF4-FFF2-40B4-BE49-F238E27FC236}">
                <a16:creationId xmlns:a16="http://schemas.microsoft.com/office/drawing/2014/main" id="{128334DC-4B95-4CAB-B5B5-64CCAD96481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8977B173-79CB-4EFF-808A-B4F82B55C36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239DF16-5D2C-404B-BE97-E8CCC5C2D5C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89DB08A9-4068-4EB9-BD3A-91CDD84829E1}"/>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97B4C7D1-8A68-45D4-B691-48C81C24475E}"/>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9F153B68-0EFA-4A25-B47F-88B00BE5F785}"/>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Crop, weather, and market signals prioritize authorized agronomic review—not automatic intervention.</a:t>
            </a:r>
          </a:p>
        </p:txBody>
      </p:sp>
      <p:sp>
        <p:nvSpPr>
          <p:cNvPr id="8" name="">
            <a:extLst xmlns:a="http://schemas.openxmlformats.org/drawingml/2006/main">
              <a:ext uri="{FF2B5EF4-FFF2-40B4-BE49-F238E27FC236}">
                <a16:creationId xmlns:a16="http://schemas.microsoft.com/office/drawing/2014/main" id="{CCA4344F-6064-45D9-ABD2-CC8853FE426E}"/>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E0B0B0CD-58D8-4DAC-8D61-C49AD06EDB3A}"/>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CBE81CC3-CDDD-4507-AB5C-EC09600C1274}"/>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D32B0304-5D52-4185-923A-3FA63D382F18}"/>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575389923"/>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CAAF8BA-07AC-45A1-89DA-6E67313B704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V7_A_N01</a:t>
            </a:r>
          </a:p>
        </p:txBody>
      </p:sp>
      <p:sp>
        <p:nvSpPr>
          <p:cNvPr id="2" name="">
            <a:extLst xmlns:a="http://schemas.openxmlformats.org/drawingml/2006/main">
              <a:ext uri="{FF2B5EF4-FFF2-40B4-BE49-F238E27FC236}">
                <a16:creationId xmlns:a16="http://schemas.microsoft.com/office/drawing/2014/main" id="{69947CAD-8E59-4565-B81E-86B574287D5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13CFD85E-0E05-4D4A-B652-0A552516A48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EB1875C-D4DA-42CB-997B-F13CA50D74D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ED2D1178-C9FC-45E2-8F59-F189D5DF184B}"/>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Inspect the platform contract and test ownership, escalation, and abstention gates.</a:t>
            </a:r>
          </a:p>
        </p:txBody>
      </p:sp>
      <p:sp>
        <p:nvSpPr>
          <p:cNvPr id="6" name="">
            <a:extLst xmlns:a="http://schemas.openxmlformats.org/drawingml/2006/main">
              <a:ext uri="{FF2B5EF4-FFF2-40B4-BE49-F238E27FC236}">
                <a16:creationId xmlns:a16="http://schemas.microsoft.com/office/drawing/2014/main" id="{4AFE073C-F7E6-4FF6-80B7-8E55E8284EB0}"/>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53EC15BE-ED29-4A8F-927B-F23308F815A9}"/>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667F7456-50F6-4E4D-B23B-DF8660C0AFFE}"/>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4045CD52-9250-4231-9FE8-AE151EBA4302}"/>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AC23A585-69A6-461F-9498-091439F4ABD7}"/>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D5E17E91-8B0C-4FA0-B4D2-8EE00E771DB9}"/>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EA1F645A-DD81-4B1A-8A95-D0155C6A1BA1}"/>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B88B1A02-BD3B-45B4-8A95-0D38B1E41E43}"/>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116602DD-1311-486F-9517-F2040B8A7553}"/>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3D593493-EA80-4856-A0C1-F4C84394FB85}"/>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9519759C-DCA6-4EAA-8E03-E0BDEBF4A6A7}"/>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E7764C56-19BA-4C72-8E52-677FF52AC6BF}"/>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952108394"/>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64AD5B5-B46D-4CA0-8ACB-F1A474858FFA}"/>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V7_A_N01</a:t>
            </a:r>
          </a:p>
        </p:txBody>
      </p:sp>
      <p:sp>
        <p:nvSpPr>
          <p:cNvPr id="2" name="">
            <a:extLst xmlns:a="http://schemas.openxmlformats.org/drawingml/2006/main">
              <a:ext uri="{FF2B5EF4-FFF2-40B4-BE49-F238E27FC236}">
                <a16:creationId xmlns:a16="http://schemas.microsoft.com/office/drawing/2014/main" id="{177363F0-DD6D-4238-9001-8A204F9F9DC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F933AA33-D323-4E47-B034-88A0A7E806F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C523565-1036-4FF7-A427-3A80A95D39E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46F14D79-1238-4ECE-B520-95A9BAC36214}"/>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F9F79C9B-C80D-4FDE-A2F7-016ABFC5B41E}"/>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ABE200D2-8BFD-4A6F-82F1-CC866393E5CD}"/>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6DDAEA5E-C02B-45E1-B4A6-4A9E3866D3F8}"/>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38980880-C826-4AA7-9055-56A0B655484B}"/>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9A85EFC9-2170-4223-8C8C-C46CC3615562}"/>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C270DEF2-3003-45B3-B483-5041ECFDCE6B}"/>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2E3D9FAA-424D-4B9A-A001-90428D54833F}"/>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E97BCB91-3693-4A13-9726-B1E00F79ED0D}"/>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C048A678-ABCF-4511-8497-BE71F71E9AD0}"/>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815260945"/>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079855-C37E-4B64-B3D6-6B408794D68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V7_A_N01</a:t>
            </a:r>
          </a:p>
        </p:txBody>
      </p:sp>
      <p:sp>
        <p:nvSpPr>
          <p:cNvPr id="2" name="">
            <a:extLst xmlns:a="http://schemas.openxmlformats.org/drawingml/2006/main">
              <a:ext uri="{FF2B5EF4-FFF2-40B4-BE49-F238E27FC236}">
                <a16:creationId xmlns:a16="http://schemas.microsoft.com/office/drawing/2014/main" id="{71D1BB4B-840A-4D84-BEFF-5966C8D3E14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99B6AB4A-2014-4D04-BB78-0BBEBEAB1B5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F4F57CC-FB10-4321-A50F-A01D6BFC003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7F19BDE3-912D-400C-AC1A-FB3A55A637E8}"/>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612F8090-BD16-41A1-A895-2807162C7EBA}"/>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26415C1D-02FD-4E54-A564-41E68F97DF6C}"/>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6F1E628E-6453-4B32-97CD-5F56E203B768}"/>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0E69A0C4-3D6D-4E41-B903-E14E40FEB553}"/>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2CF02794-2CB8-4688-9317-1C1945E59D6C}"/>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934815566"/>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F2228C7-4D2E-46FE-BEFD-E36493BE5D6E}"/>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0F82AB95-08B4-42C9-AC58-4A8B30C9D9CE}"/>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93A44FE8-FC1A-499F-BCD2-15E19DE3414C}"/>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Platform owner</a:t>
            </a:r>
          </a:p>
        </p:txBody>
      </p:sp>
      <p:sp>
        <p:nvSpPr>
          <p:cNvPr id="4" name="">
            <a:extLst xmlns:a="http://schemas.openxmlformats.org/drawingml/2006/main">
              <a:ext uri="{FF2B5EF4-FFF2-40B4-BE49-F238E27FC236}">
                <a16:creationId xmlns:a16="http://schemas.microsoft.com/office/drawing/2014/main" id="{DA1913F5-D063-4611-8CDE-592BEDB6EE5E}"/>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A1CAC6DA-DA40-46AF-A5F9-F585F55A576C}"/>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Decision contract</a:t>
            </a:r>
          </a:p>
        </p:txBody>
      </p:sp>
      <p:sp>
        <p:nvSpPr>
          <p:cNvPr id="6" name="">
            <a:extLst xmlns:a="http://schemas.openxmlformats.org/drawingml/2006/main">
              <a:ext uri="{FF2B5EF4-FFF2-40B4-BE49-F238E27FC236}">
                <a16:creationId xmlns:a16="http://schemas.microsoft.com/office/drawing/2014/main" id="{F0D468B0-0D53-43FC-BD49-C27A91749748}"/>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288503EE-C48F-4EB9-BF1A-1294432EFD9D}"/>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Review gates</a:t>
            </a:r>
          </a:p>
        </p:txBody>
      </p:sp>
      <p:sp>
        <p:nvSpPr>
          <p:cNvPr id="8" name="">
            <a:extLst xmlns:a="http://schemas.openxmlformats.org/drawingml/2006/main">
              <a:ext uri="{FF2B5EF4-FFF2-40B4-BE49-F238E27FC236}">
                <a16:creationId xmlns:a16="http://schemas.microsoft.com/office/drawing/2014/main" id="{C00CEE09-84BB-4B72-8DC0-DA0F999E165A}"/>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08EEA5D5-7D9F-4A36-8B74-2E4264FDA478}"/>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Referral path</a:t>
            </a:r>
          </a:p>
        </p:txBody>
      </p:sp>
      <p:sp>
        <p:nvSpPr>
          <p:cNvPr id="10" name="">
            <a:extLst xmlns:a="http://schemas.openxmlformats.org/drawingml/2006/main">
              <a:ext uri="{FF2B5EF4-FFF2-40B4-BE49-F238E27FC236}">
                <a16:creationId xmlns:a16="http://schemas.microsoft.com/office/drawing/2014/main" id="{95464773-4603-47CD-9D24-4F5FAC358DD7}"/>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391B8F26-164B-4316-8781-9A6C25039ED7}"/>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Authority boundary</a:t>
            </a:r>
          </a:p>
        </p:txBody>
      </p:sp>
      <p:sp>
        <p:nvSpPr>
          <p:cNvPr id="12" name="">
            <a:extLst xmlns:a="http://schemas.openxmlformats.org/drawingml/2006/main">
              <a:ext uri="{FF2B5EF4-FFF2-40B4-BE49-F238E27FC236}">
                <a16:creationId xmlns:a16="http://schemas.microsoft.com/office/drawing/2014/main" id="{6E75AB9A-1606-46D3-BA13-1119829E2A59}"/>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8108459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2026-09-04T14:32:49.1050000Z</dcterms:created>
  <dcterms:modified xsi:type="dcterms:W3CDTF">2026-09-04T14:32:49.1050000Z</dcterms:modified>
</coreProperties>
</file>