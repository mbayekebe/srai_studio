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7db620cf964a1c" /><Relationship Type="http://schemas.openxmlformats.org/officeDocument/2006/relationships/extended-properties" Target="/docProps/app.xml" Id="Rd5dddbfce16548d9" /><Relationship Type="http://schemas.openxmlformats.org/officeDocument/2006/relationships/officeDocument" Target="/ppt/presentation.xml" Id="Rd5fc18730262425f" /></Relationships>
</file>

<file path=ppt/presentation.xml><?xml version="1.0" encoding="utf-8"?>
<p:presentation xmlns:p="http://schemas.openxmlformats.org/presentationml/2006/main">
  <p:sldMasterIdLst>
    <p:sldMasterId xmlns:r="http://schemas.openxmlformats.org/officeDocument/2006/relationships" id="2147483648" r:id="R345b4fcc962d4675"/>
  </p:sldMasterIdLst>
  <p:notesMasterIdLst>
    <p:notesMasterId xmlns:r="http://schemas.openxmlformats.org/officeDocument/2006/relationships" r:id="R63d5d1f060f044cb"/>
  </p:notesMasterIdLst>
  <p:sldIdLst>
    <p:sldId xmlns:r="http://schemas.openxmlformats.org/officeDocument/2006/relationships" id="256" r:id="R6704fd4bf9d144ac"/>
    <p:sldId xmlns:r="http://schemas.openxmlformats.org/officeDocument/2006/relationships" id="257" r:id="R493e59483e5446f0"/>
    <p:sldId xmlns:r="http://schemas.openxmlformats.org/officeDocument/2006/relationships" id="258" r:id="R317cde88887d4bb2"/>
    <p:sldId xmlns:r="http://schemas.openxmlformats.org/officeDocument/2006/relationships" id="259" r:id="R9bd2648c8f3c4706"/>
    <p:sldId xmlns:r="http://schemas.openxmlformats.org/officeDocument/2006/relationships" id="260" r:id="R3ceedd274997446e"/>
    <p:sldId xmlns:r="http://schemas.openxmlformats.org/officeDocument/2006/relationships" id="261" r:id="R10a31809858e4cc7"/>
    <p:sldId xmlns:r="http://schemas.openxmlformats.org/officeDocument/2006/relationships" id="262" r:id="Rc9279bd0849a49cf"/>
    <p:sldId xmlns:r="http://schemas.openxmlformats.org/officeDocument/2006/relationships" id="263" r:id="R17ab6638ee7445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8d5f40d32b4317" /><Relationship Type="http://schemas.openxmlformats.org/officeDocument/2006/relationships/slideMaster" Target="/ppt/slideMasters/slideMaster1.xml" Id="R345b4fcc962d4675" /><Relationship Type="http://schemas.openxmlformats.org/officeDocument/2006/relationships/notesMaster" Target="/ppt/notesMasters/notesMaster1.xml" Id="R63d5d1f060f044cb" /><Relationship Type="http://schemas.openxmlformats.org/officeDocument/2006/relationships/presProps" Target="/ppt/presProps.xml" Id="Rdb1c0e605dc34bf3" /><Relationship Type="http://schemas.openxmlformats.org/officeDocument/2006/relationships/tableStyles" Target="/ppt/tableStyles.xml" Id="Rbf5779446ef04e2b" /><Relationship Type="http://schemas.openxmlformats.org/officeDocument/2006/relationships/slide" Target="/ppt/slides/slide1.xml" Id="R6704fd4bf9d144ac" /><Relationship Type="http://schemas.openxmlformats.org/officeDocument/2006/relationships/slide" Target="/ppt/slides/slide2.xml" Id="R493e59483e5446f0" /><Relationship Type="http://schemas.openxmlformats.org/officeDocument/2006/relationships/slide" Target="/ppt/slides/slide3.xml" Id="R317cde88887d4bb2" /><Relationship Type="http://schemas.openxmlformats.org/officeDocument/2006/relationships/slide" Target="/ppt/slides/slide4.xml" Id="R9bd2648c8f3c4706" /><Relationship Type="http://schemas.openxmlformats.org/officeDocument/2006/relationships/slide" Target="/ppt/slides/slide5.xml" Id="R3ceedd274997446e" /><Relationship Type="http://schemas.openxmlformats.org/officeDocument/2006/relationships/slide" Target="/ppt/slides/slide6.xml" Id="R10a31809858e4cc7" /><Relationship Type="http://schemas.openxmlformats.org/officeDocument/2006/relationships/slide" Target="/ppt/slides/slide7.xml" Id="Rc9279bd0849a49cf" /><Relationship Type="http://schemas.openxmlformats.org/officeDocument/2006/relationships/slide" Target="/ppt/slides/slide8.xml" Id="R17ab6638ee7445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43ef3a89ae4d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54c53fca4c4a24" /><Relationship Type="http://schemas.openxmlformats.org/officeDocument/2006/relationships/notesMaster" Target="/ppt/notesMasters/notesMaster1.xml" Id="R0b007a47d02d48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8e44ae5e96412d" /><Relationship Type="http://schemas.openxmlformats.org/officeDocument/2006/relationships/notesMaster" Target="/ppt/notesMasters/notesMaster1.xml" Id="Ra9bb3f5aa0264f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60648d38174a28" /><Relationship Type="http://schemas.openxmlformats.org/officeDocument/2006/relationships/notesMaster" Target="/ppt/notesMasters/notesMaster1.xml" Id="R6b5bd2ef020a48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a6ae3caa9e4768" /><Relationship Type="http://schemas.openxmlformats.org/officeDocument/2006/relationships/notesMaster" Target="/ppt/notesMasters/notesMaster1.xml" Id="Rf0ca03e99a5d48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c24cc5d4db4bf4" /><Relationship Type="http://schemas.openxmlformats.org/officeDocument/2006/relationships/notesMaster" Target="/ppt/notesMasters/notesMaster1.xml" Id="R016b5e267f9245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669886c58e45fc" /><Relationship Type="http://schemas.openxmlformats.org/officeDocument/2006/relationships/notesMaster" Target="/ppt/notesMasters/notesMaster1.xml" Id="Re0fe7d415e4b4b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a4f90abe424fb3" /><Relationship Type="http://schemas.openxmlformats.org/officeDocument/2006/relationships/notesMaster" Target="/ppt/notesMasters/notesMaster1.xml" Id="Reba435ba56974a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393ef0e9454ddf" /><Relationship Type="http://schemas.openxmlformats.org/officeDocument/2006/relationships/notesMaster" Target="/ppt/notesMasters/notesMaster1.xml" Id="Ra31c9b74fa4940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National Education Intelligence Capstone. This lesson begins with one principle: national intelligence must integrate evidence, uncertainty, authority, and action.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National intelligence must integrate evidence, uncertainty, authority, and action. The five controls shown here are Integrated evidence, Equity, Capacity, Scenario, Accountability.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integrated evidence, move through equity and capacity, and finish with scenario and accountability.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national brief connects indicators, distributions, risks, owners, and review dates.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Assemble and validate an accountable national education decision product.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integrated evidence clear? Is equity documented? Is capacity testable? Is scenario governed? And is accountability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6716f1db5b41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6041406f9f47b4" /><Relationship Type="http://schemas.openxmlformats.org/officeDocument/2006/relationships/slideLayout" Target="/ppt/slideLayouts/slideLayout1.xml" Id="R0dd7fc89c23d46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d7fc89c23d46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5edfebd1cb4ee2" /><Relationship Type="http://schemas.openxmlformats.org/officeDocument/2006/relationships/notesSlide" Target="/ppt/notesSlides/notesSlide1.xml" Id="R3e427c5725ed4c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87582c332c4e14" /><Relationship Type="http://schemas.openxmlformats.org/officeDocument/2006/relationships/notesSlide" Target="/ppt/notesSlides/notesSlide2.xml" Id="Ra307ebe4399547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7054be3ca84e33" /><Relationship Type="http://schemas.openxmlformats.org/officeDocument/2006/relationships/notesSlide" Target="/ppt/notesSlides/notesSlide3.xml" Id="R93f375a9c36542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940fe8036441b3" /><Relationship Type="http://schemas.openxmlformats.org/officeDocument/2006/relationships/notesSlide" Target="/ppt/notesSlides/notesSlide4.xml" Id="Ra83b073e1b2940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f2d2d8781943d2" /><Relationship Type="http://schemas.openxmlformats.org/officeDocument/2006/relationships/notesSlide" Target="/ppt/notesSlides/notesSlide5.xml" Id="R8335ab047b2941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c0510d68e84d2b" /><Relationship Type="http://schemas.openxmlformats.org/officeDocument/2006/relationships/notesSlide" Target="/ppt/notesSlides/notesSlide6.xml" Id="R237874ee86a540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454215eff14386" /><Relationship Type="http://schemas.openxmlformats.org/officeDocument/2006/relationships/notesSlide" Target="/ppt/notesSlides/notesSlide7.xml" Id="Rac1ec947f5074e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a154e3e918403c" /><Relationship Type="http://schemas.openxmlformats.org/officeDocument/2006/relationships/notesSlide" Target="/ppt/notesSlides/notesSlide8.xml" Id="R01869d902f6d4f04"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E4CB90-FC98-4B6A-8A40-5F099586AC4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434509D1-8C2A-4552-914F-13A4BEC9D31C}"/>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40CE4478-0F66-450B-9765-4C31565A93E9}"/>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CDB862D0-5E0F-4969-B4CE-FF1563854001}"/>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3A25516C-8AA2-47B3-AFED-19B9A6932D89}"/>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NATIONAL EDUCATION INTELLIGENCE CAPSTONE</a:t>
            </a:r>
          </a:p>
        </p:txBody>
      </p:sp>
      <p:sp>
        <p:nvSpPr>
          <p:cNvPr id="6" name="">
            <a:extLst xmlns:a="http://schemas.openxmlformats.org/drawingml/2006/main">
              <a:ext uri="{FF2B5EF4-FFF2-40B4-BE49-F238E27FC236}">
                <a16:creationId xmlns:a16="http://schemas.microsoft.com/office/drawing/2014/main" id="{4D7A91A8-A305-4096-AA9C-71E4A08F9A9B}"/>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National intelligence must integrate evidence, uncertainty, authority, and action.</a:t>
            </a:r>
          </a:p>
        </p:txBody>
      </p:sp>
      <p:sp>
        <p:nvSpPr>
          <p:cNvPr id="7" name="">
            <a:extLst xmlns:a="http://schemas.openxmlformats.org/drawingml/2006/main">
              <a:ext uri="{FF2B5EF4-FFF2-40B4-BE49-F238E27FC236}">
                <a16:creationId xmlns:a16="http://schemas.microsoft.com/office/drawing/2014/main" id="{415A275A-79CE-4CB2-9792-FD997D84903F}"/>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V7_C_N15</a:t>
            </a:r>
          </a:p>
        </p:txBody>
      </p:sp>
      <p:sp>
        <p:nvSpPr>
          <p:cNvPr id="8" name="">
            <a:extLst xmlns:a="http://schemas.openxmlformats.org/drawingml/2006/main">
              <a:ext uri="{FF2B5EF4-FFF2-40B4-BE49-F238E27FC236}">
                <a16:creationId xmlns:a16="http://schemas.microsoft.com/office/drawing/2014/main" id="{7BCE21AD-3A47-4517-BB90-94D47F7A76C8}"/>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PU-B07-C50</a:t>
            </a:r>
          </a:p>
        </p:txBody>
      </p:sp>
      <p:sp>
        <p:nvSpPr>
          <p:cNvPr id="9" name="">
            <a:extLst xmlns:a="http://schemas.openxmlformats.org/drawingml/2006/main">
              <a:ext uri="{FF2B5EF4-FFF2-40B4-BE49-F238E27FC236}">
                <a16:creationId xmlns:a16="http://schemas.microsoft.com/office/drawing/2014/main" id="{1163A401-81ED-41C0-8BE1-C51B827536B3}"/>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4AAC5EB1-6755-49B5-AFA9-77BCB6F8B2B9}"/>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965256636"/>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5B2184-C5F0-47E5-92D1-DE244D68FCB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V7_C_N15</a:t>
            </a:r>
          </a:p>
        </p:txBody>
      </p:sp>
      <p:sp>
        <p:nvSpPr>
          <p:cNvPr id="2" name="">
            <a:extLst xmlns:a="http://schemas.openxmlformats.org/drawingml/2006/main">
              <a:ext uri="{FF2B5EF4-FFF2-40B4-BE49-F238E27FC236}">
                <a16:creationId xmlns:a16="http://schemas.microsoft.com/office/drawing/2014/main" id="{90784457-2501-44E7-BB03-E959A17A89F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F004D079-C448-4CEC-AFA2-D061B565391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D2974ED-07D1-48DA-8D06-40F5AD88646D}"/>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BCA4257D-B640-41C4-9DCD-0D76F6AF3050}"/>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National intelligence must integrate evidence, uncertainty, authority, and action.</a:t>
            </a:r>
          </a:p>
        </p:txBody>
      </p:sp>
      <p:sp>
        <p:nvSpPr>
          <p:cNvPr id="6" name="">
            <a:extLst xmlns:a="http://schemas.openxmlformats.org/drawingml/2006/main">
              <a:ext uri="{FF2B5EF4-FFF2-40B4-BE49-F238E27FC236}">
                <a16:creationId xmlns:a16="http://schemas.microsoft.com/office/drawing/2014/main" id="{1244B234-E2E7-48BF-ADFD-C058E428A466}"/>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91487B01-4ADC-48C0-9A70-490239CE5D65}"/>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09481C32-38A8-4FE0-A520-767E26D7A96F}"/>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Integrated evidence</a:t>
            </a:r>
          </a:p>
        </p:txBody>
      </p:sp>
      <p:sp>
        <p:nvSpPr>
          <p:cNvPr id="9" name="">
            <a:extLst xmlns:a="http://schemas.openxmlformats.org/drawingml/2006/main">
              <a:ext uri="{FF2B5EF4-FFF2-40B4-BE49-F238E27FC236}">
                <a16:creationId xmlns:a16="http://schemas.microsoft.com/office/drawing/2014/main" id="{00FB76FD-983D-4DE9-9930-53BFF83E82A9}"/>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CE4990BA-70D2-48D7-80FF-017F48824EC3}"/>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Equity</a:t>
            </a:r>
          </a:p>
        </p:txBody>
      </p:sp>
      <p:sp>
        <p:nvSpPr>
          <p:cNvPr id="11" name="">
            <a:extLst xmlns:a="http://schemas.openxmlformats.org/drawingml/2006/main">
              <a:ext uri="{FF2B5EF4-FFF2-40B4-BE49-F238E27FC236}">
                <a16:creationId xmlns:a16="http://schemas.microsoft.com/office/drawing/2014/main" id="{02CCA47C-4CDF-4DAB-8E34-CF79668EDBE2}"/>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21D5109E-EB88-4EBE-AF40-0B53CD906044}"/>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a:t>
            </a:r>
          </a:p>
        </p:txBody>
      </p:sp>
      <p:sp>
        <p:nvSpPr>
          <p:cNvPr id="13" name="">
            <a:extLst xmlns:a="http://schemas.openxmlformats.org/drawingml/2006/main">
              <a:ext uri="{FF2B5EF4-FFF2-40B4-BE49-F238E27FC236}">
                <a16:creationId xmlns:a16="http://schemas.microsoft.com/office/drawing/2014/main" id="{156F1B99-CD4C-4084-8811-45BFE8435C48}"/>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ED8E7C0F-63FC-41B0-A754-28BEE30EF4AF}"/>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Scenario</a:t>
            </a:r>
          </a:p>
        </p:txBody>
      </p:sp>
      <p:sp>
        <p:nvSpPr>
          <p:cNvPr id="15" name="">
            <a:extLst xmlns:a="http://schemas.openxmlformats.org/drawingml/2006/main">
              <a:ext uri="{FF2B5EF4-FFF2-40B4-BE49-F238E27FC236}">
                <a16:creationId xmlns:a16="http://schemas.microsoft.com/office/drawing/2014/main" id="{054A74D1-A824-4786-A48B-CF032563A632}"/>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1C68661E-9F42-47E7-B121-0D1DF5682CEE}"/>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Accountability</a:t>
            </a:r>
          </a:p>
        </p:txBody>
      </p:sp>
      <p:sp>
        <p:nvSpPr>
          <p:cNvPr id="17" name="">
            <a:extLst xmlns:a="http://schemas.openxmlformats.org/drawingml/2006/main">
              <a:ext uri="{FF2B5EF4-FFF2-40B4-BE49-F238E27FC236}">
                <a16:creationId xmlns:a16="http://schemas.microsoft.com/office/drawing/2014/main" id="{D42F046C-51AC-4491-A4BC-27F319398E38}"/>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58316501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9FFD15F-AA45-4F63-ACF4-60080622AB0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V7_C_N15</a:t>
            </a:r>
          </a:p>
        </p:txBody>
      </p:sp>
      <p:sp>
        <p:nvSpPr>
          <p:cNvPr id="2" name="">
            <a:extLst xmlns:a="http://schemas.openxmlformats.org/drawingml/2006/main">
              <a:ext uri="{FF2B5EF4-FFF2-40B4-BE49-F238E27FC236}">
                <a16:creationId xmlns:a16="http://schemas.microsoft.com/office/drawing/2014/main" id="{7C9C5359-47DC-4E29-BB9B-348A09F4938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3B3B900A-D5D1-403B-8A06-000FC7279D6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8BF968A-CA53-4681-A829-D9D02A94718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C13641FB-BCB6-42F6-8CC2-6875B356930B}"/>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3CCF33C5-7D9E-4EE3-8757-DBD8FA6190E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B5F3199F-FC6B-4E9D-88B8-CE07BFBE727C}"/>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Integrated evidence</a:t>
            </a:r>
          </a:p>
        </p:txBody>
      </p:sp>
      <p:sp>
        <p:nvSpPr>
          <p:cNvPr id="8" name="">
            <a:extLst xmlns:a="http://schemas.openxmlformats.org/drawingml/2006/main">
              <a:ext uri="{FF2B5EF4-FFF2-40B4-BE49-F238E27FC236}">
                <a16:creationId xmlns:a16="http://schemas.microsoft.com/office/drawing/2014/main" id="{24E0C37E-5CC5-471C-8CD4-7BE8F4F6143E}"/>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624B455-F13C-46E7-9C36-2078F36E9323}"/>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64B55738-5A4E-49F7-BF08-66AC082A6E4D}"/>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Equity</a:t>
            </a:r>
          </a:p>
        </p:txBody>
      </p:sp>
      <p:sp>
        <p:nvSpPr>
          <p:cNvPr id="11" name="">
            <a:extLst xmlns:a="http://schemas.openxmlformats.org/drawingml/2006/main">
              <a:ext uri="{FF2B5EF4-FFF2-40B4-BE49-F238E27FC236}">
                <a16:creationId xmlns:a16="http://schemas.microsoft.com/office/drawing/2014/main" id="{8CE7835A-ED2A-40AF-8D2E-A54F89EE7077}"/>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FBB2A0FF-CA81-471D-BD56-E3C068A7834C}"/>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AD761308-5891-41EC-9E2A-944973FE7152}"/>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a:t>
            </a:r>
          </a:p>
        </p:txBody>
      </p:sp>
      <p:sp>
        <p:nvSpPr>
          <p:cNvPr id="14" name="">
            <a:extLst xmlns:a="http://schemas.openxmlformats.org/drawingml/2006/main">
              <a:ext uri="{FF2B5EF4-FFF2-40B4-BE49-F238E27FC236}">
                <a16:creationId xmlns:a16="http://schemas.microsoft.com/office/drawing/2014/main" id="{12890188-B9AC-4A30-9880-BA93114D91DC}"/>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4FD402B5-0911-4D49-B66D-C361AE3D2AA5}"/>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D38CEBD7-A0E5-4EC7-A6C4-C968200AF748}"/>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Scenario</a:t>
            </a:r>
          </a:p>
        </p:txBody>
      </p:sp>
      <p:sp>
        <p:nvSpPr>
          <p:cNvPr id="17" name="">
            <a:extLst xmlns:a="http://schemas.openxmlformats.org/drawingml/2006/main">
              <a:ext uri="{FF2B5EF4-FFF2-40B4-BE49-F238E27FC236}">
                <a16:creationId xmlns:a16="http://schemas.microsoft.com/office/drawing/2014/main" id="{4484796C-D2CD-4242-A44C-C453F2E2BB8F}"/>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A9CFCE48-4DF1-46B9-8196-B83708410834}"/>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8C1B9F7F-DB9E-4C15-92CA-47801BB13D56}"/>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Accountability</a:t>
            </a:r>
          </a:p>
        </p:txBody>
      </p:sp>
      <p:sp>
        <p:nvSpPr>
          <p:cNvPr id="20" name="">
            <a:extLst xmlns:a="http://schemas.openxmlformats.org/drawingml/2006/main">
              <a:ext uri="{FF2B5EF4-FFF2-40B4-BE49-F238E27FC236}">
                <a16:creationId xmlns:a16="http://schemas.microsoft.com/office/drawing/2014/main" id="{FDC5A805-FD16-4311-9CD6-0E10D5A783E2}"/>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958730277"/>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C5F8FE0-636B-4EC9-910C-00F82580820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V7_C_N15</a:t>
            </a:r>
          </a:p>
        </p:txBody>
      </p:sp>
      <p:sp>
        <p:nvSpPr>
          <p:cNvPr id="2" name="">
            <a:extLst xmlns:a="http://schemas.openxmlformats.org/drawingml/2006/main">
              <a:ext uri="{FF2B5EF4-FFF2-40B4-BE49-F238E27FC236}">
                <a16:creationId xmlns:a16="http://schemas.microsoft.com/office/drawing/2014/main" id="{590B2585-3758-494B-A8B7-A8B00405682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9397A292-826F-4B89-8BFC-035DE387E49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0B55F33-A2C4-4294-8922-F7FFD76647D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F7B89971-D81B-41F6-A72F-95C33FA9518F}"/>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EFEAF8FE-D03F-47C9-BEED-6562E187DBD3}"/>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D5E8118B-D473-4B85-B23E-60CCFC5CFA9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national brief connects indicators, distributions, risks, owners, and review dates.</a:t>
            </a:r>
          </a:p>
        </p:txBody>
      </p:sp>
      <p:sp>
        <p:nvSpPr>
          <p:cNvPr id="8" name="">
            <a:extLst xmlns:a="http://schemas.openxmlformats.org/drawingml/2006/main">
              <a:ext uri="{FF2B5EF4-FFF2-40B4-BE49-F238E27FC236}">
                <a16:creationId xmlns:a16="http://schemas.microsoft.com/office/drawing/2014/main" id="{FB52C011-960E-495F-B913-A84C6019B851}"/>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91F64B09-43E8-425E-B383-FFC5A8C52C7F}"/>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B2278CEB-460F-41FB-8B01-CC204B8B885A}"/>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F7BB5E20-80F1-441D-AD4C-94AFAF0F5120}"/>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464695034"/>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8A5469A-5383-4885-A252-02CFD3FBD5B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V7_C_N15</a:t>
            </a:r>
          </a:p>
        </p:txBody>
      </p:sp>
      <p:sp>
        <p:nvSpPr>
          <p:cNvPr id="2" name="">
            <a:extLst xmlns:a="http://schemas.openxmlformats.org/drawingml/2006/main">
              <a:ext uri="{FF2B5EF4-FFF2-40B4-BE49-F238E27FC236}">
                <a16:creationId xmlns:a16="http://schemas.microsoft.com/office/drawing/2014/main" id="{7D3C0A0C-DA42-4D02-A979-ED45111B01E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0AE492E2-50D3-46B2-A68D-4114627EC6B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51E6E89-3E56-47C8-A2E5-A634A75E44D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36C3D0C9-4054-4DC4-B1BA-5BAB3E711D30}"/>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Assemble and validate an accountable national education decision product.</a:t>
            </a:r>
          </a:p>
        </p:txBody>
      </p:sp>
      <p:sp>
        <p:nvSpPr>
          <p:cNvPr id="6" name="">
            <a:extLst xmlns:a="http://schemas.openxmlformats.org/drawingml/2006/main">
              <a:ext uri="{FF2B5EF4-FFF2-40B4-BE49-F238E27FC236}">
                <a16:creationId xmlns:a16="http://schemas.microsoft.com/office/drawing/2014/main" id="{4082058B-BB16-4AA6-82B2-E062B9E36956}"/>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872CF0E-C0D4-4072-846D-EADCEA11FA28}"/>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4C4AACBF-482A-4E7A-B160-0317D3B800DF}"/>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7E83DF23-CF42-45CD-B256-CB23B2AC0575}"/>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DA0DC507-BF7A-4068-82FA-DEDDE2FC7191}"/>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91DA6E0C-B9D4-45B6-8920-8B53284E7FA4}"/>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1F3578F5-3690-48D9-B1F5-2B1DCFB21AB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F2ECC1C3-AAF7-4CC7-9D90-3948351EED80}"/>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E013722-78F1-49A6-B002-934ED571B6E8}"/>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EBA315DC-D56F-4575-A2C2-4329A4F4919B}"/>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2272D28A-73C5-4B48-846F-FCD8A7CA59E1}"/>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A8EBB1BD-3CD3-4B52-A845-DBCCC8FE77AD}"/>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214185874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15BBF3E-5F7E-4296-9009-1C425A5EE8E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V7_C_N15</a:t>
            </a:r>
          </a:p>
        </p:txBody>
      </p:sp>
      <p:sp>
        <p:nvSpPr>
          <p:cNvPr id="2" name="">
            <a:extLst xmlns:a="http://schemas.openxmlformats.org/drawingml/2006/main">
              <a:ext uri="{FF2B5EF4-FFF2-40B4-BE49-F238E27FC236}">
                <a16:creationId xmlns:a16="http://schemas.microsoft.com/office/drawing/2014/main" id="{64CE5567-686F-4B97-83BD-BCDA87CC3D6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DB04C87-5335-4A05-85ED-B2A49B63060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355A58A-0E91-4769-B5A9-F10120224DC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101E4279-CB10-46C0-8C7D-D6A40A6FBF33}"/>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8A84ED97-9C5C-4638-AA22-07CEC3213B27}"/>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EC9B3D2F-BCAB-42E4-AF3E-13A1C015554F}"/>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E9818FA6-029C-47C2-9378-DF84E774669C}"/>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9CFAACF6-8F74-4BF4-9D4C-B57804A00613}"/>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403F85DE-A402-4588-A0FA-D9261B52A68C}"/>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73254443-1171-441E-87E7-FD37FD35DC53}"/>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0B25B581-79AF-4752-96AA-85F12CECE73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74445F33-452E-46CD-819D-5B7FC5307961}"/>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32447334-A696-4534-81BF-8C8C77039A0E}"/>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168115930"/>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73AF57-215B-48C1-A765-7FAA8986A76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V7_C_N15</a:t>
            </a:r>
          </a:p>
        </p:txBody>
      </p:sp>
      <p:sp>
        <p:nvSpPr>
          <p:cNvPr id="2" name="">
            <a:extLst xmlns:a="http://schemas.openxmlformats.org/drawingml/2006/main">
              <a:ext uri="{FF2B5EF4-FFF2-40B4-BE49-F238E27FC236}">
                <a16:creationId xmlns:a16="http://schemas.microsoft.com/office/drawing/2014/main" id="{CCBE8526-C5BC-44AD-BE3B-ED943FCF2C1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CD71E920-4AC0-4161-81FD-73A76392E8D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CCD23DB-ECEA-4F8E-8F61-321BC443946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520D5559-B0F7-4BEB-BFDB-DFF21B08FACE}"/>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D6D4878D-7971-4381-B8C2-D392494AE58F}"/>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3823ABEF-3A8E-4247-A52C-0922D7394009}"/>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110E8F0C-4AEE-435D-9F14-D52C3CEB7707}"/>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85645A1C-F4EA-4FE9-ACD9-9A713CB509C6}"/>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26938DB9-F5C7-4B4A-9150-0B1855EE8919}"/>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077799810"/>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EC246F-B222-4992-BA3D-3B20AB7F749A}"/>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27800B78-EADD-44EE-9649-C5F27F3BD956}"/>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2BBA0B76-5D70-4C92-A58C-B0A57A2874D0}"/>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Integrated evidence</a:t>
            </a:r>
          </a:p>
        </p:txBody>
      </p:sp>
      <p:sp>
        <p:nvSpPr>
          <p:cNvPr id="4" name="">
            <a:extLst xmlns:a="http://schemas.openxmlformats.org/drawingml/2006/main">
              <a:ext uri="{FF2B5EF4-FFF2-40B4-BE49-F238E27FC236}">
                <a16:creationId xmlns:a16="http://schemas.microsoft.com/office/drawing/2014/main" id="{4AEA9526-FFC2-4C97-BA13-7128BBBDBF5F}"/>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1754169F-F959-4211-96E5-1495ADBA2068}"/>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Equity</a:t>
            </a:r>
          </a:p>
        </p:txBody>
      </p:sp>
      <p:sp>
        <p:nvSpPr>
          <p:cNvPr id="6" name="">
            <a:extLst xmlns:a="http://schemas.openxmlformats.org/drawingml/2006/main">
              <a:ext uri="{FF2B5EF4-FFF2-40B4-BE49-F238E27FC236}">
                <a16:creationId xmlns:a16="http://schemas.microsoft.com/office/drawing/2014/main" id="{B8043764-DA7B-4B74-B780-A1819F1CF470}"/>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0F1B46D-2D08-4183-B7A4-DF3941CDC67D}"/>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a:t>
            </a:r>
          </a:p>
        </p:txBody>
      </p:sp>
      <p:sp>
        <p:nvSpPr>
          <p:cNvPr id="8" name="">
            <a:extLst xmlns:a="http://schemas.openxmlformats.org/drawingml/2006/main">
              <a:ext uri="{FF2B5EF4-FFF2-40B4-BE49-F238E27FC236}">
                <a16:creationId xmlns:a16="http://schemas.microsoft.com/office/drawing/2014/main" id="{0911477B-1FDD-40FB-AB8E-4CE80C28B24D}"/>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6515E8F8-4AA6-4799-A7E3-14D07FC6E7F8}"/>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Scenario</a:t>
            </a:r>
          </a:p>
        </p:txBody>
      </p:sp>
      <p:sp>
        <p:nvSpPr>
          <p:cNvPr id="10" name="">
            <a:extLst xmlns:a="http://schemas.openxmlformats.org/drawingml/2006/main">
              <a:ext uri="{FF2B5EF4-FFF2-40B4-BE49-F238E27FC236}">
                <a16:creationId xmlns:a16="http://schemas.microsoft.com/office/drawing/2014/main" id="{58949EEA-32A8-4BBD-B9C1-B7B799CD2AA2}"/>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85EB559B-185D-41B2-8D05-C0EAAD3647F0}"/>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Accountability</a:t>
            </a:r>
          </a:p>
        </p:txBody>
      </p:sp>
      <p:sp>
        <p:nvSpPr>
          <p:cNvPr id="12" name="">
            <a:extLst xmlns:a="http://schemas.openxmlformats.org/drawingml/2006/main">
              <a:ext uri="{FF2B5EF4-FFF2-40B4-BE49-F238E27FC236}">
                <a16:creationId xmlns:a16="http://schemas.microsoft.com/office/drawing/2014/main" id="{45CA26E6-F2C3-4830-BFCE-FE85F86588D4}"/>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712355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2026-09-04T15:35:06.0390000Z</dcterms:created>
  <dcterms:modified xsi:type="dcterms:W3CDTF">2026-09-04T15:35:06.0390000Z</dcterms:modified>
</coreProperties>
</file>