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b1c06a2a2d4267" /><Relationship Type="http://schemas.openxmlformats.org/officeDocument/2006/relationships/extended-properties" Target="/docProps/app.xml" Id="R57809cfc05154f49" /><Relationship Type="http://schemas.openxmlformats.org/officeDocument/2006/relationships/officeDocument" Target="/ppt/presentation.xml" Id="Rbd7b7043afd343d1" /></Relationships>
</file>

<file path=ppt/presentation.xml><?xml version="1.0" encoding="utf-8"?>
<p:presentation xmlns:p="http://schemas.openxmlformats.org/presentationml/2006/main">
  <p:sldMasterIdLst>
    <p:sldMasterId xmlns:r="http://schemas.openxmlformats.org/officeDocument/2006/relationships" id="2147483648" r:id="Rbaff7357d84f490f"/>
  </p:sldMasterIdLst>
  <p:notesMasterIdLst>
    <p:notesMasterId xmlns:r="http://schemas.openxmlformats.org/officeDocument/2006/relationships" r:id="R594314f21e8741fe"/>
  </p:notesMasterIdLst>
  <p:sldIdLst>
    <p:sldId xmlns:r="http://schemas.openxmlformats.org/officeDocument/2006/relationships" id="256" r:id="Rd5ea1e5da32b4e5d"/>
    <p:sldId xmlns:r="http://schemas.openxmlformats.org/officeDocument/2006/relationships" id="257" r:id="R31631d2cedaa4e63"/>
    <p:sldId xmlns:r="http://schemas.openxmlformats.org/officeDocument/2006/relationships" id="258" r:id="Rc6e106e2a9a34a45"/>
    <p:sldId xmlns:r="http://schemas.openxmlformats.org/officeDocument/2006/relationships" id="259" r:id="R39d6c698c579483c"/>
    <p:sldId xmlns:r="http://schemas.openxmlformats.org/officeDocument/2006/relationships" id="260" r:id="Rf143369b37ad4fab"/>
    <p:sldId xmlns:r="http://schemas.openxmlformats.org/officeDocument/2006/relationships" id="261" r:id="R5194abdc716f4d7f"/>
    <p:sldId xmlns:r="http://schemas.openxmlformats.org/officeDocument/2006/relationships" id="262" r:id="Rdd86bc20bb0c4e2c"/>
    <p:sldId xmlns:r="http://schemas.openxmlformats.org/officeDocument/2006/relationships" id="263" r:id="R03ac83cb6b7e4a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05c2e43e01404a" /><Relationship Type="http://schemas.openxmlformats.org/officeDocument/2006/relationships/slideMaster" Target="/ppt/slideMasters/slideMaster1.xml" Id="Rbaff7357d84f490f" /><Relationship Type="http://schemas.openxmlformats.org/officeDocument/2006/relationships/notesMaster" Target="/ppt/notesMasters/notesMaster1.xml" Id="R594314f21e8741fe" /><Relationship Type="http://schemas.openxmlformats.org/officeDocument/2006/relationships/presProps" Target="/ppt/presProps.xml" Id="R93dee2d84d07472f" /><Relationship Type="http://schemas.openxmlformats.org/officeDocument/2006/relationships/tableStyles" Target="/ppt/tableStyles.xml" Id="R32e020a4010f4a72" /><Relationship Type="http://schemas.openxmlformats.org/officeDocument/2006/relationships/slide" Target="/ppt/slides/slide1.xml" Id="Rd5ea1e5da32b4e5d" /><Relationship Type="http://schemas.openxmlformats.org/officeDocument/2006/relationships/slide" Target="/ppt/slides/slide2.xml" Id="R31631d2cedaa4e63" /><Relationship Type="http://schemas.openxmlformats.org/officeDocument/2006/relationships/slide" Target="/ppt/slides/slide3.xml" Id="Rc6e106e2a9a34a45" /><Relationship Type="http://schemas.openxmlformats.org/officeDocument/2006/relationships/slide" Target="/ppt/slides/slide4.xml" Id="R39d6c698c579483c" /><Relationship Type="http://schemas.openxmlformats.org/officeDocument/2006/relationships/slide" Target="/ppt/slides/slide5.xml" Id="Rf143369b37ad4fab" /><Relationship Type="http://schemas.openxmlformats.org/officeDocument/2006/relationships/slide" Target="/ppt/slides/slide6.xml" Id="R5194abdc716f4d7f" /><Relationship Type="http://schemas.openxmlformats.org/officeDocument/2006/relationships/slide" Target="/ppt/slides/slide7.xml" Id="Rdd86bc20bb0c4e2c" /><Relationship Type="http://schemas.openxmlformats.org/officeDocument/2006/relationships/slide" Target="/ppt/slides/slide8.xml" Id="R03ac83cb6b7e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ccdb4b8e1348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b5760167c64c16" /><Relationship Type="http://schemas.openxmlformats.org/officeDocument/2006/relationships/notesMaster" Target="/ppt/notesMasters/notesMaster1.xml" Id="R39fe56ec8a9d49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2b88e813f14ba8" /><Relationship Type="http://schemas.openxmlformats.org/officeDocument/2006/relationships/notesMaster" Target="/ppt/notesMasters/notesMaster1.xml" Id="Rc6c8a90e9dfc49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e5b5e1f01c426a" /><Relationship Type="http://schemas.openxmlformats.org/officeDocument/2006/relationships/notesMaster" Target="/ppt/notesMasters/notesMaster1.xml" Id="R686887ef5e4447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ecc74615064ecd" /><Relationship Type="http://schemas.openxmlformats.org/officeDocument/2006/relationships/notesMaster" Target="/ppt/notesMasters/notesMaster1.xml" Id="R56c72ed6367c43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e605f43d1f4c56" /><Relationship Type="http://schemas.openxmlformats.org/officeDocument/2006/relationships/notesMaster" Target="/ppt/notesMasters/notesMaster1.xml" Id="R9c67db3cd94741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3a0bfe9b5b4188" /><Relationship Type="http://schemas.openxmlformats.org/officeDocument/2006/relationships/notesMaster" Target="/ppt/notesMasters/notesMaster1.xml" Id="Rc48eabd751dd47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5daed7cb3e4b36" /><Relationship Type="http://schemas.openxmlformats.org/officeDocument/2006/relationships/notesMaster" Target="/ppt/notesMasters/notesMaster1.xml" Id="R118eabce94b34d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b6636f92444f1c" /><Relationship Type="http://schemas.openxmlformats.org/officeDocument/2006/relationships/notesMaster" Target="/ppt/notesMasters/notesMaster1.xml" Id="R0ea3dd5c43f642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The Agricultural Decision Room. This lesson begins with one principle: convert agricultural evidence into governed action and closure.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Convert agricultural evidence into governed action and closure. The five controls shown here are Evidence brief, Capacity queue, Referral owner, Escalation clock, Closure and expiry.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evidence brief, move through capacity queue and referral owner, and finish with escalation clock and closure and expiry.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drought signal enters review with uncertainty, owner, response capacity, escalation time, and expiry.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decision brief and route it through review, escalation, monitoring, and closure.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evidence brief clear? Is capacity queue documented? Is referral owner testable? Is escalation clock governed? And is closure and expiry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a0b438ef4148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26522d34cc418f" /><Relationship Type="http://schemas.openxmlformats.org/officeDocument/2006/relationships/slideLayout" Target="/ppt/slideLayouts/slideLayout1.xml" Id="R60d0f02827494e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d0f02827494e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68afb4af9e4b3e" /><Relationship Type="http://schemas.openxmlformats.org/officeDocument/2006/relationships/notesSlide" Target="/ppt/notesSlides/notesSlide1.xml" Id="Rb4ede949b1224b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c0d0e9b970422f" /><Relationship Type="http://schemas.openxmlformats.org/officeDocument/2006/relationships/notesSlide" Target="/ppt/notesSlides/notesSlide2.xml" Id="Rf947beeed91040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9e26ebe2b34e2d" /><Relationship Type="http://schemas.openxmlformats.org/officeDocument/2006/relationships/notesSlide" Target="/ppt/notesSlides/notesSlide3.xml" Id="Rc4a97f6787f842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8bf25b8f2b4d35" /><Relationship Type="http://schemas.openxmlformats.org/officeDocument/2006/relationships/notesSlide" Target="/ppt/notesSlides/notesSlide4.xml" Id="R9e4bf592a89044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0e7302650948a0" /><Relationship Type="http://schemas.openxmlformats.org/officeDocument/2006/relationships/notesSlide" Target="/ppt/notesSlides/notesSlide5.xml" Id="R8673159315cb4e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a50086a3be4c57" /><Relationship Type="http://schemas.openxmlformats.org/officeDocument/2006/relationships/notesSlide" Target="/ppt/notesSlides/notesSlide6.xml" Id="R708f7edc22ae46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49e8acd7db4a01" /><Relationship Type="http://schemas.openxmlformats.org/officeDocument/2006/relationships/notesSlide" Target="/ppt/notesSlides/notesSlide7.xml" Id="R597ab979db7a4c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9e0606d7c24d09" /><Relationship Type="http://schemas.openxmlformats.org/officeDocument/2006/relationships/notesSlide" Target="/ppt/notesSlides/notesSlide8.xml" Id="R5692bae1a31d4d7d"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DBDFF1-9959-43B5-AA30-90726FCB76C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C6A4C115-2853-45F7-A1B2-BF8B04D04BE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F3EEF274-6555-4738-B63E-7F175519812A}"/>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DE90BCF0-F4E9-4A25-89CE-246EA1E5A37C}"/>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F2DF35F6-6458-4ABA-BBD5-3EE47572E79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THE AGRICULTURAL DECISION ROOM</a:t>
            </a:r>
          </a:p>
        </p:txBody>
      </p:sp>
      <p:sp>
        <p:nvSpPr>
          <p:cNvPr id="6" name="">
            <a:extLst xmlns:a="http://schemas.openxmlformats.org/drawingml/2006/main">
              <a:ext uri="{FF2B5EF4-FFF2-40B4-BE49-F238E27FC236}">
                <a16:creationId xmlns:a16="http://schemas.microsoft.com/office/drawing/2014/main" id="{0FA68245-192B-43EA-A7EC-B3D1902AAA3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Convert agricultural evidence into governed action and closure.</a:t>
            </a:r>
          </a:p>
        </p:txBody>
      </p:sp>
      <p:sp>
        <p:nvSpPr>
          <p:cNvPr id="7" name="">
            <a:extLst xmlns:a="http://schemas.openxmlformats.org/drawingml/2006/main">
              <a:ext uri="{FF2B5EF4-FFF2-40B4-BE49-F238E27FC236}">
                <a16:creationId xmlns:a16="http://schemas.microsoft.com/office/drawing/2014/main" id="{29DD12BC-8A25-4579-8880-AEF69481915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V7_A_N05</a:t>
            </a:r>
          </a:p>
        </p:txBody>
      </p:sp>
      <p:sp>
        <p:nvSpPr>
          <p:cNvPr id="8" name="">
            <a:extLst xmlns:a="http://schemas.openxmlformats.org/drawingml/2006/main">
              <a:ext uri="{FF2B5EF4-FFF2-40B4-BE49-F238E27FC236}">
                <a16:creationId xmlns:a16="http://schemas.microsoft.com/office/drawing/2014/main" id="{B9B2379F-F645-4531-8A81-C19C657B2A0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PU-B07-C10</a:t>
            </a:r>
          </a:p>
        </p:txBody>
      </p:sp>
      <p:sp>
        <p:nvSpPr>
          <p:cNvPr id="9" name="">
            <a:extLst xmlns:a="http://schemas.openxmlformats.org/drawingml/2006/main">
              <a:ext uri="{FF2B5EF4-FFF2-40B4-BE49-F238E27FC236}">
                <a16:creationId xmlns:a16="http://schemas.microsoft.com/office/drawing/2014/main" id="{A8E29D12-8DEE-4E3F-BBCD-4E179E01D49B}"/>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BFF2DDB6-7DB0-435E-9BDB-10BDC12FA94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61570608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CACFBA4-6E8E-47C4-AE3C-A52A20A504B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V7_A_N05</a:t>
            </a:r>
          </a:p>
        </p:txBody>
      </p:sp>
      <p:sp>
        <p:nvSpPr>
          <p:cNvPr id="2" name="">
            <a:extLst xmlns:a="http://schemas.openxmlformats.org/drawingml/2006/main">
              <a:ext uri="{FF2B5EF4-FFF2-40B4-BE49-F238E27FC236}">
                <a16:creationId xmlns:a16="http://schemas.microsoft.com/office/drawing/2014/main" id="{2A6329C3-64F3-46E2-8463-ED162FBE290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ECAE34EB-A84E-4590-99CE-7FA766B7CF9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E9FC6D5-71C5-43B7-8A11-DA05BB21854C}"/>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A2F96F9C-9DD6-4ADA-8A23-AA251D56011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Convert agricultural evidence into governed action and closure.</a:t>
            </a:r>
          </a:p>
        </p:txBody>
      </p:sp>
      <p:sp>
        <p:nvSpPr>
          <p:cNvPr id="6" name="">
            <a:extLst xmlns:a="http://schemas.openxmlformats.org/drawingml/2006/main">
              <a:ext uri="{FF2B5EF4-FFF2-40B4-BE49-F238E27FC236}">
                <a16:creationId xmlns:a16="http://schemas.microsoft.com/office/drawing/2014/main" id="{74B38278-7C1C-40C0-9F31-A718D44C6DE2}"/>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27915FE2-2D1B-4320-9C6F-504A504D36A8}"/>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1C38443-D463-4473-B166-0C425406986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Evidence brief</a:t>
            </a:r>
          </a:p>
        </p:txBody>
      </p:sp>
      <p:sp>
        <p:nvSpPr>
          <p:cNvPr id="9" name="">
            <a:extLst xmlns:a="http://schemas.openxmlformats.org/drawingml/2006/main">
              <a:ext uri="{FF2B5EF4-FFF2-40B4-BE49-F238E27FC236}">
                <a16:creationId xmlns:a16="http://schemas.microsoft.com/office/drawing/2014/main" id="{8022BFD4-9EF2-4297-9A32-A7C9ABBB2523}"/>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04D15E1C-CF2E-4C75-BC44-81A622444E28}"/>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 queue</a:t>
            </a:r>
          </a:p>
        </p:txBody>
      </p:sp>
      <p:sp>
        <p:nvSpPr>
          <p:cNvPr id="11" name="">
            <a:extLst xmlns:a="http://schemas.openxmlformats.org/drawingml/2006/main">
              <a:ext uri="{FF2B5EF4-FFF2-40B4-BE49-F238E27FC236}">
                <a16:creationId xmlns:a16="http://schemas.microsoft.com/office/drawing/2014/main" id="{FAF51A52-C0B1-495B-AB8B-2C94ABC9FFC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40D6DDDF-D7A6-48D8-97E1-A216B2A08C83}"/>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 owner</a:t>
            </a:r>
          </a:p>
        </p:txBody>
      </p:sp>
      <p:sp>
        <p:nvSpPr>
          <p:cNvPr id="13" name="">
            <a:extLst xmlns:a="http://schemas.openxmlformats.org/drawingml/2006/main">
              <a:ext uri="{FF2B5EF4-FFF2-40B4-BE49-F238E27FC236}">
                <a16:creationId xmlns:a16="http://schemas.microsoft.com/office/drawing/2014/main" id="{63D2C63A-E870-49D2-AE2A-F514C6322CB2}"/>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4A314260-88AD-45F9-B3CD-591CF3EA0623}"/>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Escalation clock</a:t>
            </a:r>
          </a:p>
        </p:txBody>
      </p:sp>
      <p:sp>
        <p:nvSpPr>
          <p:cNvPr id="15" name="">
            <a:extLst xmlns:a="http://schemas.openxmlformats.org/drawingml/2006/main">
              <a:ext uri="{FF2B5EF4-FFF2-40B4-BE49-F238E27FC236}">
                <a16:creationId xmlns:a16="http://schemas.microsoft.com/office/drawing/2014/main" id="{85709FA3-2CBE-4099-86E0-CB33B8137715}"/>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871C0DE8-348F-4C4A-970E-E23F9D0852DB}"/>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Closure and expiry</a:t>
            </a:r>
          </a:p>
        </p:txBody>
      </p:sp>
      <p:sp>
        <p:nvSpPr>
          <p:cNvPr id="17" name="">
            <a:extLst xmlns:a="http://schemas.openxmlformats.org/drawingml/2006/main">
              <a:ext uri="{FF2B5EF4-FFF2-40B4-BE49-F238E27FC236}">
                <a16:creationId xmlns:a16="http://schemas.microsoft.com/office/drawing/2014/main" id="{EACC528D-8805-4FCA-AF8E-2557029B056B}"/>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1826670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29C6D2-4A35-444C-8BC8-1167EB374C2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V7_A_N05</a:t>
            </a:r>
          </a:p>
        </p:txBody>
      </p:sp>
      <p:sp>
        <p:nvSpPr>
          <p:cNvPr id="2" name="">
            <a:extLst xmlns:a="http://schemas.openxmlformats.org/drawingml/2006/main">
              <a:ext uri="{FF2B5EF4-FFF2-40B4-BE49-F238E27FC236}">
                <a16:creationId xmlns:a16="http://schemas.microsoft.com/office/drawing/2014/main" id="{8705D068-6FDD-4C44-8BF2-D3A346FF5AB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8FFCF390-7A41-4EF0-A389-4EF1E13F98A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23A36F8-91D5-405B-90C5-7F15FA66456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E2FB0D14-60A8-4000-9B5F-2D48FEF46861}"/>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38CA25A-E222-4645-A4A2-6F84D5040045}"/>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DB480D7-AEEA-461E-B51F-1ACEB1135B3D}"/>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Evidence brief</a:t>
            </a:r>
          </a:p>
        </p:txBody>
      </p:sp>
      <p:sp>
        <p:nvSpPr>
          <p:cNvPr id="8" name="">
            <a:extLst xmlns:a="http://schemas.openxmlformats.org/drawingml/2006/main">
              <a:ext uri="{FF2B5EF4-FFF2-40B4-BE49-F238E27FC236}">
                <a16:creationId xmlns:a16="http://schemas.microsoft.com/office/drawing/2014/main" id="{578B0BAF-9CFB-4265-AF53-595A090F1B02}"/>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7194F705-2821-4E1C-922E-C7280D3D536A}"/>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C22E021F-8ABE-4FF9-B10B-A64AAF0598D2}"/>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 queue</a:t>
            </a:r>
          </a:p>
        </p:txBody>
      </p:sp>
      <p:sp>
        <p:nvSpPr>
          <p:cNvPr id="11" name="">
            <a:extLst xmlns:a="http://schemas.openxmlformats.org/drawingml/2006/main">
              <a:ext uri="{FF2B5EF4-FFF2-40B4-BE49-F238E27FC236}">
                <a16:creationId xmlns:a16="http://schemas.microsoft.com/office/drawing/2014/main" id="{25D73B24-403C-4B23-A7BE-932A1E40D406}"/>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2992B1DC-CC00-4777-B6EB-D87EED96B1E3}"/>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3744445E-BCFA-4E42-9F75-797DA1959B87}"/>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 owner</a:t>
            </a:r>
          </a:p>
        </p:txBody>
      </p:sp>
      <p:sp>
        <p:nvSpPr>
          <p:cNvPr id="14" name="">
            <a:extLst xmlns:a="http://schemas.openxmlformats.org/drawingml/2006/main">
              <a:ext uri="{FF2B5EF4-FFF2-40B4-BE49-F238E27FC236}">
                <a16:creationId xmlns:a16="http://schemas.microsoft.com/office/drawing/2014/main" id="{F56DC0AE-23EF-4683-8070-E3DA8E6FA314}"/>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13A9835-4E4A-4772-9068-BAE77FAECF19}"/>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9EDABAC3-ACD2-4640-B298-4F04F0B06BB8}"/>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Escalation clock</a:t>
            </a:r>
          </a:p>
        </p:txBody>
      </p:sp>
      <p:sp>
        <p:nvSpPr>
          <p:cNvPr id="17" name="">
            <a:extLst xmlns:a="http://schemas.openxmlformats.org/drawingml/2006/main">
              <a:ext uri="{FF2B5EF4-FFF2-40B4-BE49-F238E27FC236}">
                <a16:creationId xmlns:a16="http://schemas.microsoft.com/office/drawing/2014/main" id="{3467CF26-75A0-4D6A-9358-B29F6D26DD46}"/>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09A99C7-7819-4853-922D-8C4D067C426E}"/>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301A8772-67BD-49CA-A23C-D46076129FBD}"/>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Closure and expiry</a:t>
            </a:r>
          </a:p>
        </p:txBody>
      </p:sp>
      <p:sp>
        <p:nvSpPr>
          <p:cNvPr id="20" name="">
            <a:extLst xmlns:a="http://schemas.openxmlformats.org/drawingml/2006/main">
              <a:ext uri="{FF2B5EF4-FFF2-40B4-BE49-F238E27FC236}">
                <a16:creationId xmlns:a16="http://schemas.microsoft.com/office/drawing/2014/main" id="{EECD704C-6435-4B67-A471-8AB6E9BF05B9}"/>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204429085"/>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2EDA6B-8CF4-43AA-9F10-7004A5E4640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V7_A_N05</a:t>
            </a:r>
          </a:p>
        </p:txBody>
      </p:sp>
      <p:sp>
        <p:nvSpPr>
          <p:cNvPr id="2" name="">
            <a:extLst xmlns:a="http://schemas.openxmlformats.org/drawingml/2006/main">
              <a:ext uri="{FF2B5EF4-FFF2-40B4-BE49-F238E27FC236}">
                <a16:creationId xmlns:a16="http://schemas.microsoft.com/office/drawing/2014/main" id="{16D8EDAD-A68D-4E00-8E3C-BA72ADDA2DF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986D320E-D7A7-40CB-AF06-A18D78B3DF0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F4F422C-CFF9-4B18-AB5B-582FF22917C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4B423F68-D40A-4B00-BD39-237D32394300}"/>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61683FD-019E-4492-904E-F95A9499163C}"/>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E3CC90B-A5C5-4F3A-9951-DA82C3A9A03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drought signal enters review with uncertainty, owner, response capacity, escalation time, and expiry.</a:t>
            </a:r>
          </a:p>
        </p:txBody>
      </p:sp>
      <p:sp>
        <p:nvSpPr>
          <p:cNvPr id="8" name="">
            <a:extLst xmlns:a="http://schemas.openxmlformats.org/drawingml/2006/main">
              <a:ext uri="{FF2B5EF4-FFF2-40B4-BE49-F238E27FC236}">
                <a16:creationId xmlns:a16="http://schemas.microsoft.com/office/drawing/2014/main" id="{69353489-DEC7-4690-8755-19A2E68085D5}"/>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E9AA6521-D097-4CB0-8057-DF5C907F659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B976D0DB-4BB6-4A54-9E75-E55C790D92C1}"/>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BAB77396-F90D-48AE-8550-21B5C7131930}"/>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9265778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83DE05-E2CE-4D2F-8F88-3CB87EE0FC7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V7_A_N05</a:t>
            </a:r>
          </a:p>
        </p:txBody>
      </p:sp>
      <p:sp>
        <p:nvSpPr>
          <p:cNvPr id="2" name="">
            <a:extLst xmlns:a="http://schemas.openxmlformats.org/drawingml/2006/main">
              <a:ext uri="{FF2B5EF4-FFF2-40B4-BE49-F238E27FC236}">
                <a16:creationId xmlns:a16="http://schemas.microsoft.com/office/drawing/2014/main" id="{5D42E00E-77D5-4F3A-8A2B-B9AED452C18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77CDF219-554D-48AD-9EBC-45E20D7B937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D833969-40E3-499E-9116-4F78D82709D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B77C280B-BD88-405C-991C-4D8B221E6EB9}"/>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decision brief and route it through review, escalation, monitoring, and closure.</a:t>
            </a:r>
          </a:p>
        </p:txBody>
      </p:sp>
      <p:sp>
        <p:nvSpPr>
          <p:cNvPr id="6" name="">
            <a:extLst xmlns:a="http://schemas.openxmlformats.org/drawingml/2006/main">
              <a:ext uri="{FF2B5EF4-FFF2-40B4-BE49-F238E27FC236}">
                <a16:creationId xmlns:a16="http://schemas.microsoft.com/office/drawing/2014/main" id="{B89A174B-1355-47A3-9525-0A412EA753B0}"/>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2E5A13C-9612-426F-BC26-41F35850B58E}"/>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53277087-EBFD-483E-86D5-CC8A46086E11}"/>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B7EF3060-AB96-497A-8DDB-1122ECDFF4F4}"/>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EFEADAFA-C701-4200-B174-DCA9DD20C6F1}"/>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22EC4517-148F-4475-9C3F-A734341A80B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CA103FBE-379B-4A5A-90EB-B55F8678B0EB}"/>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064D26A-6102-4D38-87E3-4E77896F77CF}"/>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6558759-F476-4AA4-A178-56E1CCF62BBA}"/>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A5921243-9969-4513-B80A-B0500722B845}"/>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BEF2F86-ABCF-4793-8432-D3F436112EDD}"/>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C318DDE-1F69-4963-9D4D-E95F19094E15}"/>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058269650"/>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9CAFF8-5CAF-43BD-AB75-7D376152BFD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V7_A_N05</a:t>
            </a:r>
          </a:p>
        </p:txBody>
      </p:sp>
      <p:sp>
        <p:nvSpPr>
          <p:cNvPr id="2" name="">
            <a:extLst xmlns:a="http://schemas.openxmlformats.org/drawingml/2006/main">
              <a:ext uri="{FF2B5EF4-FFF2-40B4-BE49-F238E27FC236}">
                <a16:creationId xmlns:a16="http://schemas.microsoft.com/office/drawing/2014/main" id="{97E70A29-7145-4868-B7D2-4966D7072B2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28103CC6-1F3B-4DEB-A48B-0C719C8AF81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23B0132-CD59-499D-9E57-6671512604B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9E2C6206-BC8E-4A59-A5D4-6542B486D52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2173BA4-60CE-4EDA-A416-5B7B8740705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376A544-A8F6-479B-8029-9DDF35FB293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5E0B59CD-AA48-4965-8F09-0488717232F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875D9202-B2F3-4BC5-9AB1-ED2FA12BC9F0}"/>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E43BD725-0F30-43AA-A679-60537C0AAA83}"/>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6E37E1DA-4A38-4E6D-BFC1-6D997701E3C8}"/>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68739A7F-937A-4188-B98A-FC00FC5ABF0A}"/>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FF1CCC40-8063-430B-A5FC-CF14FD5626D7}"/>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62F3CC88-F7EF-4B05-8FA1-95DAF15EE695}"/>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931404474"/>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D39183-2D14-47D0-AF96-FEC1466ED0B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V7_A_N05</a:t>
            </a:r>
          </a:p>
        </p:txBody>
      </p:sp>
      <p:sp>
        <p:nvSpPr>
          <p:cNvPr id="2" name="">
            <a:extLst xmlns:a="http://schemas.openxmlformats.org/drawingml/2006/main">
              <a:ext uri="{FF2B5EF4-FFF2-40B4-BE49-F238E27FC236}">
                <a16:creationId xmlns:a16="http://schemas.microsoft.com/office/drawing/2014/main" id="{FEE25B1A-4FAD-4990-A0FA-F30B9B46F9D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66A33B5E-3D51-4DBD-A116-2C4B323B7E8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9C49EFD-3541-4A7A-815F-6F4DF55CDAC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47F5D28-1B96-4D5D-8D84-7B578C567FA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35049BD-EC6E-4E74-86A0-6A3BF29E9BFC}"/>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D61086AC-F952-4073-9703-A5221E77A10E}"/>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0BA46C92-D172-4B75-9732-956C0EF80DE3}"/>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162F4B2-5F20-457B-89D0-0BD5072AAFA7}"/>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624717E3-7142-48C9-A609-6381419769E3}"/>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55290748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271DEF-9B75-4DE7-BAC9-331D6ABCAFB7}"/>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394B4D5-54B1-4733-8409-94156D9CA9C1}"/>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7027A07D-447E-470F-92A6-7422423B885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Evidence brief</a:t>
            </a:r>
          </a:p>
        </p:txBody>
      </p:sp>
      <p:sp>
        <p:nvSpPr>
          <p:cNvPr id="4" name="">
            <a:extLst xmlns:a="http://schemas.openxmlformats.org/drawingml/2006/main">
              <a:ext uri="{FF2B5EF4-FFF2-40B4-BE49-F238E27FC236}">
                <a16:creationId xmlns:a16="http://schemas.microsoft.com/office/drawing/2014/main" id="{96E4A945-EF5C-4C47-9C7A-5AD827CACFD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87DDADE-7986-4F38-8678-1EAE9A7EFDE1}"/>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 queue</a:t>
            </a:r>
          </a:p>
        </p:txBody>
      </p:sp>
      <p:sp>
        <p:nvSpPr>
          <p:cNvPr id="6" name="">
            <a:extLst xmlns:a="http://schemas.openxmlformats.org/drawingml/2006/main">
              <a:ext uri="{FF2B5EF4-FFF2-40B4-BE49-F238E27FC236}">
                <a16:creationId xmlns:a16="http://schemas.microsoft.com/office/drawing/2014/main" id="{858085C9-E04A-4724-B735-67012C02E795}"/>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568B086B-6257-4322-B21A-5727342258C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 owner</a:t>
            </a:r>
          </a:p>
        </p:txBody>
      </p:sp>
      <p:sp>
        <p:nvSpPr>
          <p:cNvPr id="8" name="">
            <a:extLst xmlns:a="http://schemas.openxmlformats.org/drawingml/2006/main">
              <a:ext uri="{FF2B5EF4-FFF2-40B4-BE49-F238E27FC236}">
                <a16:creationId xmlns:a16="http://schemas.microsoft.com/office/drawing/2014/main" id="{8FFD198E-E50D-4817-BF73-BEA1F230CC5C}"/>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D0A48E68-3B78-46D6-83D1-11AFF2D959F1}"/>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Escalation clock</a:t>
            </a:r>
          </a:p>
        </p:txBody>
      </p:sp>
      <p:sp>
        <p:nvSpPr>
          <p:cNvPr id="10" name="">
            <a:extLst xmlns:a="http://schemas.openxmlformats.org/drawingml/2006/main">
              <a:ext uri="{FF2B5EF4-FFF2-40B4-BE49-F238E27FC236}">
                <a16:creationId xmlns:a16="http://schemas.microsoft.com/office/drawing/2014/main" id="{6A8212EA-A3E2-46FF-9397-0D510AE7877C}"/>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4D14934F-AE75-43F3-AA2B-CBF05BC5B29A}"/>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Closure and expiry</a:t>
            </a:r>
          </a:p>
        </p:txBody>
      </p:sp>
      <p:sp>
        <p:nvSpPr>
          <p:cNvPr id="12" name="">
            <a:extLst xmlns:a="http://schemas.openxmlformats.org/drawingml/2006/main">
              <a:ext uri="{FF2B5EF4-FFF2-40B4-BE49-F238E27FC236}">
                <a16:creationId xmlns:a16="http://schemas.microsoft.com/office/drawing/2014/main" id="{E2D9E1D4-CFDC-47EF-B35D-82DC73D65A9F}"/>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8742399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2026-09-04T14:32:51.7260000Z</dcterms:created>
  <dcterms:modified xsi:type="dcterms:W3CDTF">2026-09-04T14:32:51.7260000Z</dcterms:modified>
</coreProperties>
</file>