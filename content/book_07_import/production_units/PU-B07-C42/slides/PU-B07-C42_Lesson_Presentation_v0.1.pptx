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21778ef7264b50" /><Relationship Type="http://schemas.openxmlformats.org/officeDocument/2006/relationships/extended-properties" Target="/docProps/app.xml" Id="R63b8ef20de0440ac" /><Relationship Type="http://schemas.openxmlformats.org/officeDocument/2006/relationships/officeDocument" Target="/ppt/presentation.xml" Id="R31a154b510e7472c" /></Relationships>
</file>

<file path=ppt/presentation.xml><?xml version="1.0" encoding="utf-8"?>
<p:presentation xmlns:p="http://schemas.openxmlformats.org/presentationml/2006/main">
  <p:sldMasterIdLst>
    <p:sldMasterId xmlns:r="http://schemas.openxmlformats.org/officeDocument/2006/relationships" id="2147483648" r:id="R8639adbd279044f2"/>
  </p:sldMasterIdLst>
  <p:notesMasterIdLst>
    <p:notesMasterId xmlns:r="http://schemas.openxmlformats.org/officeDocument/2006/relationships" r:id="R0482ff10655e4792"/>
  </p:notesMasterIdLst>
  <p:sldIdLst>
    <p:sldId xmlns:r="http://schemas.openxmlformats.org/officeDocument/2006/relationships" id="256" r:id="R27aa72e3900c4b83"/>
    <p:sldId xmlns:r="http://schemas.openxmlformats.org/officeDocument/2006/relationships" id="257" r:id="Rac2d6bad229844db"/>
    <p:sldId xmlns:r="http://schemas.openxmlformats.org/officeDocument/2006/relationships" id="258" r:id="Rf2e381a3585c45db"/>
    <p:sldId xmlns:r="http://schemas.openxmlformats.org/officeDocument/2006/relationships" id="259" r:id="R2b831a76b7d24b95"/>
    <p:sldId xmlns:r="http://schemas.openxmlformats.org/officeDocument/2006/relationships" id="260" r:id="R3e8a0e7baa754fc7"/>
    <p:sldId xmlns:r="http://schemas.openxmlformats.org/officeDocument/2006/relationships" id="261" r:id="R612705e42069488a"/>
    <p:sldId xmlns:r="http://schemas.openxmlformats.org/officeDocument/2006/relationships" id="262" r:id="R60b2c4490536494e"/>
    <p:sldId xmlns:r="http://schemas.openxmlformats.org/officeDocument/2006/relationships" id="263" r:id="Reac1572b46634e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f840b977434409" /><Relationship Type="http://schemas.openxmlformats.org/officeDocument/2006/relationships/slideMaster" Target="/ppt/slideMasters/slideMaster1.xml" Id="R8639adbd279044f2" /><Relationship Type="http://schemas.openxmlformats.org/officeDocument/2006/relationships/notesMaster" Target="/ppt/notesMasters/notesMaster1.xml" Id="R0482ff10655e4792" /><Relationship Type="http://schemas.openxmlformats.org/officeDocument/2006/relationships/presProps" Target="/ppt/presProps.xml" Id="Ref3d8d099de14aff" /><Relationship Type="http://schemas.openxmlformats.org/officeDocument/2006/relationships/tableStyles" Target="/ppt/tableStyles.xml" Id="R3348309c6b52445b" /><Relationship Type="http://schemas.openxmlformats.org/officeDocument/2006/relationships/slide" Target="/ppt/slides/slide1.xml" Id="R27aa72e3900c4b83" /><Relationship Type="http://schemas.openxmlformats.org/officeDocument/2006/relationships/slide" Target="/ppt/slides/slide2.xml" Id="Rac2d6bad229844db" /><Relationship Type="http://schemas.openxmlformats.org/officeDocument/2006/relationships/slide" Target="/ppt/slides/slide3.xml" Id="Rf2e381a3585c45db" /><Relationship Type="http://schemas.openxmlformats.org/officeDocument/2006/relationships/slide" Target="/ppt/slides/slide4.xml" Id="R2b831a76b7d24b95" /><Relationship Type="http://schemas.openxmlformats.org/officeDocument/2006/relationships/slide" Target="/ppt/slides/slide5.xml" Id="R3e8a0e7baa754fc7" /><Relationship Type="http://schemas.openxmlformats.org/officeDocument/2006/relationships/slide" Target="/ppt/slides/slide6.xml" Id="R612705e42069488a" /><Relationship Type="http://schemas.openxmlformats.org/officeDocument/2006/relationships/slide" Target="/ppt/slides/slide7.xml" Id="R60b2c4490536494e" /><Relationship Type="http://schemas.openxmlformats.org/officeDocument/2006/relationships/slide" Target="/ppt/slides/slide8.xml" Id="Reac1572b46634e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011f7073c146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090cfde11a4687" /><Relationship Type="http://schemas.openxmlformats.org/officeDocument/2006/relationships/notesMaster" Target="/ppt/notesMasters/notesMaster1.xml" Id="Ra081faeb7ad443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6e7a5a1bc44dfb" /><Relationship Type="http://schemas.openxmlformats.org/officeDocument/2006/relationships/notesMaster" Target="/ppt/notesMasters/notesMaster1.xml" Id="R16769acb940245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8bea91acd1444b" /><Relationship Type="http://schemas.openxmlformats.org/officeDocument/2006/relationships/notesMaster" Target="/ppt/notesMasters/notesMaster1.xml" Id="Raa4ce29e9a0c4f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46c1d70bb44e06" /><Relationship Type="http://schemas.openxmlformats.org/officeDocument/2006/relationships/notesMaster" Target="/ppt/notesMasters/notesMaster1.xml" Id="R93caea9624fd49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ce679202fe4104" /><Relationship Type="http://schemas.openxmlformats.org/officeDocument/2006/relationships/notesMaster" Target="/ppt/notesMasters/notesMaster1.xml" Id="R81e72a4dab584b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297eb220e245c8" /><Relationship Type="http://schemas.openxmlformats.org/officeDocument/2006/relationships/notesMaster" Target="/ppt/notesMasters/notesMaster1.xml" Id="R4fa2b9bf8bec4a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128b4a9b3a4dcb" /><Relationship Type="http://schemas.openxmlformats.org/officeDocument/2006/relationships/notesMaster" Target="/ppt/notesMasters/notesMaster1.xml" Id="R583c1cd9beca48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6e0547d4c74af5" /><Relationship Type="http://schemas.openxmlformats.org/officeDocument/2006/relationships/notesMaster" Target="/ppt/notesMasters/notesMaster1.xml" Id="Rf2b3242c212b4d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Equity Is a Distribution, Not an Average. This lesson begins with one principle: education equity becomes visible in distributions and intersecting barriers.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Education equity becomes visible in distributions and intersecting barriers. The five controls shown here are Distribution, Access, Participation, Learning, Intersection.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distribution, move through access and participation, and finish with learning and intersection.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district compares access and learning across location, disability, gender, and socioeconomic groups.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 equity profile and test aggregation, uncertainty, and disclosure limits.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distribution clear? Is access documented? Is participation testable? Is learning governed? And is intersection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98324b8f8344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f3e6e365d54070" /><Relationship Type="http://schemas.openxmlformats.org/officeDocument/2006/relationships/slideLayout" Target="/ppt/slideLayouts/slideLayout1.xml" Id="Rdcd2ce9299d24d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2ce9299d24d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da6859ccfa42ad" /><Relationship Type="http://schemas.openxmlformats.org/officeDocument/2006/relationships/notesSlide" Target="/ppt/notesSlides/notesSlide1.xml" Id="R0808a6c6394545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69d8642c6e4a83" /><Relationship Type="http://schemas.openxmlformats.org/officeDocument/2006/relationships/notesSlide" Target="/ppt/notesSlides/notesSlide2.xml" Id="Re22ff37d442546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0a625804624938" /><Relationship Type="http://schemas.openxmlformats.org/officeDocument/2006/relationships/notesSlide" Target="/ppt/notesSlides/notesSlide3.xml" Id="R63cebe7f291743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b70bceb8bb489a" /><Relationship Type="http://schemas.openxmlformats.org/officeDocument/2006/relationships/notesSlide" Target="/ppt/notesSlides/notesSlide4.xml" Id="Ref8d4606496341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805e34f3ec4062" /><Relationship Type="http://schemas.openxmlformats.org/officeDocument/2006/relationships/notesSlide" Target="/ppt/notesSlides/notesSlide5.xml" Id="R06548460b36b4c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b6974eb47e42dc" /><Relationship Type="http://schemas.openxmlformats.org/officeDocument/2006/relationships/notesSlide" Target="/ppt/notesSlides/notesSlide6.xml" Id="Rbff6955b9c6644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93ff0632c44715" /><Relationship Type="http://schemas.openxmlformats.org/officeDocument/2006/relationships/notesSlide" Target="/ppt/notesSlides/notesSlide7.xml" Id="R8c758d56322c41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f98ae9065246c1" /><Relationship Type="http://schemas.openxmlformats.org/officeDocument/2006/relationships/notesSlide" Target="/ppt/notesSlides/notesSlide8.xml" Id="R5e220dc97435455e"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EA92E7-549F-4C3F-8D9A-F7BD2DF95EC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3212574D-7BFA-4C15-9F3D-34B6AED02363}"/>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CAEF88F8-DC17-4775-B6D7-D1266A4DCB65}"/>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A220A09-746B-4C18-BA73-9185386FDC9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3E5F022D-3CB3-4D56-A734-72148CE03DA4}"/>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EQUITY IS A DISTRIBUTION, NOT AN AVERAGE</a:t>
            </a:r>
          </a:p>
        </p:txBody>
      </p:sp>
      <p:sp>
        <p:nvSpPr>
          <p:cNvPr id="6" name="">
            <a:extLst xmlns:a="http://schemas.openxmlformats.org/drawingml/2006/main">
              <a:ext uri="{FF2B5EF4-FFF2-40B4-BE49-F238E27FC236}">
                <a16:creationId xmlns:a16="http://schemas.microsoft.com/office/drawing/2014/main" id="{C98F7D3F-1F96-41E8-953F-410E835D8F5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Education equity becomes visible in distributions and intersecting barriers.</a:t>
            </a:r>
          </a:p>
        </p:txBody>
      </p:sp>
      <p:sp>
        <p:nvSpPr>
          <p:cNvPr id="7" name="">
            <a:extLst xmlns:a="http://schemas.openxmlformats.org/drawingml/2006/main">
              <a:ext uri="{FF2B5EF4-FFF2-40B4-BE49-F238E27FC236}">
                <a16:creationId xmlns:a16="http://schemas.microsoft.com/office/drawing/2014/main" id="{8CA966B4-8468-4CEC-A931-885686FC190B}"/>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V7_C_N07</a:t>
            </a:r>
          </a:p>
        </p:txBody>
      </p:sp>
      <p:sp>
        <p:nvSpPr>
          <p:cNvPr id="8" name="">
            <a:extLst xmlns:a="http://schemas.openxmlformats.org/drawingml/2006/main">
              <a:ext uri="{FF2B5EF4-FFF2-40B4-BE49-F238E27FC236}">
                <a16:creationId xmlns:a16="http://schemas.microsoft.com/office/drawing/2014/main" id="{A8397153-E8D9-4BB4-8CAA-09A182F6329C}"/>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PU-B07-C42</a:t>
            </a:r>
          </a:p>
        </p:txBody>
      </p:sp>
      <p:sp>
        <p:nvSpPr>
          <p:cNvPr id="9" name="">
            <a:extLst xmlns:a="http://schemas.openxmlformats.org/drawingml/2006/main">
              <a:ext uri="{FF2B5EF4-FFF2-40B4-BE49-F238E27FC236}">
                <a16:creationId xmlns:a16="http://schemas.microsoft.com/office/drawing/2014/main" id="{379826BF-1BCE-4608-9960-2F34E10CD3FF}"/>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1FA277D8-C6F2-4057-BE2B-E8522191A5B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32447324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E30C065-03E9-47B1-A498-71A6A34477D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V7_C_N07</a:t>
            </a:r>
          </a:p>
        </p:txBody>
      </p:sp>
      <p:sp>
        <p:nvSpPr>
          <p:cNvPr id="2" name="">
            <a:extLst xmlns:a="http://schemas.openxmlformats.org/drawingml/2006/main">
              <a:ext uri="{FF2B5EF4-FFF2-40B4-BE49-F238E27FC236}">
                <a16:creationId xmlns:a16="http://schemas.microsoft.com/office/drawing/2014/main" id="{984AB4D0-88A9-4DED-94D8-0BEEBF3F898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5A1523BE-D679-4F37-B95D-175EFF654E5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69758B8-97EB-4185-AB20-77AC8F804D77}"/>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E9133568-BDAD-44F3-8546-2D452F5E11B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Education equity becomes visible in distributions and intersecting barriers.</a:t>
            </a:r>
          </a:p>
        </p:txBody>
      </p:sp>
      <p:sp>
        <p:nvSpPr>
          <p:cNvPr id="6" name="">
            <a:extLst xmlns:a="http://schemas.openxmlformats.org/drawingml/2006/main">
              <a:ext uri="{FF2B5EF4-FFF2-40B4-BE49-F238E27FC236}">
                <a16:creationId xmlns:a16="http://schemas.microsoft.com/office/drawing/2014/main" id="{7ACC738B-3890-431D-A300-3A03FB2C45D6}"/>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CFB15BD2-5C93-442F-8FBE-6226704B2CB4}"/>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396F220-71D7-419B-A052-5C265745B2E3}"/>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Distribution</a:t>
            </a:r>
          </a:p>
        </p:txBody>
      </p:sp>
      <p:sp>
        <p:nvSpPr>
          <p:cNvPr id="9" name="">
            <a:extLst xmlns:a="http://schemas.openxmlformats.org/drawingml/2006/main">
              <a:ext uri="{FF2B5EF4-FFF2-40B4-BE49-F238E27FC236}">
                <a16:creationId xmlns:a16="http://schemas.microsoft.com/office/drawing/2014/main" id="{753F9A52-8381-4E96-BFF3-EE9D312081A2}"/>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5DD0A3BE-9766-424A-B5BA-42DA3A6D652E}"/>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a:t>
            </a:r>
          </a:p>
        </p:txBody>
      </p:sp>
      <p:sp>
        <p:nvSpPr>
          <p:cNvPr id="11" name="">
            <a:extLst xmlns:a="http://schemas.openxmlformats.org/drawingml/2006/main">
              <a:ext uri="{FF2B5EF4-FFF2-40B4-BE49-F238E27FC236}">
                <a16:creationId xmlns:a16="http://schemas.microsoft.com/office/drawing/2014/main" id="{A07C1AD4-3D50-46E5-A420-1025A990B47D}"/>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EA6BF30-AC09-4E1A-8045-CCABF547D836}"/>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Participation</a:t>
            </a:r>
          </a:p>
        </p:txBody>
      </p:sp>
      <p:sp>
        <p:nvSpPr>
          <p:cNvPr id="13" name="">
            <a:extLst xmlns:a="http://schemas.openxmlformats.org/drawingml/2006/main">
              <a:ext uri="{FF2B5EF4-FFF2-40B4-BE49-F238E27FC236}">
                <a16:creationId xmlns:a16="http://schemas.microsoft.com/office/drawing/2014/main" id="{BFB4E99B-5E32-41B3-8D38-7C352462D8B8}"/>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15F5AFD-0F71-4FB3-B052-53F6F9DCF61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Learning</a:t>
            </a:r>
          </a:p>
        </p:txBody>
      </p:sp>
      <p:sp>
        <p:nvSpPr>
          <p:cNvPr id="15" name="">
            <a:extLst xmlns:a="http://schemas.openxmlformats.org/drawingml/2006/main">
              <a:ext uri="{FF2B5EF4-FFF2-40B4-BE49-F238E27FC236}">
                <a16:creationId xmlns:a16="http://schemas.microsoft.com/office/drawing/2014/main" id="{29192B2E-1CD6-4D85-9130-848A7839728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E2076673-7709-4410-83F0-BBBB2FD18873}"/>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Intersection</a:t>
            </a:r>
          </a:p>
        </p:txBody>
      </p:sp>
      <p:sp>
        <p:nvSpPr>
          <p:cNvPr id="17" name="">
            <a:extLst xmlns:a="http://schemas.openxmlformats.org/drawingml/2006/main">
              <a:ext uri="{FF2B5EF4-FFF2-40B4-BE49-F238E27FC236}">
                <a16:creationId xmlns:a16="http://schemas.microsoft.com/office/drawing/2014/main" id="{E416BDCF-CDD1-47DC-8EC1-1609444D59FC}"/>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335406497"/>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988494D-8DBD-454C-8428-1062C74832D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V7_C_N07</a:t>
            </a:r>
          </a:p>
        </p:txBody>
      </p:sp>
      <p:sp>
        <p:nvSpPr>
          <p:cNvPr id="2" name="">
            <a:extLst xmlns:a="http://schemas.openxmlformats.org/drawingml/2006/main">
              <a:ext uri="{FF2B5EF4-FFF2-40B4-BE49-F238E27FC236}">
                <a16:creationId xmlns:a16="http://schemas.microsoft.com/office/drawing/2014/main" id="{5A9B1392-5BE4-496E-88D1-50ADE8AC07B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52A5276B-42A4-4B52-83D8-6F781AF68E5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5BDA06D-CFD1-47B2-AB81-946A1A3959D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6F88AB38-828C-4CC6-8D5F-D94E5C8DC7AC}"/>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6DD4C67-CCEF-47A6-8730-B632476A8CC9}"/>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4F4B01B5-7C18-4B4B-9E49-2D4C617761BA}"/>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Distribution</a:t>
            </a:r>
          </a:p>
        </p:txBody>
      </p:sp>
      <p:sp>
        <p:nvSpPr>
          <p:cNvPr id="8" name="">
            <a:extLst xmlns:a="http://schemas.openxmlformats.org/drawingml/2006/main">
              <a:ext uri="{FF2B5EF4-FFF2-40B4-BE49-F238E27FC236}">
                <a16:creationId xmlns:a16="http://schemas.microsoft.com/office/drawing/2014/main" id="{A2CCBC34-5C6C-42C3-B64F-F015E93E5DCF}"/>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7C804B97-4FC5-4CA6-A7EF-431162A18633}"/>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94015DF5-4D28-427C-BE2B-5DCEB810EBD5}"/>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a:t>
            </a:r>
          </a:p>
        </p:txBody>
      </p:sp>
      <p:sp>
        <p:nvSpPr>
          <p:cNvPr id="11" name="">
            <a:extLst xmlns:a="http://schemas.openxmlformats.org/drawingml/2006/main">
              <a:ext uri="{FF2B5EF4-FFF2-40B4-BE49-F238E27FC236}">
                <a16:creationId xmlns:a16="http://schemas.microsoft.com/office/drawing/2014/main" id="{55E562C0-9206-4F1A-BFCC-CAE3B0BD1842}"/>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7AE8F0F4-05EE-4BBD-AEB0-FA4AB43E330E}"/>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15CF33AE-5925-470C-B9B2-913880899F2C}"/>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Participation</a:t>
            </a:r>
          </a:p>
        </p:txBody>
      </p:sp>
      <p:sp>
        <p:nvSpPr>
          <p:cNvPr id="14" name="">
            <a:extLst xmlns:a="http://schemas.openxmlformats.org/drawingml/2006/main">
              <a:ext uri="{FF2B5EF4-FFF2-40B4-BE49-F238E27FC236}">
                <a16:creationId xmlns:a16="http://schemas.microsoft.com/office/drawing/2014/main" id="{4A657F7F-E79F-4AC7-8D52-BACAE24E397A}"/>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1BC6CA5-4433-4BB5-9737-C1963D27F191}"/>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A28AF31F-DD15-4DA9-AE0C-C12A4F3970C6}"/>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Learning</a:t>
            </a:r>
          </a:p>
        </p:txBody>
      </p:sp>
      <p:sp>
        <p:nvSpPr>
          <p:cNvPr id="17" name="">
            <a:extLst xmlns:a="http://schemas.openxmlformats.org/drawingml/2006/main">
              <a:ext uri="{FF2B5EF4-FFF2-40B4-BE49-F238E27FC236}">
                <a16:creationId xmlns:a16="http://schemas.microsoft.com/office/drawing/2014/main" id="{A3C4461E-FC3D-499C-BC07-4BC62AABA26B}"/>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50A84DC-9EBE-4158-923C-768BABEFF218}"/>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F56AA07-0611-40C5-8075-417F2426CB50}"/>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Intersection</a:t>
            </a:r>
          </a:p>
        </p:txBody>
      </p:sp>
      <p:sp>
        <p:nvSpPr>
          <p:cNvPr id="20" name="">
            <a:extLst xmlns:a="http://schemas.openxmlformats.org/drawingml/2006/main">
              <a:ext uri="{FF2B5EF4-FFF2-40B4-BE49-F238E27FC236}">
                <a16:creationId xmlns:a16="http://schemas.microsoft.com/office/drawing/2014/main" id="{555FB0E6-2F6B-4980-89DD-D6E286682AD9}"/>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90992661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267C40-0D13-4328-9BD7-4941CAEF5B7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V7_C_N07</a:t>
            </a:r>
          </a:p>
        </p:txBody>
      </p:sp>
      <p:sp>
        <p:nvSpPr>
          <p:cNvPr id="2" name="">
            <a:extLst xmlns:a="http://schemas.openxmlformats.org/drawingml/2006/main">
              <a:ext uri="{FF2B5EF4-FFF2-40B4-BE49-F238E27FC236}">
                <a16:creationId xmlns:a16="http://schemas.microsoft.com/office/drawing/2014/main" id="{BB0F364A-7668-495A-AEFF-57F380801F8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4650122-5363-4170-8534-A6443EB6365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BCE1E89-C924-43A0-9346-732364CA458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FE637074-9219-46C9-8272-C12736079FCC}"/>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59963B93-1B80-427D-82FB-757A276028AF}"/>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54703B6-5535-45FF-BD9C-C0136408C151}"/>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district compares access and learning across location, disability, gender, and socioeconomic groups.</a:t>
            </a:r>
          </a:p>
        </p:txBody>
      </p:sp>
      <p:sp>
        <p:nvSpPr>
          <p:cNvPr id="8" name="">
            <a:extLst xmlns:a="http://schemas.openxmlformats.org/drawingml/2006/main">
              <a:ext uri="{FF2B5EF4-FFF2-40B4-BE49-F238E27FC236}">
                <a16:creationId xmlns:a16="http://schemas.microsoft.com/office/drawing/2014/main" id="{F9EC0D84-56CA-480B-A754-A23C462D8ADD}"/>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67CA3370-0D2E-40CE-B442-E24F5300F1D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D353D185-9987-4D85-905E-908F010892B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91EA3426-B97F-41FA-A27C-1C8F2921FBA2}"/>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0099379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8C1E74B-7E2D-405A-BBC8-EF57D96C3C6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V7_C_N07</a:t>
            </a:r>
          </a:p>
        </p:txBody>
      </p:sp>
      <p:sp>
        <p:nvSpPr>
          <p:cNvPr id="2" name="">
            <a:extLst xmlns:a="http://schemas.openxmlformats.org/drawingml/2006/main">
              <a:ext uri="{FF2B5EF4-FFF2-40B4-BE49-F238E27FC236}">
                <a16:creationId xmlns:a16="http://schemas.microsoft.com/office/drawing/2014/main" id="{471AF221-DAA4-4A7C-9965-5B48ABC81DA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6BD1D8D5-569A-4373-B2A9-4BCDF5866D2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D6E2BAE-322C-4006-8C4F-14F79C191B0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B25F4E8B-152B-4FE9-B584-26035CEAE4DE}"/>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 equity profile and test aggregation, uncertainty, and disclosure limits.</a:t>
            </a:r>
          </a:p>
        </p:txBody>
      </p:sp>
      <p:sp>
        <p:nvSpPr>
          <p:cNvPr id="6" name="">
            <a:extLst xmlns:a="http://schemas.openxmlformats.org/drawingml/2006/main">
              <a:ext uri="{FF2B5EF4-FFF2-40B4-BE49-F238E27FC236}">
                <a16:creationId xmlns:a16="http://schemas.microsoft.com/office/drawing/2014/main" id="{F676B980-F298-48CC-9898-57A414529EDD}"/>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84A7C34-08EE-4922-B13B-30BF0F995B76}"/>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E40160D0-1069-4837-A49D-41C37ACABEDB}"/>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9627F3C-A904-44CB-AA71-A12076C4DA7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CB8F425-8C39-467C-A625-7E7B5A484306}"/>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30A20AA8-BFDB-4750-94A4-B26D18C9D245}"/>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F985B9A-96D4-45CD-A595-C1C8BB3E78C2}"/>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93B9D7EE-C8AF-4473-B06B-E49C1F330237}"/>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97DF584-CD30-475C-AC02-13C2342DCBBE}"/>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A9213099-90C4-4688-9FA5-16CF47E75454}"/>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1C72046D-70FB-4F54-B45B-55F5C39F800B}"/>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48D9146-8611-4C6C-A072-55FF9C96BEF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23287162"/>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F94FC17-3631-4C27-BAEB-5B2905BA9D9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V7_C_N07</a:t>
            </a:r>
          </a:p>
        </p:txBody>
      </p:sp>
      <p:sp>
        <p:nvSpPr>
          <p:cNvPr id="2" name="">
            <a:extLst xmlns:a="http://schemas.openxmlformats.org/drawingml/2006/main">
              <a:ext uri="{FF2B5EF4-FFF2-40B4-BE49-F238E27FC236}">
                <a16:creationId xmlns:a16="http://schemas.microsoft.com/office/drawing/2014/main" id="{6603A471-7D7F-4C4D-AEF9-9C50B53B03D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413F5986-2702-44B7-A7E8-4AD826288C3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19376E6-FB45-45FD-BAEA-3D8832B9051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CD1DE395-8863-4C59-A1E8-91BA3C453476}"/>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AB88F6FC-56D4-42B5-B2DB-D6E2610A875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902649AE-5967-424D-B18A-F8C3CA14D5A4}"/>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CA3518CA-529A-4255-859B-A1BE500F0AC1}"/>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17BBCB58-F42F-4F20-AD88-8435ACB6B31E}"/>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42BD0333-F02E-44FC-ABA5-8C6E0D70114F}"/>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4C58247B-8DDC-41F9-9E1F-11D83C4B0AB6}"/>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490AD0C3-13A9-499C-9448-E65E25BE520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AD5E24A6-6DB0-428C-9C4C-5FFB8889AD81}"/>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7FD97C2-F880-4507-B975-F648038C4C63}"/>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50359044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484B87-E1BD-47E1-BE2A-43964BC75B8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V7_C_N07</a:t>
            </a:r>
          </a:p>
        </p:txBody>
      </p:sp>
      <p:sp>
        <p:nvSpPr>
          <p:cNvPr id="2" name="">
            <a:extLst xmlns:a="http://schemas.openxmlformats.org/drawingml/2006/main">
              <a:ext uri="{FF2B5EF4-FFF2-40B4-BE49-F238E27FC236}">
                <a16:creationId xmlns:a16="http://schemas.microsoft.com/office/drawing/2014/main" id="{AD8DB8B8-0CCD-40A2-A1F3-6D8AEB8D84F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F38EED08-4AF3-47D6-A8F0-CC78340DE34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9B5D737-F613-47C0-875F-200305D2DCC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55DFD1A9-2319-4543-86CD-1E072993D6AA}"/>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5D795881-BCCB-4FAE-80F6-B4C9BECB42D2}"/>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709ACF13-7414-49BB-B8A6-3147D98D543C}"/>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BAB524EB-C651-4D7B-9EEC-4411DF5A2AB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743E58AF-AC64-488F-BBFB-B2ED797A6133}"/>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C25E1103-FF70-4ECB-B98E-C8011EEEE9E8}"/>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742904040"/>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E89AA9-CA85-4BBB-A449-FEC221F7A7F8}"/>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8F77CE13-87A1-48C0-83A5-7652C05E4199}"/>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0923049E-1820-46E1-A46B-BE6D8E55FC9E}"/>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Distribution</a:t>
            </a:r>
          </a:p>
        </p:txBody>
      </p:sp>
      <p:sp>
        <p:nvSpPr>
          <p:cNvPr id="4" name="">
            <a:extLst xmlns:a="http://schemas.openxmlformats.org/drawingml/2006/main">
              <a:ext uri="{FF2B5EF4-FFF2-40B4-BE49-F238E27FC236}">
                <a16:creationId xmlns:a16="http://schemas.microsoft.com/office/drawing/2014/main" id="{6916A67F-528D-4299-9316-BF07C44BF667}"/>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BA108299-FFAA-416D-90E2-88142FE4D3F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a:t>
            </a:r>
          </a:p>
        </p:txBody>
      </p:sp>
      <p:sp>
        <p:nvSpPr>
          <p:cNvPr id="6" name="">
            <a:extLst xmlns:a="http://schemas.openxmlformats.org/drawingml/2006/main">
              <a:ext uri="{FF2B5EF4-FFF2-40B4-BE49-F238E27FC236}">
                <a16:creationId xmlns:a16="http://schemas.microsoft.com/office/drawing/2014/main" id="{D79FCEA2-97A0-48BB-A33A-FA6A449E7FC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ADD3E1A2-1E05-4FE7-B731-B7B4495F19A9}"/>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Participation</a:t>
            </a:r>
          </a:p>
        </p:txBody>
      </p:sp>
      <p:sp>
        <p:nvSpPr>
          <p:cNvPr id="8" name="">
            <a:extLst xmlns:a="http://schemas.openxmlformats.org/drawingml/2006/main">
              <a:ext uri="{FF2B5EF4-FFF2-40B4-BE49-F238E27FC236}">
                <a16:creationId xmlns:a16="http://schemas.microsoft.com/office/drawing/2014/main" id="{38D7AB20-06CB-4263-B4F1-1939CC016FE0}"/>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0C0B9730-AC3F-482F-9CC1-BA372C188767}"/>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Learning</a:t>
            </a:r>
          </a:p>
        </p:txBody>
      </p:sp>
      <p:sp>
        <p:nvSpPr>
          <p:cNvPr id="10" name="">
            <a:extLst xmlns:a="http://schemas.openxmlformats.org/drawingml/2006/main">
              <a:ext uri="{FF2B5EF4-FFF2-40B4-BE49-F238E27FC236}">
                <a16:creationId xmlns:a16="http://schemas.microsoft.com/office/drawing/2014/main" id="{CA81ECD7-1B8F-427E-9D38-0E3E3984FC6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5261E35-1E83-4812-A271-3C6689792DDF}"/>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Intersection</a:t>
            </a:r>
          </a:p>
        </p:txBody>
      </p:sp>
      <p:sp>
        <p:nvSpPr>
          <p:cNvPr id="12" name="">
            <a:extLst xmlns:a="http://schemas.openxmlformats.org/drawingml/2006/main">
              <a:ext uri="{FF2B5EF4-FFF2-40B4-BE49-F238E27FC236}">
                <a16:creationId xmlns:a16="http://schemas.microsoft.com/office/drawing/2014/main" id="{8EDE70EB-82E5-4899-BDA2-BDD0473B2585}"/>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149833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2026-09-04T15:30:39.2140000Z</dcterms:created>
  <dcterms:modified xsi:type="dcterms:W3CDTF">2026-09-04T15:30:39.2140000Z</dcterms:modified>
</coreProperties>
</file>