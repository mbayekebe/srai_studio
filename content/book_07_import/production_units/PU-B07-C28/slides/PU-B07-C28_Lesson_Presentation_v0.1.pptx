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c5c07084bd7439f" /><Relationship Type="http://schemas.openxmlformats.org/officeDocument/2006/relationships/extended-properties" Target="/docProps/app.xml" Id="Rdd31a8bdf5d14108" /><Relationship Type="http://schemas.openxmlformats.org/officeDocument/2006/relationships/officeDocument" Target="/ppt/presentation.xml" Id="R5d521644f78b4f1e" /></Relationships>
</file>

<file path=ppt/presentation.xml><?xml version="1.0" encoding="utf-8"?>
<p:presentation xmlns:p="http://schemas.openxmlformats.org/presentationml/2006/main">
  <p:sldMasterIdLst>
    <p:sldMasterId xmlns:r="http://schemas.openxmlformats.org/officeDocument/2006/relationships" id="2147483648" r:id="Rb6439dd23010467a"/>
  </p:sldMasterIdLst>
  <p:notesMasterIdLst>
    <p:notesMasterId xmlns:r="http://schemas.openxmlformats.org/officeDocument/2006/relationships" r:id="R8a423973bc4b45d9"/>
  </p:notesMasterIdLst>
  <p:sldIdLst>
    <p:sldId xmlns:r="http://schemas.openxmlformats.org/officeDocument/2006/relationships" id="256" r:id="R3cffc99dd8244a9a"/>
    <p:sldId xmlns:r="http://schemas.openxmlformats.org/officeDocument/2006/relationships" id="257" r:id="R08714e6c95174fae"/>
    <p:sldId xmlns:r="http://schemas.openxmlformats.org/officeDocument/2006/relationships" id="258" r:id="R5b0cc3d3199c443d"/>
    <p:sldId xmlns:r="http://schemas.openxmlformats.org/officeDocument/2006/relationships" id="259" r:id="Rb303d747042141d4"/>
    <p:sldId xmlns:r="http://schemas.openxmlformats.org/officeDocument/2006/relationships" id="260" r:id="R646e98a89948466f"/>
    <p:sldId xmlns:r="http://schemas.openxmlformats.org/officeDocument/2006/relationships" id="261" r:id="R9eb74c2c8cdb4bd3"/>
    <p:sldId xmlns:r="http://schemas.openxmlformats.org/officeDocument/2006/relationships" id="262" r:id="R9e7bec7a71dc4af9"/>
    <p:sldId xmlns:r="http://schemas.openxmlformats.org/officeDocument/2006/relationships" id="263" r:id="R3e21d1399ae1460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d59916465994483" /><Relationship Type="http://schemas.openxmlformats.org/officeDocument/2006/relationships/slideMaster" Target="/ppt/slideMasters/slideMaster1.xml" Id="Rb6439dd23010467a" /><Relationship Type="http://schemas.openxmlformats.org/officeDocument/2006/relationships/notesMaster" Target="/ppt/notesMasters/notesMaster1.xml" Id="R8a423973bc4b45d9" /><Relationship Type="http://schemas.openxmlformats.org/officeDocument/2006/relationships/presProps" Target="/ppt/presProps.xml" Id="Rac7768e79704471c" /><Relationship Type="http://schemas.openxmlformats.org/officeDocument/2006/relationships/tableStyles" Target="/ppt/tableStyles.xml" Id="R30721fa418184e7a" /><Relationship Type="http://schemas.openxmlformats.org/officeDocument/2006/relationships/slide" Target="/ppt/slides/slide1.xml" Id="R3cffc99dd8244a9a" /><Relationship Type="http://schemas.openxmlformats.org/officeDocument/2006/relationships/slide" Target="/ppt/slides/slide2.xml" Id="R08714e6c95174fae" /><Relationship Type="http://schemas.openxmlformats.org/officeDocument/2006/relationships/slide" Target="/ppt/slides/slide3.xml" Id="R5b0cc3d3199c443d" /><Relationship Type="http://schemas.openxmlformats.org/officeDocument/2006/relationships/slide" Target="/ppt/slides/slide4.xml" Id="Rb303d747042141d4" /><Relationship Type="http://schemas.openxmlformats.org/officeDocument/2006/relationships/slide" Target="/ppt/slides/slide5.xml" Id="R646e98a89948466f" /><Relationship Type="http://schemas.openxmlformats.org/officeDocument/2006/relationships/slide" Target="/ppt/slides/slide6.xml" Id="R9eb74c2c8cdb4bd3" /><Relationship Type="http://schemas.openxmlformats.org/officeDocument/2006/relationships/slide" Target="/ppt/slides/slide7.xml" Id="R9e7bec7a71dc4af9" /><Relationship Type="http://schemas.openxmlformats.org/officeDocument/2006/relationships/slide" Target="/ppt/slides/slide8.xml" Id="R3e21d1399ae1460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00ad0025fc542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4074773623c42ba" /><Relationship Type="http://schemas.openxmlformats.org/officeDocument/2006/relationships/notesMaster" Target="/ppt/notesMasters/notesMaster1.xml" Id="Rb8bf077c140a4a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014b930ba6407a" /><Relationship Type="http://schemas.openxmlformats.org/officeDocument/2006/relationships/notesMaster" Target="/ppt/notesMasters/notesMaster1.xml" Id="R60e9e671b6c64f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7da721249c4ea1" /><Relationship Type="http://schemas.openxmlformats.org/officeDocument/2006/relationships/notesMaster" Target="/ppt/notesMasters/notesMaster1.xml" Id="R379507ed4ec24009" /></Relationships>
</file>

<file path=ppt/notesSlides/_rels/notesSlide4.xml.rels>&#65279;<?xml version="1.0" encoding="utf-8"?><Relationships xmlns="http://schemas.openxmlformats.org/package/2006/relationships"><Relationship Type="http://schemas.openxmlformats.org/officeDocument/2006/relationships/slide" Target="/ppt/slides/slide4.xml" Id="Rf101c5a2815448dd" /><Relationship Type="http://schemas.openxmlformats.org/officeDocument/2006/relationships/notesMaster" Target="/ppt/notesMasters/notesMaster1.xml" Id="R1392eb60f99c4bae" /></Relationships>
</file>

<file path=ppt/notesSlides/_rels/notesSlide5.xml.rels>&#65279;<?xml version="1.0" encoding="utf-8"?><Relationships xmlns="http://schemas.openxmlformats.org/package/2006/relationships"><Relationship Type="http://schemas.openxmlformats.org/officeDocument/2006/relationships/slide" Target="/ppt/slides/slide5.xml" Id="R2b26a8d7f2994e63" /><Relationship Type="http://schemas.openxmlformats.org/officeDocument/2006/relationships/notesMaster" Target="/ppt/notesMasters/notesMaster1.xml" Id="Rf13ec3240a154317" /></Relationships>
</file>

<file path=ppt/notesSlides/_rels/notesSlide6.xml.rels>&#65279;<?xml version="1.0" encoding="utf-8"?><Relationships xmlns="http://schemas.openxmlformats.org/package/2006/relationships"><Relationship Type="http://schemas.openxmlformats.org/officeDocument/2006/relationships/slide" Target="/ppt/slides/slide6.xml" Id="Ra7d9846adcec47f8" /><Relationship Type="http://schemas.openxmlformats.org/officeDocument/2006/relationships/notesMaster" Target="/ppt/notesMasters/notesMaster1.xml" Id="R4b2238d0e9cf4b1c" /></Relationships>
</file>

<file path=ppt/notesSlides/_rels/notesSlide7.xml.rels>&#65279;<?xml version="1.0" encoding="utf-8"?><Relationships xmlns="http://schemas.openxmlformats.org/package/2006/relationships"><Relationship Type="http://schemas.openxmlformats.org/officeDocument/2006/relationships/slide" Target="/ppt/slides/slide7.xml" Id="Rd7d4bc255e584670" /><Relationship Type="http://schemas.openxmlformats.org/officeDocument/2006/relationships/notesMaster" Target="/ppt/notesMasters/notesMaster1.xml" Id="R7e3d40dc6b524b7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07607349f0949b0" /><Relationship Type="http://schemas.openxmlformats.org/officeDocument/2006/relationships/notesMaster" Target="/ppt/notesMasters/notesMaster1.xml" Id="R96e6eca4800d4fc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Climate Signals Before Disease Surges. This lesson begins with one principle: climate signals support preparedness only after health corroboration. We will connect that principle to an accountable health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V7_B_N08,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Climate signals support preparedness only after health corroboration. The five controls shown here are Climate anomaly, Exposure, Time lag, Surveillance, Causal limits. Together, they prevent an health signal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V7_B_N08,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climate anomaly, move through exposure and time lag, and finish with surveillance and causal limits.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V7_B_N08,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health example. Climate anomalies inform readiness after epidemiological corroboration. The platform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V7_B_N08,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Align climate and disease evidence and test early-action thresholds. As you review the saved outputs, focus on what the evidence supports,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V7_B_N08,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 new health-service case.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V7_B_N08,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V7_B_N08,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climate anomaly clear? Is exposure documented? Is time lag testable? Is surveillance governed? And is causal limits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V7_B_N08,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d05d5d608514b3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1fff1a70d34ce5" /><Relationship Type="http://schemas.openxmlformats.org/officeDocument/2006/relationships/slideLayout" Target="/ppt/slideLayouts/slideLayout1.xml" Id="R6c7f98d9c23b4ff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c7f98d9c23b4ff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94a0b563f634297" /><Relationship Type="http://schemas.openxmlformats.org/officeDocument/2006/relationships/notesSlide" Target="/ppt/notesSlides/notesSlide1.xml" Id="R2d0b626141f44e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53e705edbc2426d" /><Relationship Type="http://schemas.openxmlformats.org/officeDocument/2006/relationships/notesSlide" Target="/ppt/notesSlides/notesSlide2.xml" Id="R4f46c5397eef402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e9fcdd31da434524" /><Relationship Type="http://schemas.openxmlformats.org/officeDocument/2006/relationships/notesSlide" Target="/ppt/notesSlides/notesSlide3.xml" Id="Rf7666a36bfa641b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7d65e92bdee4944" /><Relationship Type="http://schemas.openxmlformats.org/officeDocument/2006/relationships/notesSlide" Target="/ppt/notesSlides/notesSlide4.xml" Id="Rc137dc4a50f24b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dcf93b24e84414d" /><Relationship Type="http://schemas.openxmlformats.org/officeDocument/2006/relationships/notesSlide" Target="/ppt/notesSlides/notesSlide5.xml" Id="R75aee7b7e0864ef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de682f91f564ecc" /><Relationship Type="http://schemas.openxmlformats.org/officeDocument/2006/relationships/notesSlide" Target="/ppt/notesSlides/notesSlide6.xml" Id="R7890e152e561455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abd57021dad4842" /><Relationship Type="http://schemas.openxmlformats.org/officeDocument/2006/relationships/notesSlide" Target="/ppt/notesSlides/notesSlide7.xml" Id="R0253fe20a6bb40e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b7985e99c814238" /><Relationship Type="http://schemas.openxmlformats.org/officeDocument/2006/relationships/notesSlide" Target="/ppt/notesSlides/notesSlide8.xml" Id="Re180dfe0ea1e41b7"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3755613-B209-4770-A9BF-988B10AD6AC8}"/>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9F93B268-4BBF-48B6-B9FB-D0ED74E308A5}"/>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89E9C0B2-2BEF-4A62-9F02-C2CE4E2E4E02}"/>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37C52D55-3085-487E-B01E-024D8DC937A9}"/>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HEALTH TRACK</a:t>
            </a:r>
          </a:p>
        </p:txBody>
      </p:sp>
      <p:sp>
        <p:nvSpPr>
          <p:cNvPr id="5" name="">
            <a:extLst xmlns:a="http://schemas.openxmlformats.org/drawingml/2006/main">
              <a:ext uri="{FF2B5EF4-FFF2-40B4-BE49-F238E27FC236}">
                <a16:creationId xmlns:a16="http://schemas.microsoft.com/office/drawing/2014/main" id="{E5F1AB13-DE3A-4E3F-B185-ED330EC18611}"/>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CLIMATE SIGNALS BEFORE DISEASE SURGES</a:t>
            </a:r>
          </a:p>
        </p:txBody>
      </p:sp>
      <p:sp>
        <p:nvSpPr>
          <p:cNvPr id="6" name="">
            <a:extLst xmlns:a="http://schemas.openxmlformats.org/drawingml/2006/main">
              <a:ext uri="{FF2B5EF4-FFF2-40B4-BE49-F238E27FC236}">
                <a16:creationId xmlns:a16="http://schemas.microsoft.com/office/drawing/2014/main" id="{4011C666-02C9-4455-BB72-B4EE7D4B380D}"/>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Climate signals support preparedness only after health corroboration.</a:t>
            </a:r>
          </a:p>
        </p:txBody>
      </p:sp>
      <p:sp>
        <p:nvSpPr>
          <p:cNvPr id="7" name="">
            <a:extLst xmlns:a="http://schemas.openxmlformats.org/drawingml/2006/main">
              <a:ext uri="{FF2B5EF4-FFF2-40B4-BE49-F238E27FC236}">
                <a16:creationId xmlns:a16="http://schemas.microsoft.com/office/drawing/2014/main" id="{8B638894-B16C-4B39-AF23-96DD0171DC2E}"/>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V7_B_N08</a:t>
            </a:r>
          </a:p>
        </p:txBody>
      </p:sp>
      <p:sp>
        <p:nvSpPr>
          <p:cNvPr id="8" name="">
            <a:extLst xmlns:a="http://schemas.openxmlformats.org/drawingml/2006/main">
              <a:ext uri="{FF2B5EF4-FFF2-40B4-BE49-F238E27FC236}">
                <a16:creationId xmlns:a16="http://schemas.microsoft.com/office/drawing/2014/main" id="{AF64F0B3-2B66-449D-A7A7-568FDFE32FDF}"/>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PU-B07-C28</a:t>
            </a:r>
          </a:p>
        </p:txBody>
      </p:sp>
      <p:sp>
        <p:nvSpPr>
          <p:cNvPr id="9" name="">
            <a:extLst xmlns:a="http://schemas.openxmlformats.org/drawingml/2006/main">
              <a:ext uri="{FF2B5EF4-FFF2-40B4-BE49-F238E27FC236}">
                <a16:creationId xmlns:a16="http://schemas.microsoft.com/office/drawing/2014/main" id="{05A5D2C1-F9BC-470B-89B9-7221CB6086F3}"/>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CF6E71AA-504A-4E87-80B3-36D8FD1031CB}"/>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963762430"/>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F3B633F-FFE4-42A3-854D-26E58085F61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V7_B_N08</a:t>
            </a:r>
          </a:p>
        </p:txBody>
      </p:sp>
      <p:sp>
        <p:nvSpPr>
          <p:cNvPr id="2" name="">
            <a:extLst xmlns:a="http://schemas.openxmlformats.org/drawingml/2006/main">
              <a:ext uri="{FF2B5EF4-FFF2-40B4-BE49-F238E27FC236}">
                <a16:creationId xmlns:a16="http://schemas.microsoft.com/office/drawing/2014/main" id="{909FF1B5-F2B6-4469-A5C7-731F3FB35FA2}"/>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4FAB7B57-E879-47FE-921C-27207E856B8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721279B-85ED-47F6-B765-E2DE7B116FA1}"/>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2B3E9A45-DE70-4F10-9482-E1B714F6AA53}"/>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Climate signals support preparedness only after health corroboration.</a:t>
            </a:r>
          </a:p>
        </p:txBody>
      </p:sp>
      <p:sp>
        <p:nvSpPr>
          <p:cNvPr id="6" name="">
            <a:extLst xmlns:a="http://schemas.openxmlformats.org/drawingml/2006/main">
              <a:ext uri="{FF2B5EF4-FFF2-40B4-BE49-F238E27FC236}">
                <a16:creationId xmlns:a16="http://schemas.microsoft.com/office/drawing/2014/main" id="{C30D653B-8724-47DD-A756-A420A2A4B0ED}"/>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AD39D219-ABF9-45A2-914B-499B9712AF21}"/>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6928A329-6B98-48B5-B0E4-2747B2A08980}"/>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Climate anomaly</a:t>
            </a:r>
          </a:p>
        </p:txBody>
      </p:sp>
      <p:sp>
        <p:nvSpPr>
          <p:cNvPr id="9" name="">
            <a:extLst xmlns:a="http://schemas.openxmlformats.org/drawingml/2006/main">
              <a:ext uri="{FF2B5EF4-FFF2-40B4-BE49-F238E27FC236}">
                <a16:creationId xmlns:a16="http://schemas.microsoft.com/office/drawing/2014/main" id="{F22A6F0C-A1C7-45E3-B289-BC28B8D461CF}"/>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26DD879E-03D0-467F-BBD9-6576B109882E}"/>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Exposure</a:t>
            </a:r>
          </a:p>
        </p:txBody>
      </p:sp>
      <p:sp>
        <p:nvSpPr>
          <p:cNvPr id="11" name="">
            <a:extLst xmlns:a="http://schemas.openxmlformats.org/drawingml/2006/main">
              <a:ext uri="{FF2B5EF4-FFF2-40B4-BE49-F238E27FC236}">
                <a16:creationId xmlns:a16="http://schemas.microsoft.com/office/drawing/2014/main" id="{041BEA28-EC20-4D59-80F5-4CB7DE1B763E}"/>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A719B334-8A0F-4096-85C4-5CE78E63A842}"/>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Time lag</a:t>
            </a:r>
          </a:p>
        </p:txBody>
      </p:sp>
      <p:sp>
        <p:nvSpPr>
          <p:cNvPr id="13" name="">
            <a:extLst xmlns:a="http://schemas.openxmlformats.org/drawingml/2006/main">
              <a:ext uri="{FF2B5EF4-FFF2-40B4-BE49-F238E27FC236}">
                <a16:creationId xmlns:a16="http://schemas.microsoft.com/office/drawing/2014/main" id="{2BC6347C-949A-4E61-A81A-E01D351AE7B3}"/>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644B0164-163D-4AD5-9006-C55495F0B094}"/>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Surveillance</a:t>
            </a:r>
          </a:p>
        </p:txBody>
      </p:sp>
      <p:sp>
        <p:nvSpPr>
          <p:cNvPr id="15" name="">
            <a:extLst xmlns:a="http://schemas.openxmlformats.org/drawingml/2006/main">
              <a:ext uri="{FF2B5EF4-FFF2-40B4-BE49-F238E27FC236}">
                <a16:creationId xmlns:a16="http://schemas.microsoft.com/office/drawing/2014/main" id="{B2A6C0C7-A758-415A-80C0-E0C6A86B7842}"/>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6437C9E5-A03C-452A-991C-B223E13D6BD4}"/>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Causal limits</a:t>
            </a:r>
          </a:p>
        </p:txBody>
      </p:sp>
      <p:sp>
        <p:nvSpPr>
          <p:cNvPr id="17" name="">
            <a:extLst xmlns:a="http://schemas.openxmlformats.org/drawingml/2006/main">
              <a:ext uri="{FF2B5EF4-FFF2-40B4-BE49-F238E27FC236}">
                <a16:creationId xmlns:a16="http://schemas.microsoft.com/office/drawing/2014/main" id="{8DAB8889-BBDF-40B9-B6E0-2D9B6AFCD4D9}"/>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595404047"/>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37B70467-C685-4B49-9171-46D13DFFE3D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V7_B_N08</a:t>
            </a:r>
          </a:p>
        </p:txBody>
      </p:sp>
      <p:sp>
        <p:nvSpPr>
          <p:cNvPr id="2" name="">
            <a:extLst xmlns:a="http://schemas.openxmlformats.org/drawingml/2006/main">
              <a:ext uri="{FF2B5EF4-FFF2-40B4-BE49-F238E27FC236}">
                <a16:creationId xmlns:a16="http://schemas.microsoft.com/office/drawing/2014/main" id="{56AA3143-13FB-4868-8039-B2C7105C7F2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287A522B-9371-471D-A686-45DAB0C9E23E}"/>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FA3F8B2-56DE-4E68-924C-4A453117633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D0A414F1-4272-4A51-B4FB-A340011D81E0}"/>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C34492CD-2006-41E9-A9CB-64064097AE4C}"/>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522F9990-B8CE-44A0-A5EB-95F79AB2BD66}"/>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Climate anomaly</a:t>
            </a:r>
          </a:p>
        </p:txBody>
      </p:sp>
      <p:sp>
        <p:nvSpPr>
          <p:cNvPr id="8" name="">
            <a:extLst xmlns:a="http://schemas.openxmlformats.org/drawingml/2006/main">
              <a:ext uri="{FF2B5EF4-FFF2-40B4-BE49-F238E27FC236}">
                <a16:creationId xmlns:a16="http://schemas.microsoft.com/office/drawing/2014/main" id="{B0B6D186-4E4B-4E72-908F-01C3A0EB46AD}"/>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65D6FBF8-74EE-4D40-97BF-29B398C31CD1}"/>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CBED3398-AE02-441F-8189-E3F7889820AF}"/>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Exposure</a:t>
            </a:r>
          </a:p>
        </p:txBody>
      </p:sp>
      <p:sp>
        <p:nvSpPr>
          <p:cNvPr id="11" name="">
            <a:extLst xmlns:a="http://schemas.openxmlformats.org/drawingml/2006/main">
              <a:ext uri="{FF2B5EF4-FFF2-40B4-BE49-F238E27FC236}">
                <a16:creationId xmlns:a16="http://schemas.microsoft.com/office/drawing/2014/main" id="{9FB4D870-E703-4D3D-9F31-BDC07AF989D0}"/>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40968532-D2EC-43ED-9A76-014E882AED97}"/>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017E551F-7CA8-4265-AAD6-E051CC469B04}"/>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Time lag</a:t>
            </a:r>
          </a:p>
        </p:txBody>
      </p:sp>
      <p:sp>
        <p:nvSpPr>
          <p:cNvPr id="14" name="">
            <a:extLst xmlns:a="http://schemas.openxmlformats.org/drawingml/2006/main">
              <a:ext uri="{FF2B5EF4-FFF2-40B4-BE49-F238E27FC236}">
                <a16:creationId xmlns:a16="http://schemas.microsoft.com/office/drawing/2014/main" id="{98DE7862-C818-4498-80A7-3B9B30A13ACD}"/>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AB21DEB6-3E02-4BDC-B23D-DAE1ECD4ACFC}"/>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B2CF0FB8-F1D6-4DBF-815E-8BE911310693}"/>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Surveillance</a:t>
            </a:r>
          </a:p>
        </p:txBody>
      </p:sp>
      <p:sp>
        <p:nvSpPr>
          <p:cNvPr id="17" name="">
            <a:extLst xmlns:a="http://schemas.openxmlformats.org/drawingml/2006/main">
              <a:ext uri="{FF2B5EF4-FFF2-40B4-BE49-F238E27FC236}">
                <a16:creationId xmlns:a16="http://schemas.microsoft.com/office/drawing/2014/main" id="{85248DA5-616C-4F18-9E7B-E0C1A49C460A}"/>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95C13ABF-9364-4628-8EA7-5759B894F8ED}"/>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CD37B61F-462F-4D85-B6F0-485C5AA27246}"/>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Causal limits</a:t>
            </a:r>
          </a:p>
        </p:txBody>
      </p:sp>
      <p:sp>
        <p:nvSpPr>
          <p:cNvPr id="20" name="">
            <a:extLst xmlns:a="http://schemas.openxmlformats.org/drawingml/2006/main">
              <a:ext uri="{FF2B5EF4-FFF2-40B4-BE49-F238E27FC236}">
                <a16:creationId xmlns:a16="http://schemas.microsoft.com/office/drawing/2014/main" id="{F00C4B1E-EFCF-4B23-988E-95E967767444}"/>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1449955224"/>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297645E-C197-44FD-8F88-0629A16FD84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V7_B_N08</a:t>
            </a:r>
          </a:p>
        </p:txBody>
      </p:sp>
      <p:sp>
        <p:nvSpPr>
          <p:cNvPr id="2" name="">
            <a:extLst xmlns:a="http://schemas.openxmlformats.org/drawingml/2006/main">
              <a:ext uri="{FF2B5EF4-FFF2-40B4-BE49-F238E27FC236}">
                <a16:creationId xmlns:a16="http://schemas.microsoft.com/office/drawing/2014/main" id="{2D3B5483-A619-4631-8A51-7BD26F3179B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C25788AC-9158-4CA0-87FD-57D8B70EF0F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7437AE6-098C-43DC-ACC7-2E77DE46D241}"/>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4CBE297D-73B9-4438-A5B5-18CAC7877101}"/>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3C0A9EFC-E6AE-4B4E-B426-32696B2E002F}"/>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7CE36D19-B7F8-47A4-BC0E-D9C1B517FB6F}"/>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Climate anomalies inform readiness after epidemiological corroboration.</a:t>
            </a:r>
          </a:p>
        </p:txBody>
      </p:sp>
      <p:sp>
        <p:nvSpPr>
          <p:cNvPr id="8" name="">
            <a:extLst xmlns:a="http://schemas.openxmlformats.org/drawingml/2006/main">
              <a:ext uri="{FF2B5EF4-FFF2-40B4-BE49-F238E27FC236}">
                <a16:creationId xmlns:a16="http://schemas.microsoft.com/office/drawing/2014/main" id="{917DFD2E-7F4A-4F9B-9ED4-FA15C2D0004F}"/>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4E82381D-B303-4C97-B562-660B494EF643}"/>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61EEABAB-DECF-4BF4-8890-A3AD83A183C4}"/>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1812D897-36FA-43E5-B053-0813B6B549BA}"/>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640591014"/>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2431D52-9732-45AA-BB1A-C27621CB38F9}"/>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V7_B_N08</a:t>
            </a:r>
          </a:p>
        </p:txBody>
      </p:sp>
      <p:sp>
        <p:nvSpPr>
          <p:cNvPr id="2" name="">
            <a:extLst xmlns:a="http://schemas.openxmlformats.org/drawingml/2006/main">
              <a:ext uri="{FF2B5EF4-FFF2-40B4-BE49-F238E27FC236}">
                <a16:creationId xmlns:a16="http://schemas.microsoft.com/office/drawing/2014/main" id="{29193FF9-8A95-48AD-9298-4EA2C945079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E270496B-103C-4467-83FA-45AC26CB8ED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F1758E2-242B-4215-862C-0079AFC259B8}"/>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DD838040-2683-40E9-A7F1-105976DB7437}"/>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Align climate and disease evidence and test early-action thresholds.</a:t>
            </a:r>
          </a:p>
        </p:txBody>
      </p:sp>
      <p:sp>
        <p:nvSpPr>
          <p:cNvPr id="6" name="">
            <a:extLst xmlns:a="http://schemas.openxmlformats.org/drawingml/2006/main">
              <a:ext uri="{FF2B5EF4-FFF2-40B4-BE49-F238E27FC236}">
                <a16:creationId xmlns:a16="http://schemas.microsoft.com/office/drawing/2014/main" id="{5F5AC1D1-B327-45C3-82E1-0B4EEE6F4368}"/>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3BE0AD10-DBA5-49A9-8A6A-22A1B623BD17}"/>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A9F259D0-32CF-4685-84EE-0A086072741F}"/>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82F8DF08-B123-4386-9825-E78AA5BE0EE6}"/>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98C6B111-04F9-48B4-B984-7AFC98C46C4D}"/>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9C28DBA7-B98F-45D6-B21E-583EDA1C2598}"/>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4AC2E2DB-701F-4210-8E96-BB6609E2E503}"/>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5D859C2C-13E5-4092-ACB8-B7087474EFA6}"/>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DDA30757-42E8-4E07-8B4F-36314FB9E4FF}"/>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8A363A66-8CD6-4231-93BA-F323A2009B5D}"/>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A4876B67-0B7B-476A-A486-3886EAC86640}"/>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79F1964A-A104-46EC-B452-733090ED4503}"/>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320866758"/>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B654DF40-B19A-4953-8F06-C4EA467D3D9C}"/>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V7_B_N08</a:t>
            </a:r>
          </a:p>
        </p:txBody>
      </p:sp>
      <p:sp>
        <p:nvSpPr>
          <p:cNvPr id="2" name="">
            <a:extLst xmlns:a="http://schemas.openxmlformats.org/drawingml/2006/main">
              <a:ext uri="{FF2B5EF4-FFF2-40B4-BE49-F238E27FC236}">
                <a16:creationId xmlns:a16="http://schemas.microsoft.com/office/drawing/2014/main" id="{013E1E33-1054-4D94-AEE7-6E493A4FDCBC}"/>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3A518688-2EE0-4DE1-B55C-F625B183947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7331A1FC-CCA7-4BDA-9DFD-C2906BD4C872}"/>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A9290019-A09C-41F2-BDC1-7A426812B9ED}"/>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5F85F7C8-2A02-4C3C-92E2-D64003B0F504}"/>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157B65A3-0D25-4501-A4F3-45FBC875EA24}"/>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14BC5498-9DC7-40FB-A80F-6A15ECFEC596}"/>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D3A033F3-4448-47D3-861F-CC5824ADE68F}"/>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958BCEAD-B710-4EE0-AD6F-B4D3BE8C4668}"/>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E37A8C55-53C8-4300-9B72-6EC01799DE55}"/>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158AD104-2397-45ED-AF19-0B347559D7ED}"/>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2814BA32-4192-43E1-A9FD-AA445A983D55}"/>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F8E25B1F-5B98-4DBA-A27B-A70EA3394D30}"/>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62513261"/>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106472B-160B-43B9-9DCE-2227DEB86DF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V7_B_N08</a:t>
            </a:r>
          </a:p>
        </p:txBody>
      </p:sp>
      <p:sp>
        <p:nvSpPr>
          <p:cNvPr id="2" name="">
            <a:extLst xmlns:a="http://schemas.openxmlformats.org/drawingml/2006/main">
              <a:ext uri="{FF2B5EF4-FFF2-40B4-BE49-F238E27FC236}">
                <a16:creationId xmlns:a16="http://schemas.microsoft.com/office/drawing/2014/main" id="{E10B955A-EE20-4352-AB25-95F9C167740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CDB331B7-E261-462F-B992-3A2A82B333C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8DBF7C61-7AB3-4B44-ABC8-0C2DC25E2AD4}"/>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7D91E102-CB0C-479B-8699-C6761DE622DD}"/>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0B7E4246-9999-48D4-9156-612F71CD245F}"/>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6C5AAD8A-9088-42AB-A18B-A9A2DE01252B}"/>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B764B533-4653-4FDE-9E14-4DCAA4C77F59}"/>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0F9EA850-70F2-4122-B64C-9EB81D3FA641}"/>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E25AC4D5-B756-42B9-885A-F6A69CA15ABE}"/>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1011411289"/>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0B56D45-354D-4EBF-99E6-E2F2B2114EF4}"/>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F861D1D4-91C5-4507-9EEA-DD756F77AB16}"/>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AB048531-9020-4DD0-9815-5438D7D5C804}"/>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Climate anomaly</a:t>
            </a:r>
          </a:p>
        </p:txBody>
      </p:sp>
      <p:sp>
        <p:nvSpPr>
          <p:cNvPr id="4" name="">
            <a:extLst xmlns:a="http://schemas.openxmlformats.org/drawingml/2006/main">
              <a:ext uri="{FF2B5EF4-FFF2-40B4-BE49-F238E27FC236}">
                <a16:creationId xmlns:a16="http://schemas.microsoft.com/office/drawing/2014/main" id="{1235DB6B-FEAD-42F0-99E8-72EF00193BF4}"/>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ED461C16-75F9-4410-B306-B5B7F8857B59}"/>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Exposure</a:t>
            </a:r>
          </a:p>
        </p:txBody>
      </p:sp>
      <p:sp>
        <p:nvSpPr>
          <p:cNvPr id="6" name="">
            <a:extLst xmlns:a="http://schemas.openxmlformats.org/drawingml/2006/main">
              <a:ext uri="{FF2B5EF4-FFF2-40B4-BE49-F238E27FC236}">
                <a16:creationId xmlns:a16="http://schemas.microsoft.com/office/drawing/2014/main" id="{1FBE0737-B3B1-49F9-A85D-66FEAF0CD494}"/>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2BAB9DD3-6383-4227-AA17-E96228D65D9B}"/>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Time lag</a:t>
            </a:r>
          </a:p>
        </p:txBody>
      </p:sp>
      <p:sp>
        <p:nvSpPr>
          <p:cNvPr id="8" name="">
            <a:extLst xmlns:a="http://schemas.openxmlformats.org/drawingml/2006/main">
              <a:ext uri="{FF2B5EF4-FFF2-40B4-BE49-F238E27FC236}">
                <a16:creationId xmlns:a16="http://schemas.microsoft.com/office/drawing/2014/main" id="{2EB3D711-5B9A-407E-8F49-7E81433634D9}"/>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22811485-F5E9-47E2-850E-2086F7068435}"/>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Surveillance</a:t>
            </a:r>
          </a:p>
        </p:txBody>
      </p:sp>
      <p:sp>
        <p:nvSpPr>
          <p:cNvPr id="10" name="">
            <a:extLst xmlns:a="http://schemas.openxmlformats.org/drawingml/2006/main">
              <a:ext uri="{FF2B5EF4-FFF2-40B4-BE49-F238E27FC236}">
                <a16:creationId xmlns:a16="http://schemas.microsoft.com/office/drawing/2014/main" id="{35F473AA-F12E-45F0-8B0E-81A49CF35B70}"/>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39FC6B13-5D26-40F7-9947-E77B3D2C0E26}"/>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Causal limits</a:t>
            </a:r>
          </a:p>
        </p:txBody>
      </p:sp>
      <p:sp>
        <p:nvSpPr>
          <p:cNvPr id="12" name="">
            <a:extLst xmlns:a="http://schemas.openxmlformats.org/drawingml/2006/main">
              <a:ext uri="{FF2B5EF4-FFF2-40B4-BE49-F238E27FC236}">
                <a16:creationId xmlns:a16="http://schemas.microsoft.com/office/drawing/2014/main" id="{FF868836-D7F9-4AFE-AB9C-E41D50C4DD00}"/>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9619302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2026-09-04T15:12:15.5820000Z</dcterms:created>
  <dcterms:modified xsi:type="dcterms:W3CDTF">2026-09-04T15:12:15.5820000Z</dcterms:modified>
</coreProperties>
</file>