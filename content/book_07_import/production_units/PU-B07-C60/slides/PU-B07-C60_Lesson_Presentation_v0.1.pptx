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b52772dda048a4" /><Relationship Type="http://schemas.openxmlformats.org/officeDocument/2006/relationships/extended-properties" Target="/docProps/app.xml" Id="Rf42c51b85514459a" /><Relationship Type="http://schemas.openxmlformats.org/officeDocument/2006/relationships/officeDocument" Target="/ppt/presentation.xml" Id="R5f4c193d151d4c3b" /></Relationships>
</file>

<file path=ppt/presentation.xml><?xml version="1.0" encoding="utf-8"?>
<p:presentation xmlns:p="http://schemas.openxmlformats.org/presentationml/2006/main">
  <p:sldMasterIdLst>
    <p:sldMasterId xmlns:r="http://schemas.openxmlformats.org/officeDocument/2006/relationships" id="2147483648" r:id="R83b75d7338e14818"/>
  </p:sldMasterIdLst>
  <p:notesMasterIdLst>
    <p:notesMasterId xmlns:r="http://schemas.openxmlformats.org/officeDocument/2006/relationships" r:id="R8402d198c70d4044"/>
  </p:notesMasterIdLst>
  <p:sldIdLst>
    <p:sldId xmlns:r="http://schemas.openxmlformats.org/officeDocument/2006/relationships" id="256" r:id="R6e546449353c4af5"/>
    <p:sldId xmlns:r="http://schemas.openxmlformats.org/officeDocument/2006/relationships" id="257" r:id="R09c7bc6067d8478e"/>
    <p:sldId xmlns:r="http://schemas.openxmlformats.org/officeDocument/2006/relationships" id="258" r:id="Rcb439f85d616401b"/>
    <p:sldId xmlns:r="http://schemas.openxmlformats.org/officeDocument/2006/relationships" id="259" r:id="Rd1ab3b93aa074963"/>
    <p:sldId xmlns:r="http://schemas.openxmlformats.org/officeDocument/2006/relationships" id="260" r:id="Rf25e523c42fd496a"/>
    <p:sldId xmlns:r="http://schemas.openxmlformats.org/officeDocument/2006/relationships" id="261" r:id="R6c6bc778c6194b7b"/>
    <p:sldId xmlns:r="http://schemas.openxmlformats.org/officeDocument/2006/relationships" id="262" r:id="R3e53d237d70e47f4"/>
    <p:sldId xmlns:r="http://schemas.openxmlformats.org/officeDocument/2006/relationships" id="263" r:id="Recbb5bc3720445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a685b44429431f" /><Relationship Type="http://schemas.openxmlformats.org/officeDocument/2006/relationships/slideMaster" Target="/ppt/slideMasters/slideMaster1.xml" Id="R83b75d7338e14818" /><Relationship Type="http://schemas.openxmlformats.org/officeDocument/2006/relationships/notesMaster" Target="/ppt/notesMasters/notesMaster1.xml" Id="R8402d198c70d4044" /><Relationship Type="http://schemas.openxmlformats.org/officeDocument/2006/relationships/presProps" Target="/ppt/presProps.xml" Id="Rda433a3506664f6d" /><Relationship Type="http://schemas.openxmlformats.org/officeDocument/2006/relationships/tableStyles" Target="/ppt/tableStyles.xml" Id="R9f91d32af47f4405" /><Relationship Type="http://schemas.openxmlformats.org/officeDocument/2006/relationships/slide" Target="/ppt/slides/slide1.xml" Id="R6e546449353c4af5" /><Relationship Type="http://schemas.openxmlformats.org/officeDocument/2006/relationships/slide" Target="/ppt/slides/slide2.xml" Id="R09c7bc6067d8478e" /><Relationship Type="http://schemas.openxmlformats.org/officeDocument/2006/relationships/slide" Target="/ppt/slides/slide3.xml" Id="Rcb439f85d616401b" /><Relationship Type="http://schemas.openxmlformats.org/officeDocument/2006/relationships/slide" Target="/ppt/slides/slide4.xml" Id="Rd1ab3b93aa074963" /><Relationship Type="http://schemas.openxmlformats.org/officeDocument/2006/relationships/slide" Target="/ppt/slides/slide5.xml" Id="Rf25e523c42fd496a" /><Relationship Type="http://schemas.openxmlformats.org/officeDocument/2006/relationships/slide" Target="/ppt/slides/slide6.xml" Id="R6c6bc778c6194b7b" /><Relationship Type="http://schemas.openxmlformats.org/officeDocument/2006/relationships/slide" Target="/ppt/slides/slide7.xml" Id="R3e53d237d70e47f4" /><Relationship Type="http://schemas.openxmlformats.org/officeDocument/2006/relationships/slide" Target="/ppt/slides/slide8.xml" Id="Recbb5bc3720445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6db95f701a4e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e943f6f1884ac3" /><Relationship Type="http://schemas.openxmlformats.org/officeDocument/2006/relationships/notesMaster" Target="/ppt/notesMasters/notesMaster1.xml" Id="R9a0bb06f740c4b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43e77a83804c6e" /><Relationship Type="http://schemas.openxmlformats.org/officeDocument/2006/relationships/notesMaster" Target="/ppt/notesMasters/notesMaster1.xml" Id="Rd49dd82167254d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46654ca87347da" /><Relationship Type="http://schemas.openxmlformats.org/officeDocument/2006/relationships/notesMaster" Target="/ppt/notesMasters/notesMaster1.xml" Id="R6da2b0abf1fa48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a27b51707b4ddb" /><Relationship Type="http://schemas.openxmlformats.org/officeDocument/2006/relationships/notesMaster" Target="/ppt/notesMasters/notesMaster1.xml" Id="Rc1dec923702243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9f39133fda4bc2" /><Relationship Type="http://schemas.openxmlformats.org/officeDocument/2006/relationships/notesMaster" Target="/ppt/notesMasters/notesMaster1.xml" Id="R69ba418d163c40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0f934f57894557" /><Relationship Type="http://schemas.openxmlformats.org/officeDocument/2006/relationships/notesMaster" Target="/ppt/notesMasters/notesMaster1.xml" Id="Rd8aaf2f3870840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12776bf4494598" /><Relationship Type="http://schemas.openxmlformats.org/officeDocument/2006/relationships/notesMaster" Target="/ppt/notesMasters/notesMaster1.xml" Id="R927b24b27a244d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7dc9b4f54b4a24" /><Relationship Type="http://schemas.openxmlformats.org/officeDocument/2006/relationships/notesMaster" Target="/ppt/notesMasters/notesMaster1.xml" Id="R18c6528e5b1a49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Risk Triage Is Not a Building Certificate. This lesson begins with one principle: building-risk triage prioritizes qualified inspection; it does not certify safety.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Building-risk triage prioritizes qualified inspection; it does not certify safety. The five controls shown here are Screening, Uncertainty, Occupancy, Inspection, Escalation.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screening, move through uncertainty and occupancy, and finish with inspection and escalation.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screening signal routes a building to an authorized engineer for inspection.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Test building-risk triage, escalation, occupancy, and inspection boundaries.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screening clear? Is uncertainty documented? Is occupancy testable? Is inspection governed? And is escalation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68c55d9bfe48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f221a99c4449ab" /><Relationship Type="http://schemas.openxmlformats.org/officeDocument/2006/relationships/slideLayout" Target="/ppt/slideLayouts/slideLayout1.xml" Id="R60d5efb3ecc148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d5efb3ecc148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3026daa8ea493a" /><Relationship Type="http://schemas.openxmlformats.org/officeDocument/2006/relationships/notesSlide" Target="/ppt/notesSlides/notesSlide1.xml" Id="R4e836ce542e84b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91ba82877e48f0" /><Relationship Type="http://schemas.openxmlformats.org/officeDocument/2006/relationships/notesSlide" Target="/ppt/notesSlides/notesSlide2.xml" Id="Rb0a2c56d586140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66118256a74532" /><Relationship Type="http://schemas.openxmlformats.org/officeDocument/2006/relationships/notesSlide" Target="/ppt/notesSlides/notesSlide3.xml" Id="R0e3c418752ad47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a63a7dca874cfa" /><Relationship Type="http://schemas.openxmlformats.org/officeDocument/2006/relationships/notesSlide" Target="/ppt/notesSlides/notesSlide4.xml" Id="Rfcdf63fb722741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fe041ab6a04645" /><Relationship Type="http://schemas.openxmlformats.org/officeDocument/2006/relationships/notesSlide" Target="/ppt/notesSlides/notesSlide5.xml" Id="R498681689e2044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0393b0507b4ccf" /><Relationship Type="http://schemas.openxmlformats.org/officeDocument/2006/relationships/notesSlide" Target="/ppt/notesSlides/notesSlide6.xml" Id="Rfa9a874b98bc46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176f913d034ea8" /><Relationship Type="http://schemas.openxmlformats.org/officeDocument/2006/relationships/notesSlide" Target="/ppt/notesSlides/notesSlide7.xml" Id="Rc961cdddcf9341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0fea0d0e6d4519" /><Relationship Type="http://schemas.openxmlformats.org/officeDocument/2006/relationships/notesSlide" Target="/ppt/notesSlides/notesSlide8.xml" Id="R437156d3c4b44365"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10A6FC-EC30-487F-950D-8787062C323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29C788B6-4161-49F4-B5C0-76BF2351F5F7}"/>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90ABACDF-EF9A-4F72-99CA-8BB3A90554FC}"/>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D3F7577F-C911-48ED-B659-1D48883670E4}"/>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407F2A18-F8FE-4453-BB30-97A80E66AB99}"/>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RISK TRIAGE IS NOT A BUILDING CERTIFICATE</a:t>
            </a:r>
          </a:p>
        </p:txBody>
      </p:sp>
      <p:sp>
        <p:nvSpPr>
          <p:cNvPr id="6" name="">
            <a:extLst xmlns:a="http://schemas.openxmlformats.org/drawingml/2006/main">
              <a:ext uri="{FF2B5EF4-FFF2-40B4-BE49-F238E27FC236}">
                <a16:creationId xmlns:a16="http://schemas.microsoft.com/office/drawing/2014/main" id="{7704DA78-C3FF-4F4A-859D-7FF7B93B8370}"/>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Building-risk triage prioritizes qualified inspection; it does not certify safety.</a:t>
            </a:r>
          </a:p>
        </p:txBody>
      </p:sp>
      <p:sp>
        <p:nvSpPr>
          <p:cNvPr id="7" name="">
            <a:extLst xmlns:a="http://schemas.openxmlformats.org/drawingml/2006/main">
              <a:ext uri="{FF2B5EF4-FFF2-40B4-BE49-F238E27FC236}">
                <a16:creationId xmlns:a16="http://schemas.microsoft.com/office/drawing/2014/main" id="{A24E1781-E4A3-4601-8B11-1618F35DD517}"/>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V7_D_N10</a:t>
            </a:r>
          </a:p>
        </p:txBody>
      </p:sp>
      <p:sp>
        <p:nvSpPr>
          <p:cNvPr id="8" name="">
            <a:extLst xmlns:a="http://schemas.openxmlformats.org/drawingml/2006/main">
              <a:ext uri="{FF2B5EF4-FFF2-40B4-BE49-F238E27FC236}">
                <a16:creationId xmlns:a16="http://schemas.microsoft.com/office/drawing/2014/main" id="{87E1B9B2-4115-4BC6-B332-E1BA344D0049}"/>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PU-B07-C60</a:t>
            </a:r>
          </a:p>
        </p:txBody>
      </p:sp>
      <p:sp>
        <p:nvSpPr>
          <p:cNvPr id="9" name="">
            <a:extLst xmlns:a="http://schemas.openxmlformats.org/drawingml/2006/main">
              <a:ext uri="{FF2B5EF4-FFF2-40B4-BE49-F238E27FC236}">
                <a16:creationId xmlns:a16="http://schemas.microsoft.com/office/drawing/2014/main" id="{47AC36DA-50DE-4A0E-A980-0DADD228FC0F}"/>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3B8D30EE-7008-4D76-94AA-26583C0CF2AF}"/>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651129546"/>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57E0CB8-A9C4-4AA8-A725-4DA630D25A4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V7_D_N10</a:t>
            </a:r>
          </a:p>
        </p:txBody>
      </p:sp>
      <p:sp>
        <p:nvSpPr>
          <p:cNvPr id="2" name="">
            <a:extLst xmlns:a="http://schemas.openxmlformats.org/drawingml/2006/main">
              <a:ext uri="{FF2B5EF4-FFF2-40B4-BE49-F238E27FC236}">
                <a16:creationId xmlns:a16="http://schemas.microsoft.com/office/drawing/2014/main" id="{1D5D7DA7-9C06-4994-9F15-B80604D9300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8AE47771-0DE6-40F9-9162-16861CDA4BB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6A6A8E9-5755-4721-8054-6A858740696D}"/>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1E04A9D5-AED3-4BC0-BEF8-DCFAE9DA67F8}"/>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Building-risk triage prioritizes qualified inspection; it does not certify safety.</a:t>
            </a:r>
          </a:p>
        </p:txBody>
      </p:sp>
      <p:sp>
        <p:nvSpPr>
          <p:cNvPr id="6" name="">
            <a:extLst xmlns:a="http://schemas.openxmlformats.org/drawingml/2006/main">
              <a:ext uri="{FF2B5EF4-FFF2-40B4-BE49-F238E27FC236}">
                <a16:creationId xmlns:a16="http://schemas.microsoft.com/office/drawing/2014/main" id="{2B06F0C2-EC33-4F30-9ADD-70A8F01B69CB}"/>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30C8C09C-B325-4F3E-9915-CF08D70787E2}"/>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EC816253-1B04-42EF-B327-E63EEAD3EA50}"/>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Screening</a:t>
            </a:r>
          </a:p>
        </p:txBody>
      </p:sp>
      <p:sp>
        <p:nvSpPr>
          <p:cNvPr id="9" name="">
            <a:extLst xmlns:a="http://schemas.openxmlformats.org/drawingml/2006/main">
              <a:ext uri="{FF2B5EF4-FFF2-40B4-BE49-F238E27FC236}">
                <a16:creationId xmlns:a16="http://schemas.microsoft.com/office/drawing/2014/main" id="{C3EBE06E-5C6A-4036-AF09-C84DE1C74E88}"/>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A2E7250D-8E94-4004-AE92-631F894C55B8}"/>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Uncertainty</a:t>
            </a:r>
          </a:p>
        </p:txBody>
      </p:sp>
      <p:sp>
        <p:nvSpPr>
          <p:cNvPr id="11" name="">
            <a:extLst xmlns:a="http://schemas.openxmlformats.org/drawingml/2006/main">
              <a:ext uri="{FF2B5EF4-FFF2-40B4-BE49-F238E27FC236}">
                <a16:creationId xmlns:a16="http://schemas.microsoft.com/office/drawing/2014/main" id="{39CA39D3-7A7B-4FBA-BE21-26249359CC59}"/>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C31A2664-945A-41F4-B484-D624323A0FC1}"/>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Occupancy</a:t>
            </a:r>
          </a:p>
        </p:txBody>
      </p:sp>
      <p:sp>
        <p:nvSpPr>
          <p:cNvPr id="13" name="">
            <a:extLst xmlns:a="http://schemas.openxmlformats.org/drawingml/2006/main">
              <a:ext uri="{FF2B5EF4-FFF2-40B4-BE49-F238E27FC236}">
                <a16:creationId xmlns:a16="http://schemas.microsoft.com/office/drawing/2014/main" id="{6EA5F08A-138F-4723-8A03-41481DC559F8}"/>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06F04AFB-F746-4390-B571-ED1793C0634C}"/>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Inspection</a:t>
            </a:r>
          </a:p>
        </p:txBody>
      </p:sp>
      <p:sp>
        <p:nvSpPr>
          <p:cNvPr id="15" name="">
            <a:extLst xmlns:a="http://schemas.openxmlformats.org/drawingml/2006/main">
              <a:ext uri="{FF2B5EF4-FFF2-40B4-BE49-F238E27FC236}">
                <a16:creationId xmlns:a16="http://schemas.microsoft.com/office/drawing/2014/main" id="{9AE4836C-3FE6-4167-A1FB-941BAF061308}"/>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0069FF1C-451E-4FDC-B85B-48489A9ED9FA}"/>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Escalation</a:t>
            </a:r>
          </a:p>
        </p:txBody>
      </p:sp>
      <p:sp>
        <p:nvSpPr>
          <p:cNvPr id="17" name="">
            <a:extLst xmlns:a="http://schemas.openxmlformats.org/drawingml/2006/main">
              <a:ext uri="{FF2B5EF4-FFF2-40B4-BE49-F238E27FC236}">
                <a16:creationId xmlns:a16="http://schemas.microsoft.com/office/drawing/2014/main" id="{2EE18B25-A6FA-4609-B9D4-7E113DAC3FB8}"/>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296201744"/>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35A5CCD-AD01-4336-95C0-8E3CA508FAD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V7_D_N10</a:t>
            </a:r>
          </a:p>
        </p:txBody>
      </p:sp>
      <p:sp>
        <p:nvSpPr>
          <p:cNvPr id="2" name="">
            <a:extLst xmlns:a="http://schemas.openxmlformats.org/drawingml/2006/main">
              <a:ext uri="{FF2B5EF4-FFF2-40B4-BE49-F238E27FC236}">
                <a16:creationId xmlns:a16="http://schemas.microsoft.com/office/drawing/2014/main" id="{F1564EED-84E8-48B3-98CE-3432AF50FD9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C8014BB8-57A3-4C39-9A6F-1D97B50C63A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81548C1-766E-455E-8590-91EAE2BC879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784900C8-DC64-42CD-906F-BA45B98D37B0}"/>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BEC191E7-D9FC-4C5A-8005-B1E249D422A8}"/>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6C6C8AD3-F58C-499F-B57D-7B8AC5A710B3}"/>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Screening</a:t>
            </a:r>
          </a:p>
        </p:txBody>
      </p:sp>
      <p:sp>
        <p:nvSpPr>
          <p:cNvPr id="8" name="">
            <a:extLst xmlns:a="http://schemas.openxmlformats.org/drawingml/2006/main">
              <a:ext uri="{FF2B5EF4-FFF2-40B4-BE49-F238E27FC236}">
                <a16:creationId xmlns:a16="http://schemas.microsoft.com/office/drawing/2014/main" id="{936A42EE-77B0-4408-B6E9-292FA01029EF}"/>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781A8EE8-A99C-4F78-AD7A-A637AF6B7029}"/>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3EE62DAD-4ED6-47F3-9FD2-66C69432B733}"/>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Uncertainty</a:t>
            </a:r>
          </a:p>
        </p:txBody>
      </p:sp>
      <p:sp>
        <p:nvSpPr>
          <p:cNvPr id="11" name="">
            <a:extLst xmlns:a="http://schemas.openxmlformats.org/drawingml/2006/main">
              <a:ext uri="{FF2B5EF4-FFF2-40B4-BE49-F238E27FC236}">
                <a16:creationId xmlns:a16="http://schemas.microsoft.com/office/drawing/2014/main" id="{AD0C7662-8E56-4A88-815A-B3FAAE08EBC8}"/>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33FAF5A0-8897-4794-AE63-5D774B603DDF}"/>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E4E6783B-572B-4CBD-89A3-82F612352414}"/>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Occupancy</a:t>
            </a:r>
          </a:p>
        </p:txBody>
      </p:sp>
      <p:sp>
        <p:nvSpPr>
          <p:cNvPr id="14" name="">
            <a:extLst xmlns:a="http://schemas.openxmlformats.org/drawingml/2006/main">
              <a:ext uri="{FF2B5EF4-FFF2-40B4-BE49-F238E27FC236}">
                <a16:creationId xmlns:a16="http://schemas.microsoft.com/office/drawing/2014/main" id="{D8BF21C2-F86E-4B23-B127-C1DED29518A0}"/>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18A26D7B-6195-4DC9-BC98-26E298493110}"/>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3F4EF9CD-42DF-4768-BCDA-BE36649B2A00}"/>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Inspection</a:t>
            </a:r>
          </a:p>
        </p:txBody>
      </p:sp>
      <p:sp>
        <p:nvSpPr>
          <p:cNvPr id="17" name="">
            <a:extLst xmlns:a="http://schemas.openxmlformats.org/drawingml/2006/main">
              <a:ext uri="{FF2B5EF4-FFF2-40B4-BE49-F238E27FC236}">
                <a16:creationId xmlns:a16="http://schemas.microsoft.com/office/drawing/2014/main" id="{168BDD23-4EC2-459E-9BCE-4614595C6EE0}"/>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BE86B6C5-C79B-4B47-8435-125583E6BC3D}"/>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EDE3DA2F-1155-4635-8526-53D0C6A28EF7}"/>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Escalation</a:t>
            </a:r>
          </a:p>
        </p:txBody>
      </p:sp>
      <p:sp>
        <p:nvSpPr>
          <p:cNvPr id="20" name="">
            <a:extLst xmlns:a="http://schemas.openxmlformats.org/drawingml/2006/main">
              <a:ext uri="{FF2B5EF4-FFF2-40B4-BE49-F238E27FC236}">
                <a16:creationId xmlns:a16="http://schemas.microsoft.com/office/drawing/2014/main" id="{7BD25D19-9EF3-4A84-80F9-B048DCB2326F}"/>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33897830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350150C-53C4-4BEF-A448-088F84B61CA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V7_D_N10</a:t>
            </a:r>
          </a:p>
        </p:txBody>
      </p:sp>
      <p:sp>
        <p:nvSpPr>
          <p:cNvPr id="2" name="">
            <a:extLst xmlns:a="http://schemas.openxmlformats.org/drawingml/2006/main">
              <a:ext uri="{FF2B5EF4-FFF2-40B4-BE49-F238E27FC236}">
                <a16:creationId xmlns:a16="http://schemas.microsoft.com/office/drawing/2014/main" id="{337A3107-21CF-428F-8916-8FEB5358847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86DFA867-1204-44C7-980A-12065E744AC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691F46C-E20D-44BC-A98B-2CF1B28F163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E77CD41B-C60C-4C52-9611-4CFA49D99052}"/>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833DC492-1C58-48A1-9F2F-E81B1AD0F168}"/>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F043221-F255-455B-850E-2A1B21580C89}"/>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screening signal routes a building to an authorized engineer for inspection.</a:t>
            </a:r>
          </a:p>
        </p:txBody>
      </p:sp>
      <p:sp>
        <p:nvSpPr>
          <p:cNvPr id="8" name="">
            <a:extLst xmlns:a="http://schemas.openxmlformats.org/drawingml/2006/main">
              <a:ext uri="{FF2B5EF4-FFF2-40B4-BE49-F238E27FC236}">
                <a16:creationId xmlns:a16="http://schemas.microsoft.com/office/drawing/2014/main" id="{446C136A-A379-4EB5-B1D2-26021F3011E4}"/>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FAD9B2D5-2296-4D73-8AB3-E4FE384187E4}"/>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CA5739D8-C1B8-408F-AF5D-AEDADAC359B0}"/>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D8495E9F-C61A-4049-BB14-7A13F646DFC6}"/>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584492278"/>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D65C62-CD9B-47FE-A1A7-69C06AA0A2A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V7_D_N10</a:t>
            </a:r>
          </a:p>
        </p:txBody>
      </p:sp>
      <p:sp>
        <p:nvSpPr>
          <p:cNvPr id="2" name="">
            <a:extLst xmlns:a="http://schemas.openxmlformats.org/drawingml/2006/main">
              <a:ext uri="{FF2B5EF4-FFF2-40B4-BE49-F238E27FC236}">
                <a16:creationId xmlns:a16="http://schemas.microsoft.com/office/drawing/2014/main" id="{C5FA2F6F-B61A-4473-8CAF-C346DF131E7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8FEB7BF2-3183-4374-B305-18DDE271D77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B4DA2C7-6150-497B-9E5A-1623FFD5591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0A1920ED-4BAF-48D6-BEB9-92223DF169E5}"/>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Test building-risk triage, escalation, occupancy, and inspection boundaries.</a:t>
            </a:r>
          </a:p>
        </p:txBody>
      </p:sp>
      <p:sp>
        <p:nvSpPr>
          <p:cNvPr id="6" name="">
            <a:extLst xmlns:a="http://schemas.openxmlformats.org/drawingml/2006/main">
              <a:ext uri="{FF2B5EF4-FFF2-40B4-BE49-F238E27FC236}">
                <a16:creationId xmlns:a16="http://schemas.microsoft.com/office/drawing/2014/main" id="{E5455759-9520-4AAF-BD1E-6099DFE2146D}"/>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DAC1E7CF-022A-4016-9922-98E9B3C01D5F}"/>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DC16EE00-E0D7-4AF3-96E4-5F9E2B4165E8}"/>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771B7A62-22ED-4FA4-923D-EAED9FD393FF}"/>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1FF2A6E6-43AF-46EA-8E0B-48B2B1DF448D}"/>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C56CBBDB-E164-459D-B1BA-CA913AF49C89}"/>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FEA45645-5B11-4AD4-9915-C0FA34E0DBD9}"/>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208107CA-B1C4-43CA-A758-CB8331C5F2D8}"/>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4569E7FC-18A6-4134-AECC-33D495701077}"/>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7F63330E-2653-4EF5-8F7F-AC6B61C41D2C}"/>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45A727C9-8522-4A52-8A15-05F1063C249B}"/>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E8506BC2-7173-409C-9B98-F650AA24DF0A}"/>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461820866"/>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BE5B80E-E99A-4A71-8DB7-FFD9859E337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V7_D_N10</a:t>
            </a:r>
          </a:p>
        </p:txBody>
      </p:sp>
      <p:sp>
        <p:nvSpPr>
          <p:cNvPr id="2" name="">
            <a:extLst xmlns:a="http://schemas.openxmlformats.org/drawingml/2006/main">
              <a:ext uri="{FF2B5EF4-FFF2-40B4-BE49-F238E27FC236}">
                <a16:creationId xmlns:a16="http://schemas.microsoft.com/office/drawing/2014/main" id="{14567792-7BE8-40E3-AC53-05A5734935B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35EA51C3-B619-4B9E-9AA1-B2D49F85DA3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B3E49ED-3E90-4DE7-85AA-26207287F27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DE0F9BCF-00EA-4195-A3FE-8B7933AF7553}"/>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C8F17B77-53E5-405C-8958-5C814A170AB1}"/>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A2C72E88-D218-4111-88A9-8C93D5BD36F9}"/>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DA728288-C6D2-4837-8BF1-0DAC782BD715}"/>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7215D46C-9811-48D4-BA32-C6EA16439031}"/>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9BA9BA30-CAB0-45D3-B7D9-0B23A9CAA6A8}"/>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0863CBE5-7CD7-4BFB-843B-9815049AAB67}"/>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E42FE737-7F96-4EAC-8B63-04E435D1BF55}"/>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266799CD-124F-4162-A47E-3AF3392576B0}"/>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8894CAD7-3A1B-4D1E-86CA-C4A3A453C84D}"/>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523408597"/>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1AC25C-4D20-4395-85C5-FEDEC00283B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V7_D_N10</a:t>
            </a:r>
          </a:p>
        </p:txBody>
      </p:sp>
      <p:sp>
        <p:nvSpPr>
          <p:cNvPr id="2" name="">
            <a:extLst xmlns:a="http://schemas.openxmlformats.org/drawingml/2006/main">
              <a:ext uri="{FF2B5EF4-FFF2-40B4-BE49-F238E27FC236}">
                <a16:creationId xmlns:a16="http://schemas.microsoft.com/office/drawing/2014/main" id="{7F007C16-7387-4923-BF00-D4FDE4FDFC9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901B89DD-6357-4D54-9BA8-0D4D5D5254E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D689996-90A9-42CC-B895-EB06647B0AC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1C287450-3403-4B99-9669-63CF7EF5534B}"/>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DF527293-B8D1-4BBC-99FB-689EC3A05D8D}"/>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B2672D71-38EF-47A9-BD26-24E508611BCC}"/>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D03587C1-FD9D-41BC-9386-EAA6F9050079}"/>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A92680B-327F-4B3D-8BF5-F82BCBAAA0EC}"/>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AEFDDEB6-D02D-41D6-B769-5F9CD2B50001}"/>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562708265"/>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646CD4-75F3-4910-BE2E-0E519593C3B4}"/>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1D9213EF-EC4A-4E13-BBE3-71ED79240E3A}"/>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4FBBD992-89E5-49F4-94B2-2EF97257137D}"/>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Screening</a:t>
            </a:r>
          </a:p>
        </p:txBody>
      </p:sp>
      <p:sp>
        <p:nvSpPr>
          <p:cNvPr id="4" name="">
            <a:extLst xmlns:a="http://schemas.openxmlformats.org/drawingml/2006/main">
              <a:ext uri="{FF2B5EF4-FFF2-40B4-BE49-F238E27FC236}">
                <a16:creationId xmlns:a16="http://schemas.microsoft.com/office/drawing/2014/main" id="{EB19419C-D0D8-4656-A165-BC002D8E21C5}"/>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8A05678D-24F3-4C74-8B1D-F8C240A379DE}"/>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Uncertainty</a:t>
            </a:r>
          </a:p>
        </p:txBody>
      </p:sp>
      <p:sp>
        <p:nvSpPr>
          <p:cNvPr id="6" name="">
            <a:extLst xmlns:a="http://schemas.openxmlformats.org/drawingml/2006/main">
              <a:ext uri="{FF2B5EF4-FFF2-40B4-BE49-F238E27FC236}">
                <a16:creationId xmlns:a16="http://schemas.microsoft.com/office/drawing/2014/main" id="{25DFBD71-0625-41E6-8E88-090C70F084D1}"/>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6BD15F64-76EA-48C0-B3A2-6CB5AA57FD8E}"/>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Occupancy</a:t>
            </a:r>
          </a:p>
        </p:txBody>
      </p:sp>
      <p:sp>
        <p:nvSpPr>
          <p:cNvPr id="8" name="">
            <a:extLst xmlns:a="http://schemas.openxmlformats.org/drawingml/2006/main">
              <a:ext uri="{FF2B5EF4-FFF2-40B4-BE49-F238E27FC236}">
                <a16:creationId xmlns:a16="http://schemas.microsoft.com/office/drawing/2014/main" id="{418F35E3-FA3E-47AF-A1F7-DE062E48BA3D}"/>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1056A28D-A321-4BB6-B284-EB477B4AD751}"/>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Inspection</a:t>
            </a:r>
          </a:p>
        </p:txBody>
      </p:sp>
      <p:sp>
        <p:nvSpPr>
          <p:cNvPr id="10" name="">
            <a:extLst xmlns:a="http://schemas.openxmlformats.org/drawingml/2006/main">
              <a:ext uri="{FF2B5EF4-FFF2-40B4-BE49-F238E27FC236}">
                <a16:creationId xmlns:a16="http://schemas.microsoft.com/office/drawing/2014/main" id="{4280FAAD-675F-402D-A14C-DABEACDA0F07}"/>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22BCC059-9064-4592-8E00-3EB5E693E6E6}"/>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Escalation</a:t>
            </a:r>
          </a:p>
        </p:txBody>
      </p:sp>
      <p:sp>
        <p:nvSpPr>
          <p:cNvPr id="12" name="">
            <a:extLst xmlns:a="http://schemas.openxmlformats.org/drawingml/2006/main">
              <a:ext uri="{FF2B5EF4-FFF2-40B4-BE49-F238E27FC236}">
                <a16:creationId xmlns:a16="http://schemas.microsoft.com/office/drawing/2014/main" id="{4BCD8A52-6FB3-4792-BDC9-1EBDBA688D6A}"/>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3692165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2026-09-04T15:44:35.8140000Z</dcterms:created>
  <dcterms:modified xsi:type="dcterms:W3CDTF">2026-09-04T15:44:35.8140000Z</dcterms:modified>
</coreProperties>
</file>