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ac5144b639442e" /><Relationship Type="http://schemas.openxmlformats.org/officeDocument/2006/relationships/extended-properties" Target="/docProps/app.xml" Id="Rb5bf7e57f45a4b8f" /><Relationship Type="http://schemas.openxmlformats.org/officeDocument/2006/relationships/officeDocument" Target="/ppt/presentation.xml" Id="Rf532566711e646e7" /></Relationships>
</file>

<file path=ppt/presentation.xml><?xml version="1.0" encoding="utf-8"?>
<p:presentation xmlns:p="http://schemas.openxmlformats.org/presentationml/2006/main">
  <p:sldMasterIdLst>
    <p:sldMasterId xmlns:r="http://schemas.openxmlformats.org/officeDocument/2006/relationships" id="2147483648" r:id="R82dd1fc68b7f4ee9"/>
  </p:sldMasterIdLst>
  <p:notesMasterIdLst>
    <p:notesMasterId xmlns:r="http://schemas.openxmlformats.org/officeDocument/2006/relationships" r:id="R0675a0af46384751"/>
  </p:notesMasterIdLst>
  <p:sldIdLst>
    <p:sldId xmlns:r="http://schemas.openxmlformats.org/officeDocument/2006/relationships" id="256" r:id="R57e9d30052c1442a"/>
    <p:sldId xmlns:r="http://schemas.openxmlformats.org/officeDocument/2006/relationships" id="257" r:id="R3b370a45102a499e"/>
    <p:sldId xmlns:r="http://schemas.openxmlformats.org/officeDocument/2006/relationships" id="258" r:id="R0dce677b102d4474"/>
    <p:sldId xmlns:r="http://schemas.openxmlformats.org/officeDocument/2006/relationships" id="259" r:id="Rd2652991af314689"/>
    <p:sldId xmlns:r="http://schemas.openxmlformats.org/officeDocument/2006/relationships" id="260" r:id="R130a4ece29504045"/>
    <p:sldId xmlns:r="http://schemas.openxmlformats.org/officeDocument/2006/relationships" id="261" r:id="R72701d4717bc4931"/>
    <p:sldId xmlns:r="http://schemas.openxmlformats.org/officeDocument/2006/relationships" id="262" r:id="Rcdcd88f6da1f42c0"/>
    <p:sldId xmlns:r="http://schemas.openxmlformats.org/officeDocument/2006/relationships" id="263" r:id="R4439e9221aac4a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990f11c13e4c8e" /><Relationship Type="http://schemas.openxmlformats.org/officeDocument/2006/relationships/slideMaster" Target="/ppt/slideMasters/slideMaster1.xml" Id="R82dd1fc68b7f4ee9" /><Relationship Type="http://schemas.openxmlformats.org/officeDocument/2006/relationships/notesMaster" Target="/ppt/notesMasters/notesMaster1.xml" Id="R0675a0af46384751" /><Relationship Type="http://schemas.openxmlformats.org/officeDocument/2006/relationships/presProps" Target="/ppt/presProps.xml" Id="R99e78a95a3384c27" /><Relationship Type="http://schemas.openxmlformats.org/officeDocument/2006/relationships/tableStyles" Target="/ppt/tableStyles.xml" Id="R1e1d9bd8852749a4" /><Relationship Type="http://schemas.openxmlformats.org/officeDocument/2006/relationships/slide" Target="/ppt/slides/slide1.xml" Id="R57e9d30052c1442a" /><Relationship Type="http://schemas.openxmlformats.org/officeDocument/2006/relationships/slide" Target="/ppt/slides/slide2.xml" Id="R3b370a45102a499e" /><Relationship Type="http://schemas.openxmlformats.org/officeDocument/2006/relationships/slide" Target="/ppt/slides/slide3.xml" Id="R0dce677b102d4474" /><Relationship Type="http://schemas.openxmlformats.org/officeDocument/2006/relationships/slide" Target="/ppt/slides/slide4.xml" Id="Rd2652991af314689" /><Relationship Type="http://schemas.openxmlformats.org/officeDocument/2006/relationships/slide" Target="/ppt/slides/slide5.xml" Id="R130a4ece29504045" /><Relationship Type="http://schemas.openxmlformats.org/officeDocument/2006/relationships/slide" Target="/ppt/slides/slide6.xml" Id="R72701d4717bc4931" /><Relationship Type="http://schemas.openxmlformats.org/officeDocument/2006/relationships/slide" Target="/ppt/slides/slide7.xml" Id="Rcdcd88f6da1f42c0" /><Relationship Type="http://schemas.openxmlformats.org/officeDocument/2006/relationships/slide" Target="/ppt/slides/slide8.xml" Id="R4439e9221aac4a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ad3032250545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69b6a8d7004dec" /><Relationship Type="http://schemas.openxmlformats.org/officeDocument/2006/relationships/notesMaster" Target="/ppt/notesMasters/notesMaster1.xml" Id="R3342f64024794a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8a4aa3a28e4eaf" /><Relationship Type="http://schemas.openxmlformats.org/officeDocument/2006/relationships/notesMaster" Target="/ppt/notesMasters/notesMaster1.xml" Id="R1808fd0e19aa4f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2408c02aa24dba" /><Relationship Type="http://schemas.openxmlformats.org/officeDocument/2006/relationships/notesMaster" Target="/ppt/notesMasters/notesMaster1.xml" Id="R24620570c65148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c7ce0f087e4b3c" /><Relationship Type="http://schemas.openxmlformats.org/officeDocument/2006/relationships/notesMaster" Target="/ppt/notesMasters/notesMaster1.xml" Id="Re24c29db515947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83f6bba4fd4a88" /><Relationship Type="http://schemas.openxmlformats.org/officeDocument/2006/relationships/notesMaster" Target="/ppt/notesMasters/notesMaster1.xml" Id="R873fceeb617f48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79c78f90384bf0" /><Relationship Type="http://schemas.openxmlformats.org/officeDocument/2006/relationships/notesMaster" Target="/ppt/notesMasters/notesMaster1.xml" Id="R467cc1e5b9dd4b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91ea2ff7d74dc0" /><Relationship Type="http://schemas.openxmlformats.org/officeDocument/2006/relationships/notesMaster" Target="/ppt/notesMasters/notesMaster1.xml" Id="Rf5ae691da19b49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cea923da1742af" /><Relationship Type="http://schemas.openxmlformats.org/officeDocument/2006/relationships/notesMaster" Target="/ppt/notesMasters/notesMaster1.xml" Id="R42950cf035d941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Resistance Signals Require Stewardship, Not Panic. This lesson begins with one principle: resistance evidence needs laboratory context and stewardship.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V7_B_N07,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Resistance evidence needs laboratory context and stewardship. The five controls shown here are Lab quality, Specimen mix, Testing coverage, Clinical context, Stewardship. Together, they prevent an health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V7_B_N07,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lab quality, move through specimen mix and testing coverage, and finish with clinical context and stewardship.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V7_B_N07,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health example. A resistance increase is reviewed with specimen mix and prescribing context.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V7_B_N07,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Test resistance signals for quality and escalation readiness.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V7_B_N07,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health-service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V7_B_N07,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V7_B_N07,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lab quality clear? Is specimen mix documented? Is testing coverage testable? Is clinical context governed? And is stewardship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V7_B_N07,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1a3fa5279746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19aee5b19847fc" /><Relationship Type="http://schemas.openxmlformats.org/officeDocument/2006/relationships/slideLayout" Target="/ppt/slideLayouts/slideLayout1.xml" Id="R29fb17e2186542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fb17e2186542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0f39ee467b48f7" /><Relationship Type="http://schemas.openxmlformats.org/officeDocument/2006/relationships/notesSlide" Target="/ppt/notesSlides/notesSlide1.xml" Id="Rba902f94bffc47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339342503d4925" /><Relationship Type="http://schemas.openxmlformats.org/officeDocument/2006/relationships/notesSlide" Target="/ppt/notesSlides/notesSlide2.xml" Id="R02c36a5a3b8d4b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db028f90d14ad3" /><Relationship Type="http://schemas.openxmlformats.org/officeDocument/2006/relationships/notesSlide" Target="/ppt/notesSlides/notesSlide3.xml" Id="Rebe319b62cc24d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5e6d6bc3924115" /><Relationship Type="http://schemas.openxmlformats.org/officeDocument/2006/relationships/notesSlide" Target="/ppt/notesSlides/notesSlide4.xml" Id="R60661351ed354a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5aaf902cd8400b" /><Relationship Type="http://schemas.openxmlformats.org/officeDocument/2006/relationships/notesSlide" Target="/ppt/notesSlides/notesSlide5.xml" Id="Rdae6d7822a3246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5bffbf2424341ae" /><Relationship Type="http://schemas.openxmlformats.org/officeDocument/2006/relationships/notesSlide" Target="/ppt/notesSlides/notesSlide6.xml" Id="R7d04302d58ac40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ed0b10e7f4415a" /><Relationship Type="http://schemas.openxmlformats.org/officeDocument/2006/relationships/notesSlide" Target="/ppt/notesSlides/notesSlide7.xml" Id="R04a8aa43dd8141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bd5bcf05bbb4646" /><Relationship Type="http://schemas.openxmlformats.org/officeDocument/2006/relationships/notesSlide" Target="/ppt/notesSlides/notesSlide8.xml" Id="Rc6a862dcc8b84ad3"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CDC88D0-97F3-4291-AE8C-3CAF64A1E2A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ABA16051-25DA-4C78-AA4D-D89F7138D66E}"/>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15AA440A-7889-423D-97E9-A80A706ECC74}"/>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08432C44-EEDB-4B4C-984E-55392FBED23A}"/>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HEALTH TRACK</a:t>
            </a:r>
          </a:p>
        </p:txBody>
      </p:sp>
      <p:sp>
        <p:nvSpPr>
          <p:cNvPr id="5" name="">
            <a:extLst xmlns:a="http://schemas.openxmlformats.org/drawingml/2006/main">
              <a:ext uri="{FF2B5EF4-FFF2-40B4-BE49-F238E27FC236}">
                <a16:creationId xmlns:a16="http://schemas.microsoft.com/office/drawing/2014/main" id="{993D901B-C14B-4885-B938-E8C101299D34}"/>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RESISTANCE SIGNALS REQUIRE STEWARDSHIP, NOT PANIC</a:t>
            </a:r>
          </a:p>
        </p:txBody>
      </p:sp>
      <p:sp>
        <p:nvSpPr>
          <p:cNvPr id="6" name="">
            <a:extLst xmlns:a="http://schemas.openxmlformats.org/drawingml/2006/main">
              <a:ext uri="{FF2B5EF4-FFF2-40B4-BE49-F238E27FC236}">
                <a16:creationId xmlns:a16="http://schemas.microsoft.com/office/drawing/2014/main" id="{C8D7D25C-495B-4FBC-8D35-5A23D641435D}"/>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Resistance evidence needs laboratory context and stewardship.</a:t>
            </a:r>
          </a:p>
        </p:txBody>
      </p:sp>
      <p:sp>
        <p:nvSpPr>
          <p:cNvPr id="7" name="">
            <a:extLst xmlns:a="http://schemas.openxmlformats.org/drawingml/2006/main">
              <a:ext uri="{FF2B5EF4-FFF2-40B4-BE49-F238E27FC236}">
                <a16:creationId xmlns:a16="http://schemas.microsoft.com/office/drawing/2014/main" id="{2B67FA4F-6A0A-4C97-9F9E-C08DD8C7DC24}"/>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V7_B_N07</a:t>
            </a:r>
          </a:p>
        </p:txBody>
      </p:sp>
      <p:sp>
        <p:nvSpPr>
          <p:cNvPr id="8" name="">
            <a:extLst xmlns:a="http://schemas.openxmlformats.org/drawingml/2006/main">
              <a:ext uri="{FF2B5EF4-FFF2-40B4-BE49-F238E27FC236}">
                <a16:creationId xmlns:a16="http://schemas.microsoft.com/office/drawing/2014/main" id="{E91562E4-D1C7-4A1B-AE0E-29F9DD671D5D}"/>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PU-B07-C27</a:t>
            </a:r>
          </a:p>
        </p:txBody>
      </p:sp>
      <p:sp>
        <p:nvSpPr>
          <p:cNvPr id="9" name="">
            <a:extLst xmlns:a="http://schemas.openxmlformats.org/drawingml/2006/main">
              <a:ext uri="{FF2B5EF4-FFF2-40B4-BE49-F238E27FC236}">
                <a16:creationId xmlns:a16="http://schemas.microsoft.com/office/drawing/2014/main" id="{7746B4BE-E6D3-4BD7-A130-BECC43526C99}"/>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6BE18947-5C60-4720-B64B-2B0ED3B3B8FE}"/>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237659645"/>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91F13F3-3226-4E80-8955-9E0F44F23EE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V7_B_N07</a:t>
            </a:r>
          </a:p>
        </p:txBody>
      </p:sp>
      <p:sp>
        <p:nvSpPr>
          <p:cNvPr id="2" name="">
            <a:extLst xmlns:a="http://schemas.openxmlformats.org/drawingml/2006/main">
              <a:ext uri="{FF2B5EF4-FFF2-40B4-BE49-F238E27FC236}">
                <a16:creationId xmlns:a16="http://schemas.microsoft.com/office/drawing/2014/main" id="{0B3CCF68-CE53-4554-BA69-D04B28C4BD0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4590656F-BB67-46B0-B5D0-ACC1D8F7394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85D7054-EB86-4F64-86A5-D9B30994535B}"/>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AE2B2108-3AB5-4949-AD58-DD8DBE159393}"/>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Resistance evidence needs laboratory context and stewardship.</a:t>
            </a:r>
          </a:p>
        </p:txBody>
      </p:sp>
      <p:sp>
        <p:nvSpPr>
          <p:cNvPr id="6" name="">
            <a:extLst xmlns:a="http://schemas.openxmlformats.org/drawingml/2006/main">
              <a:ext uri="{FF2B5EF4-FFF2-40B4-BE49-F238E27FC236}">
                <a16:creationId xmlns:a16="http://schemas.microsoft.com/office/drawing/2014/main" id="{6464954D-5C79-4FF3-BC99-6E6C6818C8AC}"/>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FAB980E7-8B2F-46F4-8918-2F4E50D51A6A}"/>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73F0C10D-24F9-4EB8-BFDF-4BA87C2FEFAA}"/>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Lab quality</a:t>
            </a:r>
          </a:p>
        </p:txBody>
      </p:sp>
      <p:sp>
        <p:nvSpPr>
          <p:cNvPr id="9" name="">
            <a:extLst xmlns:a="http://schemas.openxmlformats.org/drawingml/2006/main">
              <a:ext uri="{FF2B5EF4-FFF2-40B4-BE49-F238E27FC236}">
                <a16:creationId xmlns:a16="http://schemas.microsoft.com/office/drawing/2014/main" id="{FE8DE780-7789-48B7-AF95-FACA27D87D2D}"/>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F5ADB087-D2AA-429A-A319-E87054EE490E}"/>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Specimen mix</a:t>
            </a:r>
          </a:p>
        </p:txBody>
      </p:sp>
      <p:sp>
        <p:nvSpPr>
          <p:cNvPr id="11" name="">
            <a:extLst xmlns:a="http://schemas.openxmlformats.org/drawingml/2006/main">
              <a:ext uri="{FF2B5EF4-FFF2-40B4-BE49-F238E27FC236}">
                <a16:creationId xmlns:a16="http://schemas.microsoft.com/office/drawing/2014/main" id="{9B2BE00B-CF02-4036-9FF4-5DE1E6D706C4}"/>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EDFE97A6-8700-4320-94B1-7A92D4592A5C}"/>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Testing coverage</a:t>
            </a:r>
          </a:p>
        </p:txBody>
      </p:sp>
      <p:sp>
        <p:nvSpPr>
          <p:cNvPr id="13" name="">
            <a:extLst xmlns:a="http://schemas.openxmlformats.org/drawingml/2006/main">
              <a:ext uri="{FF2B5EF4-FFF2-40B4-BE49-F238E27FC236}">
                <a16:creationId xmlns:a16="http://schemas.microsoft.com/office/drawing/2014/main" id="{6D8D24D5-061A-4E9F-AB69-1C10851232AF}"/>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82C72E48-C1E4-4F15-A7CD-1CF3FAD85A43}"/>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Clinical context</a:t>
            </a:r>
          </a:p>
        </p:txBody>
      </p:sp>
      <p:sp>
        <p:nvSpPr>
          <p:cNvPr id="15" name="">
            <a:extLst xmlns:a="http://schemas.openxmlformats.org/drawingml/2006/main">
              <a:ext uri="{FF2B5EF4-FFF2-40B4-BE49-F238E27FC236}">
                <a16:creationId xmlns:a16="http://schemas.microsoft.com/office/drawing/2014/main" id="{5B795A89-D271-4FFB-8597-7FC88BAD2D33}"/>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B239EBB8-4D0B-44A4-B1BA-4110AF003C4B}"/>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Stewardship</a:t>
            </a:r>
          </a:p>
        </p:txBody>
      </p:sp>
      <p:sp>
        <p:nvSpPr>
          <p:cNvPr id="17" name="">
            <a:extLst xmlns:a="http://schemas.openxmlformats.org/drawingml/2006/main">
              <a:ext uri="{FF2B5EF4-FFF2-40B4-BE49-F238E27FC236}">
                <a16:creationId xmlns:a16="http://schemas.microsoft.com/office/drawing/2014/main" id="{7725C1EE-E6F5-48EF-BA02-B760D426C976}"/>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744267454"/>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9673923-9748-45F2-9596-1AE8F8D5FEF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V7_B_N07</a:t>
            </a:r>
          </a:p>
        </p:txBody>
      </p:sp>
      <p:sp>
        <p:nvSpPr>
          <p:cNvPr id="2" name="">
            <a:extLst xmlns:a="http://schemas.openxmlformats.org/drawingml/2006/main">
              <a:ext uri="{FF2B5EF4-FFF2-40B4-BE49-F238E27FC236}">
                <a16:creationId xmlns:a16="http://schemas.microsoft.com/office/drawing/2014/main" id="{D3977081-5685-487D-AC48-31F4187548B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81D018B6-A058-4AD0-93D8-CDD546A73F5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F1F06DE-F423-4670-9800-72315AB365B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428569F1-0722-4735-9C39-336CA2D2372D}"/>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766703B3-78B0-41EF-B584-442906E287F0}"/>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4F126609-C490-4061-8EE1-38E25DFB3BAE}"/>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Lab quality</a:t>
            </a:r>
          </a:p>
        </p:txBody>
      </p:sp>
      <p:sp>
        <p:nvSpPr>
          <p:cNvPr id="8" name="">
            <a:extLst xmlns:a="http://schemas.openxmlformats.org/drawingml/2006/main">
              <a:ext uri="{FF2B5EF4-FFF2-40B4-BE49-F238E27FC236}">
                <a16:creationId xmlns:a16="http://schemas.microsoft.com/office/drawing/2014/main" id="{6394ADB0-FB01-4DAF-B94D-B800C88DBF54}"/>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113C67F9-94BB-46F0-A2E7-8CDD71DAD05F}"/>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D4A9B5C3-D643-4CA1-A408-54F3480AD0EC}"/>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Specimen mix</a:t>
            </a:r>
          </a:p>
        </p:txBody>
      </p:sp>
      <p:sp>
        <p:nvSpPr>
          <p:cNvPr id="11" name="">
            <a:extLst xmlns:a="http://schemas.openxmlformats.org/drawingml/2006/main">
              <a:ext uri="{FF2B5EF4-FFF2-40B4-BE49-F238E27FC236}">
                <a16:creationId xmlns:a16="http://schemas.microsoft.com/office/drawing/2014/main" id="{F639E38B-2140-4763-9A64-AC5E318E89E1}"/>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AB27D54A-36CC-4088-8B54-B72DD5188B95}"/>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7DE448F8-47F9-4A2F-90C8-B8A40C1E1B7E}"/>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Testing coverage</a:t>
            </a:r>
          </a:p>
        </p:txBody>
      </p:sp>
      <p:sp>
        <p:nvSpPr>
          <p:cNvPr id="14" name="">
            <a:extLst xmlns:a="http://schemas.openxmlformats.org/drawingml/2006/main">
              <a:ext uri="{FF2B5EF4-FFF2-40B4-BE49-F238E27FC236}">
                <a16:creationId xmlns:a16="http://schemas.microsoft.com/office/drawing/2014/main" id="{A5D606BF-26E2-4CC9-8218-F4192F68E00F}"/>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0DF7463A-1117-4E3B-9753-7087BE7DF254}"/>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E99CB0AC-EB71-4FF3-BFBB-94ADB18FD8DC}"/>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Clinical context</a:t>
            </a:r>
          </a:p>
        </p:txBody>
      </p:sp>
      <p:sp>
        <p:nvSpPr>
          <p:cNvPr id="17" name="">
            <a:extLst xmlns:a="http://schemas.openxmlformats.org/drawingml/2006/main">
              <a:ext uri="{FF2B5EF4-FFF2-40B4-BE49-F238E27FC236}">
                <a16:creationId xmlns:a16="http://schemas.microsoft.com/office/drawing/2014/main" id="{FE6D7AA8-4562-4B14-B21F-2864289D2370}"/>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BECA778F-9DBB-460C-B2B6-39A00AED0800}"/>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FBE6B606-9C1F-4A6E-9263-C8727F220237}"/>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Stewardship</a:t>
            </a:r>
          </a:p>
        </p:txBody>
      </p:sp>
      <p:sp>
        <p:nvSpPr>
          <p:cNvPr id="20" name="">
            <a:extLst xmlns:a="http://schemas.openxmlformats.org/drawingml/2006/main">
              <a:ext uri="{FF2B5EF4-FFF2-40B4-BE49-F238E27FC236}">
                <a16:creationId xmlns:a16="http://schemas.microsoft.com/office/drawing/2014/main" id="{D7CF165C-8647-49D3-9C49-C6226854321F}"/>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36957271"/>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D9AEC71-75E9-4241-9753-BEB7E1533D8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V7_B_N07</a:t>
            </a:r>
          </a:p>
        </p:txBody>
      </p:sp>
      <p:sp>
        <p:nvSpPr>
          <p:cNvPr id="2" name="">
            <a:extLst xmlns:a="http://schemas.openxmlformats.org/drawingml/2006/main">
              <a:ext uri="{FF2B5EF4-FFF2-40B4-BE49-F238E27FC236}">
                <a16:creationId xmlns:a16="http://schemas.microsoft.com/office/drawing/2014/main" id="{5A1B417B-0C03-4746-9D1D-4F5FC66F0F8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FE70CC79-8C20-4C85-96EC-ABC83716229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1633DDA-1368-4729-A1FB-3E47A2C75C5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53C0B04E-FCED-4839-A37A-8C8E8CC64484}"/>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66BE763F-84DD-4FBC-BA74-AE0A387A42C7}"/>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B6108002-DE5B-4AA5-A059-3FF491C73542}"/>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resistance increase is reviewed with specimen mix and prescribing context.</a:t>
            </a:r>
          </a:p>
        </p:txBody>
      </p:sp>
      <p:sp>
        <p:nvSpPr>
          <p:cNvPr id="8" name="">
            <a:extLst xmlns:a="http://schemas.openxmlformats.org/drawingml/2006/main">
              <a:ext uri="{FF2B5EF4-FFF2-40B4-BE49-F238E27FC236}">
                <a16:creationId xmlns:a16="http://schemas.microsoft.com/office/drawing/2014/main" id="{6ACA174B-50F0-46D9-9EDA-47210FCB3EA2}"/>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52583885-2EC3-48ED-8A74-A46DDC056604}"/>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AC6E99C5-9656-4BC7-A519-ED3EB14D895B}"/>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74DE9EC5-030B-4C0D-8E7C-6CFF7A4589C8}"/>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657429517"/>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B9DD88B-08BC-4D57-BAF7-5D838192081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V7_B_N07</a:t>
            </a:r>
          </a:p>
        </p:txBody>
      </p:sp>
      <p:sp>
        <p:nvSpPr>
          <p:cNvPr id="2" name="">
            <a:extLst xmlns:a="http://schemas.openxmlformats.org/drawingml/2006/main">
              <a:ext uri="{FF2B5EF4-FFF2-40B4-BE49-F238E27FC236}">
                <a16:creationId xmlns:a16="http://schemas.microsoft.com/office/drawing/2014/main" id="{71DDFDC4-4C2A-4ECC-A2D8-45E75FE6811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727B0C67-A523-4037-BCEC-1FF021A10C1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D83E7DD-7555-4043-AD0A-278C1E71595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08F192D9-D653-42B6-A78C-65BA346C821C}"/>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Test resistance signals for quality and escalation readiness.</a:t>
            </a:r>
          </a:p>
        </p:txBody>
      </p:sp>
      <p:sp>
        <p:nvSpPr>
          <p:cNvPr id="6" name="">
            <a:extLst xmlns:a="http://schemas.openxmlformats.org/drawingml/2006/main">
              <a:ext uri="{FF2B5EF4-FFF2-40B4-BE49-F238E27FC236}">
                <a16:creationId xmlns:a16="http://schemas.microsoft.com/office/drawing/2014/main" id="{5B38B109-190C-487F-B947-7932AB8DDFEB}"/>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377EFDEA-7B07-4FFA-9A40-9983B5DB0306}"/>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92A8C944-91D7-449B-BF3F-5630BCAF5B2F}"/>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01E31137-3A11-4DB3-8417-CBCC9B5AD3B9}"/>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454020B8-BAB8-49A0-A6FD-8BDB16E95A9B}"/>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85622589-ED9C-4AF1-8DB6-CB9635D996DD}"/>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83C0E554-C45D-4CED-98D0-864E19A20B22}"/>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05A41199-A208-4C40-A6CB-EFB6B9CB6E73}"/>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71524981-0AC0-45B8-B83B-F37BE40AB091}"/>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2E6226C2-0B94-45F3-99D9-4499FAEB234C}"/>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221EAE1A-2844-467D-AF7A-1E2126E2C1B7}"/>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C2A48156-B452-485E-9DEC-2DB76BA160F1}"/>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550102904"/>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040ABF1-776D-4A47-B896-6D130EFF867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V7_B_N07</a:t>
            </a:r>
          </a:p>
        </p:txBody>
      </p:sp>
      <p:sp>
        <p:nvSpPr>
          <p:cNvPr id="2" name="">
            <a:extLst xmlns:a="http://schemas.openxmlformats.org/drawingml/2006/main">
              <a:ext uri="{FF2B5EF4-FFF2-40B4-BE49-F238E27FC236}">
                <a16:creationId xmlns:a16="http://schemas.microsoft.com/office/drawing/2014/main" id="{836CE607-9861-4FDC-84CC-0FCE71A2869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BD3E9B2D-FFD2-423E-AB0D-0E3D47BCE5B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C45A17A-7A6A-4D3E-A9DA-6B1C254EB84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77EE1459-1DAE-49F1-8F38-5B42A4373C43}"/>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C9B1DBDF-352A-4AF8-BAEE-41B71429A455}"/>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84930F22-2751-4059-9696-85E7B35414DF}"/>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C652F0FA-52C7-416C-AEF5-E1C88CEE919A}"/>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F7CF711C-6AF4-40A8-BE99-DF9B69B19D88}"/>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78FD9616-8EAF-4F6D-88BE-EEF57CD0754D}"/>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2116677C-A4B8-4BDC-AD6A-77FA9B7EA836}"/>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FD8FF4AD-F5F0-4D38-ACFC-237151F8DA32}"/>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B6DC8BE1-F14F-4BD1-9592-E81652FFFDB9}"/>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2D75A9C3-7A3A-4BDD-BFAB-F2474DAC06E0}"/>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2051543176"/>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8B002A-D3A6-4859-9F1F-673834CCAB1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V7_B_N07</a:t>
            </a:r>
          </a:p>
        </p:txBody>
      </p:sp>
      <p:sp>
        <p:nvSpPr>
          <p:cNvPr id="2" name="">
            <a:extLst xmlns:a="http://schemas.openxmlformats.org/drawingml/2006/main">
              <a:ext uri="{FF2B5EF4-FFF2-40B4-BE49-F238E27FC236}">
                <a16:creationId xmlns:a16="http://schemas.microsoft.com/office/drawing/2014/main" id="{772C9EC6-AF8A-4412-9299-7E507E8B3B8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5A2EF256-E1D5-467E-8F5C-F582B5EE2AF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7A843FC-D127-47A6-8897-9F7FB5A4E89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1229FD8A-E137-48F6-9BBF-88CDA0731A83}"/>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3649EBAF-C32B-4A05-BFFC-78733309D384}"/>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C7DAA998-9FD9-47A1-B048-C85FF0959C7F}"/>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F9ABAC0B-56C0-4947-8BB2-F615E9621029}"/>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31485B55-37BB-4D23-BAF3-87B73A9C42AA}"/>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9F156EF4-A003-4BBA-9C7D-E393332B8BC4}"/>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802946323"/>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338ABF6-6E86-455F-A3F9-7B398CAE17ED}"/>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4A307EC5-26DA-48D5-8494-6A53DC0BC18A}"/>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972C48F3-69A4-4651-8361-B876B7307D52}"/>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Lab quality</a:t>
            </a:r>
          </a:p>
        </p:txBody>
      </p:sp>
      <p:sp>
        <p:nvSpPr>
          <p:cNvPr id="4" name="">
            <a:extLst xmlns:a="http://schemas.openxmlformats.org/drawingml/2006/main">
              <a:ext uri="{FF2B5EF4-FFF2-40B4-BE49-F238E27FC236}">
                <a16:creationId xmlns:a16="http://schemas.microsoft.com/office/drawing/2014/main" id="{E8172331-2492-49C8-BAF4-0CF40B801A14}"/>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5154896D-E615-46F4-B6F0-141FB072E9B7}"/>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Specimen mix</a:t>
            </a:r>
          </a:p>
        </p:txBody>
      </p:sp>
      <p:sp>
        <p:nvSpPr>
          <p:cNvPr id="6" name="">
            <a:extLst xmlns:a="http://schemas.openxmlformats.org/drawingml/2006/main">
              <a:ext uri="{FF2B5EF4-FFF2-40B4-BE49-F238E27FC236}">
                <a16:creationId xmlns:a16="http://schemas.microsoft.com/office/drawing/2014/main" id="{688AE180-33CB-4033-B356-0B83D323A0AE}"/>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C0A7DED0-7253-40A8-A7E5-FFE843D9C5E6}"/>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Testing coverage</a:t>
            </a:r>
          </a:p>
        </p:txBody>
      </p:sp>
      <p:sp>
        <p:nvSpPr>
          <p:cNvPr id="8" name="">
            <a:extLst xmlns:a="http://schemas.openxmlformats.org/drawingml/2006/main">
              <a:ext uri="{FF2B5EF4-FFF2-40B4-BE49-F238E27FC236}">
                <a16:creationId xmlns:a16="http://schemas.microsoft.com/office/drawing/2014/main" id="{C528A30C-F6F1-451D-B5A8-593E1EF395DA}"/>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670BBF4B-974E-484D-88C1-42CBE2694B34}"/>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Clinical context</a:t>
            </a:r>
          </a:p>
        </p:txBody>
      </p:sp>
      <p:sp>
        <p:nvSpPr>
          <p:cNvPr id="10" name="">
            <a:extLst xmlns:a="http://schemas.openxmlformats.org/drawingml/2006/main">
              <a:ext uri="{FF2B5EF4-FFF2-40B4-BE49-F238E27FC236}">
                <a16:creationId xmlns:a16="http://schemas.microsoft.com/office/drawing/2014/main" id="{13E08A08-DAF9-4699-A2A4-99B51B444C23}"/>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D6AB25B6-4B75-4A01-B7D5-D1B5661953CA}"/>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Stewardship</a:t>
            </a:r>
          </a:p>
        </p:txBody>
      </p:sp>
      <p:sp>
        <p:nvSpPr>
          <p:cNvPr id="12" name="">
            <a:extLst xmlns:a="http://schemas.openxmlformats.org/drawingml/2006/main">
              <a:ext uri="{FF2B5EF4-FFF2-40B4-BE49-F238E27FC236}">
                <a16:creationId xmlns:a16="http://schemas.microsoft.com/office/drawing/2014/main" id="{E770BF87-20D7-49FB-8597-72EE1685CD76}"/>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5030766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2026-09-04T15:12:15.0580000Z</dcterms:created>
  <dcterms:modified xsi:type="dcterms:W3CDTF">2026-09-04T15:12:15.0580000Z</dcterms:modified>
</coreProperties>
</file>