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b7de88bee64cee" /><Relationship Type="http://schemas.openxmlformats.org/officeDocument/2006/relationships/extended-properties" Target="/docProps/app.xml" Id="R2dad2b17cf3847ad" /><Relationship Type="http://schemas.openxmlformats.org/officeDocument/2006/relationships/officeDocument" Target="/ppt/presentation.xml" Id="R10b89c7d2be5466d" /></Relationships>
</file>

<file path=ppt/presentation.xml><?xml version="1.0" encoding="utf-8"?>
<p:presentation xmlns:p="http://schemas.openxmlformats.org/presentationml/2006/main">
  <p:sldMasterIdLst>
    <p:sldMasterId xmlns:r="http://schemas.openxmlformats.org/officeDocument/2006/relationships" id="2147483648" r:id="Rab77dad5fc1c4ff2"/>
  </p:sldMasterIdLst>
  <p:notesMasterIdLst>
    <p:notesMasterId xmlns:r="http://schemas.openxmlformats.org/officeDocument/2006/relationships" r:id="Rbe251fc29e244c5b"/>
  </p:notesMasterIdLst>
  <p:sldIdLst>
    <p:sldId xmlns:r="http://schemas.openxmlformats.org/officeDocument/2006/relationships" id="256" r:id="R31348b7619a14056"/>
    <p:sldId xmlns:r="http://schemas.openxmlformats.org/officeDocument/2006/relationships" id="257" r:id="Rc98c4b53c0164880"/>
    <p:sldId xmlns:r="http://schemas.openxmlformats.org/officeDocument/2006/relationships" id="258" r:id="Rcd021200a3af46dc"/>
    <p:sldId xmlns:r="http://schemas.openxmlformats.org/officeDocument/2006/relationships" id="259" r:id="R77523406ea76450f"/>
    <p:sldId xmlns:r="http://schemas.openxmlformats.org/officeDocument/2006/relationships" id="260" r:id="R4d0b4772bc944f37"/>
    <p:sldId xmlns:r="http://schemas.openxmlformats.org/officeDocument/2006/relationships" id="261" r:id="R6cd851eaeba24de7"/>
    <p:sldId xmlns:r="http://schemas.openxmlformats.org/officeDocument/2006/relationships" id="262" r:id="R6aa883b36d104de4"/>
    <p:sldId xmlns:r="http://schemas.openxmlformats.org/officeDocument/2006/relationships" id="263" r:id="R2007bc4e005444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9021fd6465431d" /><Relationship Type="http://schemas.openxmlformats.org/officeDocument/2006/relationships/slideMaster" Target="/ppt/slideMasters/slideMaster1.xml" Id="Rab77dad5fc1c4ff2" /><Relationship Type="http://schemas.openxmlformats.org/officeDocument/2006/relationships/notesMaster" Target="/ppt/notesMasters/notesMaster1.xml" Id="Rbe251fc29e244c5b" /><Relationship Type="http://schemas.openxmlformats.org/officeDocument/2006/relationships/presProps" Target="/ppt/presProps.xml" Id="Rcf865d08505c4f29" /><Relationship Type="http://schemas.openxmlformats.org/officeDocument/2006/relationships/tableStyles" Target="/ppt/tableStyles.xml" Id="R325b62b809cb41a3" /><Relationship Type="http://schemas.openxmlformats.org/officeDocument/2006/relationships/slide" Target="/ppt/slides/slide1.xml" Id="R31348b7619a14056" /><Relationship Type="http://schemas.openxmlformats.org/officeDocument/2006/relationships/slide" Target="/ppt/slides/slide2.xml" Id="Rc98c4b53c0164880" /><Relationship Type="http://schemas.openxmlformats.org/officeDocument/2006/relationships/slide" Target="/ppt/slides/slide3.xml" Id="Rcd021200a3af46dc" /><Relationship Type="http://schemas.openxmlformats.org/officeDocument/2006/relationships/slide" Target="/ppt/slides/slide4.xml" Id="R77523406ea76450f" /><Relationship Type="http://schemas.openxmlformats.org/officeDocument/2006/relationships/slide" Target="/ppt/slides/slide5.xml" Id="R4d0b4772bc944f37" /><Relationship Type="http://schemas.openxmlformats.org/officeDocument/2006/relationships/slide" Target="/ppt/slides/slide6.xml" Id="R6cd851eaeba24de7" /><Relationship Type="http://schemas.openxmlformats.org/officeDocument/2006/relationships/slide" Target="/ppt/slides/slide7.xml" Id="R6aa883b36d104de4" /><Relationship Type="http://schemas.openxmlformats.org/officeDocument/2006/relationships/slide" Target="/ppt/slides/slide8.xml" Id="R2007bc4e005444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8ecb5d7c0244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ffb06e86ba4797" /><Relationship Type="http://schemas.openxmlformats.org/officeDocument/2006/relationships/notesMaster" Target="/ppt/notesMasters/notesMaster1.xml" Id="R04654c36d7aa4d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3079e3b05b4a52" /><Relationship Type="http://schemas.openxmlformats.org/officeDocument/2006/relationships/notesMaster" Target="/ppt/notesMasters/notesMaster1.xml" Id="Ra4dcf577113242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eabdb411a3463f" /><Relationship Type="http://schemas.openxmlformats.org/officeDocument/2006/relationships/notesMaster" Target="/ppt/notesMasters/notesMaster1.xml" Id="Rb790763a417f48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12eb39896d48a7" /><Relationship Type="http://schemas.openxmlformats.org/officeDocument/2006/relationships/notesMaster" Target="/ppt/notesMasters/notesMaster1.xml" Id="Rb4de892b302541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36dc70ce6d4469" /><Relationship Type="http://schemas.openxmlformats.org/officeDocument/2006/relationships/notesMaster" Target="/ppt/notesMasters/notesMaster1.xml" Id="R1febdbbbcd0a41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1f96fe728248e0" /><Relationship Type="http://schemas.openxmlformats.org/officeDocument/2006/relationships/notesMaster" Target="/ppt/notesMasters/notesMaster1.xml" Id="Rf75088a31c3141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7d5229207d4da4" /><Relationship Type="http://schemas.openxmlformats.org/officeDocument/2006/relationships/notesMaster" Target="/ppt/notesMasters/notesMaster1.xml" Id="Raac188ac8c584f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c1577b74b2408e" /><Relationship Type="http://schemas.openxmlformats.org/officeDocument/2006/relationships/notesMaster" Target="/ppt/notesMasters/notesMaster1.xml" Id="R0f32671c944b49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Market Prices With Context. This lesson begins with one principle: a price is interpretable only with its market context intact.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price is interpretable only with its market context intact. The five controls shown here are Product and grade, Unit standard, Market level, Season context, Uncertainty.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product and grade, move through unit standard and market level, and finish with season context and uncertainty.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maize alert separates retail from wholesale observations and standardizes package units.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Normalize market records and test whether price comparisons remain valid.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product and grade clear? Is unit standard documented? Is market level testable? Is season context governed? And is uncertainty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ee262c38de46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fafc8f0f3044fe" /><Relationship Type="http://schemas.openxmlformats.org/officeDocument/2006/relationships/slideLayout" Target="/ppt/slideLayouts/slideLayout1.xml" Id="Ra87f4ee1e8dc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7f4ee1e8dc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1e9551fd3d415e" /><Relationship Type="http://schemas.openxmlformats.org/officeDocument/2006/relationships/notesSlide" Target="/ppt/notesSlides/notesSlide1.xml" Id="R4c097141bd4a45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f5ca1223994932" /><Relationship Type="http://schemas.openxmlformats.org/officeDocument/2006/relationships/notesSlide" Target="/ppt/notesSlides/notesSlide2.xml" Id="Radd43c98cf3947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a115b41e8d4853" /><Relationship Type="http://schemas.openxmlformats.org/officeDocument/2006/relationships/notesSlide" Target="/ppt/notesSlides/notesSlide3.xml" Id="R17adc3e686d944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4b0de1283241fd" /><Relationship Type="http://schemas.openxmlformats.org/officeDocument/2006/relationships/notesSlide" Target="/ppt/notesSlides/notesSlide4.xml" Id="Rce119b88177445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8e9d1503524cea" /><Relationship Type="http://schemas.openxmlformats.org/officeDocument/2006/relationships/notesSlide" Target="/ppt/notesSlides/notesSlide5.xml" Id="R88aa9da012e146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778298bd6348e0" /><Relationship Type="http://schemas.openxmlformats.org/officeDocument/2006/relationships/notesSlide" Target="/ppt/notesSlides/notesSlide6.xml" Id="Rea3e2e1bff784c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0ac0b40f654b15" /><Relationship Type="http://schemas.openxmlformats.org/officeDocument/2006/relationships/notesSlide" Target="/ppt/notesSlides/notesSlide7.xml" Id="Ref228546852f4f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5c818ac8fc46ba" /><Relationship Type="http://schemas.openxmlformats.org/officeDocument/2006/relationships/notesSlide" Target="/ppt/notesSlides/notesSlide8.xml" Id="Ra4a9cd63eb914bb0"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1A0255-B272-4930-9CC9-6622D7FC8E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80E957D7-B809-4F85-A656-5FC8788E5190}"/>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B967562E-3831-47E8-ADCC-C9B6585C120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F044C8AC-05B6-4214-B343-0AFF126B65E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4DB215E9-0CEA-4426-93BC-80FFB04489EC}"/>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MARKET PRICES WITH CONTEXT</a:t>
            </a:r>
          </a:p>
        </p:txBody>
      </p:sp>
      <p:sp>
        <p:nvSpPr>
          <p:cNvPr id="6" name="">
            <a:extLst xmlns:a="http://schemas.openxmlformats.org/drawingml/2006/main">
              <a:ext uri="{FF2B5EF4-FFF2-40B4-BE49-F238E27FC236}">
                <a16:creationId xmlns:a16="http://schemas.microsoft.com/office/drawing/2014/main" id="{EE860316-EECC-4E7F-B0E3-43E156A8134D}"/>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 price is interpretable only with its market context intact.</a:t>
            </a:r>
          </a:p>
        </p:txBody>
      </p:sp>
      <p:sp>
        <p:nvSpPr>
          <p:cNvPr id="7" name="">
            <a:extLst xmlns:a="http://schemas.openxmlformats.org/drawingml/2006/main">
              <a:ext uri="{FF2B5EF4-FFF2-40B4-BE49-F238E27FC236}">
                <a16:creationId xmlns:a16="http://schemas.microsoft.com/office/drawing/2014/main" id="{A22961B7-683B-4ACC-9B3D-1AA122011B1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V7_A_N07</a:t>
            </a:r>
          </a:p>
        </p:txBody>
      </p:sp>
      <p:sp>
        <p:nvSpPr>
          <p:cNvPr id="8" name="">
            <a:extLst xmlns:a="http://schemas.openxmlformats.org/drawingml/2006/main">
              <a:ext uri="{FF2B5EF4-FFF2-40B4-BE49-F238E27FC236}">
                <a16:creationId xmlns:a16="http://schemas.microsoft.com/office/drawing/2014/main" id="{AA4DE11F-1811-4ACC-B06D-EFF47FBA44B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PU-B07-C12</a:t>
            </a:r>
          </a:p>
        </p:txBody>
      </p:sp>
      <p:sp>
        <p:nvSpPr>
          <p:cNvPr id="9" name="">
            <a:extLst xmlns:a="http://schemas.openxmlformats.org/drawingml/2006/main">
              <a:ext uri="{FF2B5EF4-FFF2-40B4-BE49-F238E27FC236}">
                <a16:creationId xmlns:a16="http://schemas.microsoft.com/office/drawing/2014/main" id="{C90EAC8F-0987-4502-85D8-54FA38F518E2}"/>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FB868D77-69D9-4B2A-869D-D028088B434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02410765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79DF58-87D5-4A8A-AC16-0CD5C4909FA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A18FAE34-6B42-47D6-9845-646CFB4682A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08CA4F7E-F346-47DC-B879-69DB953FA25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0FA6356-EA0C-4F88-8F29-8B75A0CBB10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CFEB81A2-883C-4F71-9346-BDBCF6C5409A}"/>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 price is interpretable only with its market context intact.</a:t>
            </a:r>
          </a:p>
        </p:txBody>
      </p:sp>
      <p:sp>
        <p:nvSpPr>
          <p:cNvPr id="6" name="">
            <a:extLst xmlns:a="http://schemas.openxmlformats.org/drawingml/2006/main">
              <a:ext uri="{FF2B5EF4-FFF2-40B4-BE49-F238E27FC236}">
                <a16:creationId xmlns:a16="http://schemas.microsoft.com/office/drawing/2014/main" id="{AEDB60C2-A32A-46A4-961B-AB19E3494027}"/>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09820409-14D1-4601-AD36-A00EE323B4F2}"/>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C92383E-0782-456C-A425-0E2E479212FB}"/>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Product and grade</a:t>
            </a:r>
          </a:p>
        </p:txBody>
      </p:sp>
      <p:sp>
        <p:nvSpPr>
          <p:cNvPr id="9" name="">
            <a:extLst xmlns:a="http://schemas.openxmlformats.org/drawingml/2006/main">
              <a:ext uri="{FF2B5EF4-FFF2-40B4-BE49-F238E27FC236}">
                <a16:creationId xmlns:a16="http://schemas.microsoft.com/office/drawing/2014/main" id="{D3FE9200-C8A2-4FE8-A252-CBF43DF3432E}"/>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C01C16C-5F27-4D51-ACA6-FB1E7D9C3F14}"/>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Unit standard</a:t>
            </a:r>
          </a:p>
        </p:txBody>
      </p:sp>
      <p:sp>
        <p:nvSpPr>
          <p:cNvPr id="11" name="">
            <a:extLst xmlns:a="http://schemas.openxmlformats.org/drawingml/2006/main">
              <a:ext uri="{FF2B5EF4-FFF2-40B4-BE49-F238E27FC236}">
                <a16:creationId xmlns:a16="http://schemas.microsoft.com/office/drawing/2014/main" id="{606D0F57-697E-4FAA-A93D-3F0D4A2FA0FB}"/>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F001826-5308-4504-B0C1-5D376A3CAFC4}"/>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Market level</a:t>
            </a:r>
          </a:p>
        </p:txBody>
      </p:sp>
      <p:sp>
        <p:nvSpPr>
          <p:cNvPr id="13" name="">
            <a:extLst xmlns:a="http://schemas.openxmlformats.org/drawingml/2006/main">
              <a:ext uri="{FF2B5EF4-FFF2-40B4-BE49-F238E27FC236}">
                <a16:creationId xmlns:a16="http://schemas.microsoft.com/office/drawing/2014/main" id="{3A8B1BBA-3A44-468E-9AE5-2EE1E8F9D720}"/>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1E7E2CA-239D-4494-94F8-B9E2906F7F15}"/>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Season context</a:t>
            </a:r>
          </a:p>
        </p:txBody>
      </p:sp>
      <p:sp>
        <p:nvSpPr>
          <p:cNvPr id="15" name="">
            <a:extLst xmlns:a="http://schemas.openxmlformats.org/drawingml/2006/main">
              <a:ext uri="{FF2B5EF4-FFF2-40B4-BE49-F238E27FC236}">
                <a16:creationId xmlns:a16="http://schemas.microsoft.com/office/drawing/2014/main" id="{1122F6C0-C4DB-4381-B41B-9A4C56A7A5E0}"/>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97CF4297-1F9C-466D-8243-F1AB2995CE7B}"/>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7" name="">
            <a:extLst xmlns:a="http://schemas.openxmlformats.org/drawingml/2006/main">
              <a:ext uri="{FF2B5EF4-FFF2-40B4-BE49-F238E27FC236}">
                <a16:creationId xmlns:a16="http://schemas.microsoft.com/office/drawing/2014/main" id="{7304EF75-50A5-42C7-8F6C-89D6CE7FEC6B}"/>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322721291"/>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57B9634-6547-435E-BE70-1FB8CCBF9C9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E0305253-20D6-4109-AA8B-D02963626A6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AE186211-0D68-410D-B3BC-C1781A3F307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F435EA5-F7D5-43CA-86B6-C761955FBF5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40980035-DBAC-4272-A44E-08124CC80744}"/>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28A5D03-7726-4DDF-BCED-AE5327A81C49}"/>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BDD8DDD5-F705-4BCD-908F-3EC31B63DB6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Product and grade</a:t>
            </a:r>
          </a:p>
        </p:txBody>
      </p:sp>
      <p:sp>
        <p:nvSpPr>
          <p:cNvPr id="8" name="">
            <a:extLst xmlns:a="http://schemas.openxmlformats.org/drawingml/2006/main">
              <a:ext uri="{FF2B5EF4-FFF2-40B4-BE49-F238E27FC236}">
                <a16:creationId xmlns:a16="http://schemas.microsoft.com/office/drawing/2014/main" id="{518C8A92-1B6A-49AB-BE43-758D6619A10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B3AE982-41E6-4709-9B23-24E4D0D34E3A}"/>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8617A7C7-75EB-4BB6-AB2D-35269ECC64AB}"/>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Unit standard</a:t>
            </a:r>
          </a:p>
        </p:txBody>
      </p:sp>
      <p:sp>
        <p:nvSpPr>
          <p:cNvPr id="11" name="">
            <a:extLst xmlns:a="http://schemas.openxmlformats.org/drawingml/2006/main">
              <a:ext uri="{FF2B5EF4-FFF2-40B4-BE49-F238E27FC236}">
                <a16:creationId xmlns:a16="http://schemas.microsoft.com/office/drawing/2014/main" id="{3565B8A4-89D0-4505-84AF-E154E11F49C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CACD8E5-A389-4865-8BF6-5D2E5075371B}"/>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141E303F-4F69-4DDB-A6EB-F88EC26E4AF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Market level</a:t>
            </a:r>
          </a:p>
        </p:txBody>
      </p:sp>
      <p:sp>
        <p:nvSpPr>
          <p:cNvPr id="14" name="">
            <a:extLst xmlns:a="http://schemas.openxmlformats.org/drawingml/2006/main">
              <a:ext uri="{FF2B5EF4-FFF2-40B4-BE49-F238E27FC236}">
                <a16:creationId xmlns:a16="http://schemas.microsoft.com/office/drawing/2014/main" id="{BCDCC6A5-881D-4032-951A-9BD2E6C82E3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89225FB-C100-47BF-8D07-82307F201AD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C5D904A2-BFE1-44FB-908D-8F70388B7AC6}"/>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Season context</a:t>
            </a:r>
          </a:p>
        </p:txBody>
      </p:sp>
      <p:sp>
        <p:nvSpPr>
          <p:cNvPr id="17" name="">
            <a:extLst xmlns:a="http://schemas.openxmlformats.org/drawingml/2006/main">
              <a:ext uri="{FF2B5EF4-FFF2-40B4-BE49-F238E27FC236}">
                <a16:creationId xmlns:a16="http://schemas.microsoft.com/office/drawing/2014/main" id="{CA68FE8D-0DF4-4929-93C0-599BB361DAA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1D13C2B-5540-4FAC-8EFD-467C19586CD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E5C7D00-AE0A-4828-9EED-D0B7AFD7198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20" name="">
            <a:extLst xmlns:a="http://schemas.openxmlformats.org/drawingml/2006/main">
              <a:ext uri="{FF2B5EF4-FFF2-40B4-BE49-F238E27FC236}">
                <a16:creationId xmlns:a16="http://schemas.microsoft.com/office/drawing/2014/main" id="{3E07F1F0-4D84-47E8-A836-ACEA73582FB7}"/>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12729404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6567A1-24DC-47A8-BD1C-A80279C7A43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AEAE2564-21A7-44AA-A67F-84EB72FE88D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18780DB7-B290-4FCF-BE97-BD2A1917FAA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F1F0CD3-B9C9-4411-AA01-F80D3932D99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DEBFB78-6723-4B7C-9092-43EF7266445C}"/>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A30A6ED-CF24-4186-98EE-2993B2BACB1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C4E9FA8-EB8D-459A-93E6-39BE625582D7}"/>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maize alert separates retail from wholesale observations and standardizes package units.</a:t>
            </a:r>
          </a:p>
        </p:txBody>
      </p:sp>
      <p:sp>
        <p:nvSpPr>
          <p:cNvPr id="8" name="">
            <a:extLst xmlns:a="http://schemas.openxmlformats.org/drawingml/2006/main">
              <a:ext uri="{FF2B5EF4-FFF2-40B4-BE49-F238E27FC236}">
                <a16:creationId xmlns:a16="http://schemas.microsoft.com/office/drawing/2014/main" id="{F505B713-62B2-422C-B31C-A43696D17BAB}"/>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B49EBB4-AF0F-427F-88EC-659038B39BEB}"/>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2CC58951-E8C0-42E4-A805-B5BE238342BC}"/>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0AA7D17-C8EB-4EC1-A1A6-FC04D3878338}"/>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47552822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CE84CC-2959-4DF1-819D-4F76C35BECF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F3AD748B-7169-494C-A40D-80EF509755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CF49C105-036D-426F-819E-7AB42091254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5E4CBA5-13DC-4DE9-9315-C492D7322EA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98FD1D4-7EA9-496D-A09A-17B8F78A691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Normalize market records and test whether price comparisons remain valid.</a:t>
            </a:r>
          </a:p>
        </p:txBody>
      </p:sp>
      <p:sp>
        <p:nvSpPr>
          <p:cNvPr id="6" name="">
            <a:extLst xmlns:a="http://schemas.openxmlformats.org/drawingml/2006/main">
              <a:ext uri="{FF2B5EF4-FFF2-40B4-BE49-F238E27FC236}">
                <a16:creationId xmlns:a16="http://schemas.microsoft.com/office/drawing/2014/main" id="{8705DD0E-2021-43A0-A911-326D2714C81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4A03B44-C708-4A71-9073-B087626B7E90}"/>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52595A82-76F3-4FB0-9F2F-2E78C7FD84B6}"/>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A3CD82A7-FA09-4BF1-B1D0-9A2F8DDA808D}"/>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901761C-A108-4682-9F81-1BA0060248F4}"/>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911F14F-2740-4FC0-85CD-9F632F3AD8E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64B6892C-E3FA-4B50-AEFE-8262F0A8B7D9}"/>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76F4808-7943-42F8-B517-8B5ADBA92F4F}"/>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AB2CD4F7-2D5E-464D-90B9-543E8A99AA7C}"/>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E07049C2-6AAA-4A49-8E88-E7E0B29B525A}"/>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E1ED668-DADA-435D-B2F2-210115AB09B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9E1914F9-2AA3-4EEC-9577-C39A33E1AA5C}"/>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68488613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DE39A1-264E-493E-88AC-57DE0E04B59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B2B7F3E4-3999-48D1-AA3E-24B4BBA13B2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B20230E-6400-4DC0-A7C5-66971C088AE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6E0B7F2-9855-41CF-9210-F035157B4A4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67E88DB5-18B4-4B6A-B9DB-A5B3605D2A7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5CEE94A9-B834-4CAE-B0C2-ECC059E1A95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28A5B78-802C-4E19-ACD0-0D16F9B55D2A}"/>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8AA255D1-501E-49F6-930D-18041718918F}"/>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1A9B2005-F699-4826-886D-B2BD2A616AE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5B79EB57-3530-454A-BFD4-9601B07ED111}"/>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C340ECF-B21A-42CE-95DA-D04F1CC7C4C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A9CC2CF5-06E5-47FC-91C6-8136BE1D530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833AB5A9-D08E-4990-94D3-35CA8F8D99F1}"/>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3CB2E4C-B8FE-4DDF-BF12-00F1FB7AAA18}"/>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7305125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4C0998-869F-4410-AA91-F1FC9345DE0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V7_A_N07</a:t>
            </a:r>
          </a:p>
        </p:txBody>
      </p:sp>
      <p:sp>
        <p:nvSpPr>
          <p:cNvPr id="2" name="">
            <a:extLst xmlns:a="http://schemas.openxmlformats.org/drawingml/2006/main">
              <a:ext uri="{FF2B5EF4-FFF2-40B4-BE49-F238E27FC236}">
                <a16:creationId xmlns:a16="http://schemas.microsoft.com/office/drawing/2014/main" id="{9F562B5C-5E08-4A1F-BB40-E0B7C9D5783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D50F66EF-DF3A-497A-A7A7-635777127F9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6FC5F92-DBAF-4C47-ACB2-C158104208A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151DAAC-3E1E-4047-A49F-1F08E5D93BA9}"/>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69AADD4A-C311-4FDD-BF77-F1F55D76E26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E40ADA88-7826-46E2-AD45-1BBAA2B43B0D}"/>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33332765-C96F-425D-80E8-98201F0E3DC3}"/>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86708BB-E67E-42ED-88B0-0E7F247F8711}"/>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A8BF884-AFD0-4A12-ABA3-A414D955D190}"/>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341985387"/>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DA1A45-D0BA-4B03-9294-D8D9DBD2F02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E68F48C-337A-416A-A54C-14748D795C47}"/>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DF1C2803-F6F3-4492-A247-ECD36055A0BB}"/>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Product and grade</a:t>
            </a:r>
          </a:p>
        </p:txBody>
      </p:sp>
      <p:sp>
        <p:nvSpPr>
          <p:cNvPr id="4" name="">
            <a:extLst xmlns:a="http://schemas.openxmlformats.org/drawingml/2006/main">
              <a:ext uri="{FF2B5EF4-FFF2-40B4-BE49-F238E27FC236}">
                <a16:creationId xmlns:a16="http://schemas.microsoft.com/office/drawing/2014/main" id="{0E03A3AE-B6CA-44F0-AC6D-45206D9D62B8}"/>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FCA337C-038E-492A-AC0E-A0ACFE9B42B0}"/>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Unit standard</a:t>
            </a:r>
          </a:p>
        </p:txBody>
      </p:sp>
      <p:sp>
        <p:nvSpPr>
          <p:cNvPr id="6" name="">
            <a:extLst xmlns:a="http://schemas.openxmlformats.org/drawingml/2006/main">
              <a:ext uri="{FF2B5EF4-FFF2-40B4-BE49-F238E27FC236}">
                <a16:creationId xmlns:a16="http://schemas.microsoft.com/office/drawing/2014/main" id="{4B034901-3AAB-47CC-9250-2DB710846CC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71C4BDD-9E47-48F9-8AB4-3E7F3E4D2CFD}"/>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Market level</a:t>
            </a:r>
          </a:p>
        </p:txBody>
      </p:sp>
      <p:sp>
        <p:nvSpPr>
          <p:cNvPr id="8" name="">
            <a:extLst xmlns:a="http://schemas.openxmlformats.org/drawingml/2006/main">
              <a:ext uri="{FF2B5EF4-FFF2-40B4-BE49-F238E27FC236}">
                <a16:creationId xmlns:a16="http://schemas.microsoft.com/office/drawing/2014/main" id="{EA4675E9-D24C-4028-9B62-39975812DD3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9C0D6ED2-16AE-4A31-8965-42A03DAC82F0}"/>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Season context</a:t>
            </a:r>
          </a:p>
        </p:txBody>
      </p:sp>
      <p:sp>
        <p:nvSpPr>
          <p:cNvPr id="10" name="">
            <a:extLst xmlns:a="http://schemas.openxmlformats.org/drawingml/2006/main">
              <a:ext uri="{FF2B5EF4-FFF2-40B4-BE49-F238E27FC236}">
                <a16:creationId xmlns:a16="http://schemas.microsoft.com/office/drawing/2014/main" id="{1AC011D7-F59F-481F-8E21-CAF954F1E7D1}"/>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8D13079-D63D-44F9-B00B-30C5270DDB44}"/>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12" name="">
            <a:extLst xmlns:a="http://schemas.openxmlformats.org/drawingml/2006/main">
              <a:ext uri="{FF2B5EF4-FFF2-40B4-BE49-F238E27FC236}">
                <a16:creationId xmlns:a16="http://schemas.microsoft.com/office/drawing/2014/main" id="{671182A0-169B-4EB5-9562-ABA5F32094CD}"/>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77727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2026-09-04T14:39:44.5150000Z</dcterms:created>
  <dcterms:modified xsi:type="dcterms:W3CDTF">2026-09-04T14:39:44.5150000Z</dcterms:modified>
</coreProperties>
</file>