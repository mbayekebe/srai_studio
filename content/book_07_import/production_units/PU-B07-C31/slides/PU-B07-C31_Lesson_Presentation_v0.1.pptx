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7346796e7e4af5" /><Relationship Type="http://schemas.openxmlformats.org/officeDocument/2006/relationships/extended-properties" Target="/docProps/app.xml" Id="R9d3721ecbd4043af" /><Relationship Type="http://schemas.openxmlformats.org/officeDocument/2006/relationships/officeDocument" Target="/ppt/presentation.xml" Id="R08fb7abdf1ed4053" /></Relationships>
</file>

<file path=ppt/presentation.xml><?xml version="1.0" encoding="utf-8"?>
<p:presentation xmlns:p="http://schemas.openxmlformats.org/presentationml/2006/main">
  <p:sldMasterIdLst>
    <p:sldMasterId xmlns:r="http://schemas.openxmlformats.org/officeDocument/2006/relationships" id="2147483648" r:id="Rbfbfcab545a74c1c"/>
  </p:sldMasterIdLst>
  <p:notesMasterIdLst>
    <p:notesMasterId xmlns:r="http://schemas.openxmlformats.org/officeDocument/2006/relationships" r:id="Rfcd42cf9bd534c16"/>
  </p:notesMasterIdLst>
  <p:sldIdLst>
    <p:sldId xmlns:r="http://schemas.openxmlformats.org/officeDocument/2006/relationships" id="256" r:id="R4b0bc8a1e69746ac"/>
    <p:sldId xmlns:r="http://schemas.openxmlformats.org/officeDocument/2006/relationships" id="257" r:id="R1880aea9fb9e418e"/>
    <p:sldId xmlns:r="http://schemas.openxmlformats.org/officeDocument/2006/relationships" id="258" r:id="R77779fdb6d57458d"/>
    <p:sldId xmlns:r="http://schemas.openxmlformats.org/officeDocument/2006/relationships" id="259" r:id="Rfd8389c346f34bdc"/>
    <p:sldId xmlns:r="http://schemas.openxmlformats.org/officeDocument/2006/relationships" id="260" r:id="R9c26b19ffa994a52"/>
    <p:sldId xmlns:r="http://schemas.openxmlformats.org/officeDocument/2006/relationships" id="261" r:id="R572baea99a0848fe"/>
    <p:sldId xmlns:r="http://schemas.openxmlformats.org/officeDocument/2006/relationships" id="262" r:id="R7a92a41963b24aca"/>
    <p:sldId xmlns:r="http://schemas.openxmlformats.org/officeDocument/2006/relationships" id="263" r:id="R892419e9447c4c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e49dcde385842e4" /><Relationship Type="http://schemas.openxmlformats.org/officeDocument/2006/relationships/slideMaster" Target="/ppt/slideMasters/slideMaster1.xml" Id="Rbfbfcab545a74c1c" /><Relationship Type="http://schemas.openxmlformats.org/officeDocument/2006/relationships/notesMaster" Target="/ppt/notesMasters/notesMaster1.xml" Id="Rfcd42cf9bd534c16" /><Relationship Type="http://schemas.openxmlformats.org/officeDocument/2006/relationships/presProps" Target="/ppt/presProps.xml" Id="Rb58335d49bd9447d" /><Relationship Type="http://schemas.openxmlformats.org/officeDocument/2006/relationships/tableStyles" Target="/ppt/tableStyles.xml" Id="R84afe8e676794f63" /><Relationship Type="http://schemas.openxmlformats.org/officeDocument/2006/relationships/slide" Target="/ppt/slides/slide1.xml" Id="R4b0bc8a1e69746ac" /><Relationship Type="http://schemas.openxmlformats.org/officeDocument/2006/relationships/slide" Target="/ppt/slides/slide2.xml" Id="R1880aea9fb9e418e" /><Relationship Type="http://schemas.openxmlformats.org/officeDocument/2006/relationships/slide" Target="/ppt/slides/slide3.xml" Id="R77779fdb6d57458d" /><Relationship Type="http://schemas.openxmlformats.org/officeDocument/2006/relationships/slide" Target="/ppt/slides/slide4.xml" Id="Rfd8389c346f34bdc" /><Relationship Type="http://schemas.openxmlformats.org/officeDocument/2006/relationships/slide" Target="/ppt/slides/slide5.xml" Id="R9c26b19ffa994a52" /><Relationship Type="http://schemas.openxmlformats.org/officeDocument/2006/relationships/slide" Target="/ppt/slides/slide6.xml" Id="R572baea99a0848fe" /><Relationship Type="http://schemas.openxmlformats.org/officeDocument/2006/relationships/slide" Target="/ppt/slides/slide7.xml" Id="R7a92a41963b24aca" /><Relationship Type="http://schemas.openxmlformats.org/officeDocument/2006/relationships/slide" Target="/ppt/slides/slide8.xml" Id="R892419e9447c4c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96fd19b6bf4a0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e508575d6504d16" /><Relationship Type="http://schemas.openxmlformats.org/officeDocument/2006/relationships/notesMaster" Target="/ppt/notesMasters/notesMaster1.xml" Id="R811d1390cb4d44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fb42a240254edf" /><Relationship Type="http://schemas.openxmlformats.org/officeDocument/2006/relationships/notesMaster" Target="/ppt/notesMasters/notesMaster1.xml" Id="R0666eae8e3e743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fc44ddef62448c" /><Relationship Type="http://schemas.openxmlformats.org/officeDocument/2006/relationships/notesMaster" Target="/ppt/notesMasters/notesMaster1.xml" Id="Ra34bed47e79543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33971ed9244fe7" /><Relationship Type="http://schemas.openxmlformats.org/officeDocument/2006/relationships/notesMaster" Target="/ppt/notesMasters/notesMaster1.xml" Id="Recf706cc51a64f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1da8cb6ea7fd494c" /><Relationship Type="http://schemas.openxmlformats.org/officeDocument/2006/relationships/notesMaster" Target="/ppt/notesMasters/notesMaster1.xml" Id="R324aaa24bfdd45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d167d56ff14edb" /><Relationship Type="http://schemas.openxmlformats.org/officeDocument/2006/relationships/notesMaster" Target="/ppt/notesMasters/notesMaster1.xml" Id="R657466ccf3ee46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9634843f9d4d21" /><Relationship Type="http://schemas.openxmlformats.org/officeDocument/2006/relationships/notesMaster" Target="/ppt/notesMasters/notesMaster1.xml" Id="R9e4bed5d5d8547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90559dac0e04aa4" /><Relationship Type="http://schemas.openxmlformats.org/officeDocument/2006/relationships/notesMaster" Target="/ppt/notesMasters/notesMaster1.xml" Id="Rd1ad0a78b3684d3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Quality of Care Is Not Activity Alone. This lesson begins with one principle: quality requires outcomes, safety, experience, equity, and continuity.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V7_B_N11,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Quality requires outcomes, safety, experience, equity, and continuity. The five controls shown here are Outcomes, Safety, Experience, Equity, Continuity. Together, they prevent a health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V7_B_N11,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outcomes, move through safety and experience, and finish with equity and continuity.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V7_B_N11,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health example. High service volume is reviewed alongside outcomes, adverse events, and patient experience.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V7_B_N11,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Build a balanced quality-of-care assessment and test escalation rules.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V7_B_N11,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health-service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V7_B_N11,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V7_B_N11,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outcomes clear? Is safety documented? Is experience testable? Is equity governed? And is continuity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V7_B_N11,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9fcc27ebd549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13c3fc8947484b" /><Relationship Type="http://schemas.openxmlformats.org/officeDocument/2006/relationships/slideLayout" Target="/ppt/slideLayouts/slideLayout1.xml" Id="R1419b5fa58c44ab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419b5fa58c44ab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4bba3eb5b74be1" /><Relationship Type="http://schemas.openxmlformats.org/officeDocument/2006/relationships/notesSlide" Target="/ppt/notesSlides/notesSlide1.xml" Id="Ra8f5cc08e8884c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4776c26af8545b4" /><Relationship Type="http://schemas.openxmlformats.org/officeDocument/2006/relationships/notesSlide" Target="/ppt/notesSlides/notesSlide2.xml" Id="R1169b22e25c8434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420c53967804584" /><Relationship Type="http://schemas.openxmlformats.org/officeDocument/2006/relationships/notesSlide" Target="/ppt/notesSlides/notesSlide3.xml" Id="R224b65d3b9164a6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a49c4f0f6934f9a" /><Relationship Type="http://schemas.openxmlformats.org/officeDocument/2006/relationships/notesSlide" Target="/ppt/notesSlides/notesSlide4.xml" Id="Rcca3a7f3c53e41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e255bb7a8e49a4" /><Relationship Type="http://schemas.openxmlformats.org/officeDocument/2006/relationships/notesSlide" Target="/ppt/notesSlides/notesSlide5.xml" Id="R2dd12aa1d04547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5879d7f7ce4bc2" /><Relationship Type="http://schemas.openxmlformats.org/officeDocument/2006/relationships/notesSlide" Target="/ppt/notesSlides/notesSlide6.xml" Id="R6d4fee002f4b49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8da74ddb2c9491f" /><Relationship Type="http://schemas.openxmlformats.org/officeDocument/2006/relationships/notesSlide" Target="/ppt/notesSlides/notesSlide7.xml" Id="R1cc79f2a87674d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6e909a746b24d7d" /><Relationship Type="http://schemas.openxmlformats.org/officeDocument/2006/relationships/notesSlide" Target="/ppt/notesSlides/notesSlide8.xml" Id="R2231648e0c454b37"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E6FD0D3-6F38-48A2-9AD8-512383CCB9C5}"/>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24BF62D4-E490-4C33-BBEC-537150161C09}"/>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06282C83-9FDC-4801-98F0-12FBEBF9F808}"/>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4CB92283-E168-46FF-BAA6-3CA77A7646EC}"/>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HEALTH TRACK</a:t>
            </a:r>
          </a:p>
        </p:txBody>
      </p:sp>
      <p:sp>
        <p:nvSpPr>
          <p:cNvPr id="5" name="">
            <a:extLst xmlns:a="http://schemas.openxmlformats.org/drawingml/2006/main">
              <a:ext uri="{FF2B5EF4-FFF2-40B4-BE49-F238E27FC236}">
                <a16:creationId xmlns:a16="http://schemas.microsoft.com/office/drawing/2014/main" id="{51255D3F-14C4-4C0D-8DB6-472904559222}"/>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QUALITY OF CARE IS NOT ACTIVITY ALONE</a:t>
            </a:r>
          </a:p>
        </p:txBody>
      </p:sp>
      <p:sp>
        <p:nvSpPr>
          <p:cNvPr id="6" name="">
            <a:extLst xmlns:a="http://schemas.openxmlformats.org/drawingml/2006/main">
              <a:ext uri="{FF2B5EF4-FFF2-40B4-BE49-F238E27FC236}">
                <a16:creationId xmlns:a16="http://schemas.microsoft.com/office/drawing/2014/main" id="{4CC530D9-588C-4DC7-B686-7E36B09F61DA}"/>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Quality requires outcomes, safety, experience, equity, and continuity.</a:t>
            </a:r>
          </a:p>
        </p:txBody>
      </p:sp>
      <p:sp>
        <p:nvSpPr>
          <p:cNvPr id="7" name="">
            <a:extLst xmlns:a="http://schemas.openxmlformats.org/drawingml/2006/main">
              <a:ext uri="{FF2B5EF4-FFF2-40B4-BE49-F238E27FC236}">
                <a16:creationId xmlns:a16="http://schemas.microsoft.com/office/drawing/2014/main" id="{8A323AC9-3497-43F4-B93E-DDC222494760}"/>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V7_B_N11</a:t>
            </a:r>
          </a:p>
        </p:txBody>
      </p:sp>
      <p:sp>
        <p:nvSpPr>
          <p:cNvPr id="8" name="">
            <a:extLst xmlns:a="http://schemas.openxmlformats.org/drawingml/2006/main">
              <a:ext uri="{FF2B5EF4-FFF2-40B4-BE49-F238E27FC236}">
                <a16:creationId xmlns:a16="http://schemas.microsoft.com/office/drawing/2014/main" id="{83BAA4ED-339A-44AF-A867-97BCAC536704}"/>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PU-B07-C31</a:t>
            </a:r>
          </a:p>
        </p:txBody>
      </p:sp>
      <p:sp>
        <p:nvSpPr>
          <p:cNvPr id="9" name="">
            <a:extLst xmlns:a="http://schemas.openxmlformats.org/drawingml/2006/main">
              <a:ext uri="{FF2B5EF4-FFF2-40B4-BE49-F238E27FC236}">
                <a16:creationId xmlns:a16="http://schemas.microsoft.com/office/drawing/2014/main" id="{B501EF89-6C62-4354-8F3D-D37CEDBAEAAA}"/>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DF00A540-6AD1-4E11-9633-83106D37EB6A}"/>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534312518"/>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31D798B-2404-44A4-902B-5443223B3F2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V7_B_N11</a:t>
            </a:r>
          </a:p>
        </p:txBody>
      </p:sp>
      <p:sp>
        <p:nvSpPr>
          <p:cNvPr id="2" name="">
            <a:extLst xmlns:a="http://schemas.openxmlformats.org/drawingml/2006/main">
              <a:ext uri="{FF2B5EF4-FFF2-40B4-BE49-F238E27FC236}">
                <a16:creationId xmlns:a16="http://schemas.microsoft.com/office/drawing/2014/main" id="{97F4088C-8700-46FC-813D-53531ACDCEB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0EABEC26-39DF-4B68-A8B0-31C66084214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BF031B87-597F-41DF-805C-CA76F9FD0952}"/>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D7917AFA-BDFE-4785-8C77-F8855E4562CD}"/>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Quality requires outcomes, safety, experience, equity, and continuity.</a:t>
            </a:r>
          </a:p>
        </p:txBody>
      </p:sp>
      <p:sp>
        <p:nvSpPr>
          <p:cNvPr id="6" name="">
            <a:extLst xmlns:a="http://schemas.openxmlformats.org/drawingml/2006/main">
              <a:ext uri="{FF2B5EF4-FFF2-40B4-BE49-F238E27FC236}">
                <a16:creationId xmlns:a16="http://schemas.microsoft.com/office/drawing/2014/main" id="{A0C74579-E820-4AE5-AD68-96A97572A1EC}"/>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DD5B2686-3F43-4ED1-B2EA-A0A84D062257}"/>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44F7F5D7-C6F5-4D0D-BF2E-216391C64ECB}"/>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Outcomes</a:t>
            </a:r>
          </a:p>
        </p:txBody>
      </p:sp>
      <p:sp>
        <p:nvSpPr>
          <p:cNvPr id="9" name="">
            <a:extLst xmlns:a="http://schemas.openxmlformats.org/drawingml/2006/main">
              <a:ext uri="{FF2B5EF4-FFF2-40B4-BE49-F238E27FC236}">
                <a16:creationId xmlns:a16="http://schemas.microsoft.com/office/drawing/2014/main" id="{31A4DB79-91AA-40F6-97B1-33FFDD3902C1}"/>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4BB32324-56C1-43EB-9A40-F67A7905DEB8}"/>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Safety</a:t>
            </a:r>
          </a:p>
        </p:txBody>
      </p:sp>
      <p:sp>
        <p:nvSpPr>
          <p:cNvPr id="11" name="">
            <a:extLst xmlns:a="http://schemas.openxmlformats.org/drawingml/2006/main">
              <a:ext uri="{FF2B5EF4-FFF2-40B4-BE49-F238E27FC236}">
                <a16:creationId xmlns:a16="http://schemas.microsoft.com/office/drawing/2014/main" id="{E8035F54-1AA3-4C81-815E-D987C72015D8}"/>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0348BE80-4626-4EC7-967A-069CFA1EFB89}"/>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Experience</a:t>
            </a:r>
          </a:p>
        </p:txBody>
      </p:sp>
      <p:sp>
        <p:nvSpPr>
          <p:cNvPr id="13" name="">
            <a:extLst xmlns:a="http://schemas.openxmlformats.org/drawingml/2006/main">
              <a:ext uri="{FF2B5EF4-FFF2-40B4-BE49-F238E27FC236}">
                <a16:creationId xmlns:a16="http://schemas.microsoft.com/office/drawing/2014/main" id="{1DF6C7A9-90A8-4643-A5AB-099CA14F8FEE}"/>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79794422-ABC7-4700-9DB7-F3B1DF39E710}"/>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Equity</a:t>
            </a:r>
          </a:p>
        </p:txBody>
      </p:sp>
      <p:sp>
        <p:nvSpPr>
          <p:cNvPr id="15" name="">
            <a:extLst xmlns:a="http://schemas.openxmlformats.org/drawingml/2006/main">
              <a:ext uri="{FF2B5EF4-FFF2-40B4-BE49-F238E27FC236}">
                <a16:creationId xmlns:a16="http://schemas.microsoft.com/office/drawing/2014/main" id="{F173DCFA-8C8B-4EEF-9520-439E7F081E47}"/>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A52F3836-74E5-40AA-97BB-D2EC0A5FA05D}"/>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Continuity</a:t>
            </a:r>
          </a:p>
        </p:txBody>
      </p:sp>
      <p:sp>
        <p:nvSpPr>
          <p:cNvPr id="17" name="">
            <a:extLst xmlns:a="http://schemas.openxmlformats.org/drawingml/2006/main">
              <a:ext uri="{FF2B5EF4-FFF2-40B4-BE49-F238E27FC236}">
                <a16:creationId xmlns:a16="http://schemas.microsoft.com/office/drawing/2014/main" id="{BD8E2199-5BAB-4FD7-8523-DBBA743A2711}"/>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549420900"/>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D92973A-2D56-4475-A600-04FFAA2F9C3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V7_B_N11</a:t>
            </a:r>
          </a:p>
        </p:txBody>
      </p:sp>
      <p:sp>
        <p:nvSpPr>
          <p:cNvPr id="2" name="">
            <a:extLst xmlns:a="http://schemas.openxmlformats.org/drawingml/2006/main">
              <a:ext uri="{FF2B5EF4-FFF2-40B4-BE49-F238E27FC236}">
                <a16:creationId xmlns:a16="http://schemas.microsoft.com/office/drawing/2014/main" id="{EDDE4F32-7BE4-4746-AB90-571BA5FDF02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B1F7C149-E010-4246-B4E3-81CFD88E2AAC}"/>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EBDADE65-F2C6-46E5-BE28-5367D9DE110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EEFFDA9D-996C-45CA-979C-9DAAEFD0ABBE}"/>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A0FECDD9-2F17-4683-AF14-EAD0B1818277}"/>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4828398F-3D87-429D-8AE7-C4853C7B7881}"/>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Outcomes</a:t>
            </a:r>
          </a:p>
        </p:txBody>
      </p:sp>
      <p:sp>
        <p:nvSpPr>
          <p:cNvPr id="8" name="">
            <a:extLst xmlns:a="http://schemas.openxmlformats.org/drawingml/2006/main">
              <a:ext uri="{FF2B5EF4-FFF2-40B4-BE49-F238E27FC236}">
                <a16:creationId xmlns:a16="http://schemas.microsoft.com/office/drawing/2014/main" id="{719E8969-3798-46F0-AD37-14D560CD352D}"/>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1A717EA0-96D9-40BE-BDDE-C93C4BA06280}"/>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032FDA6D-54F3-4B44-B289-45CC1FC91135}"/>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Safety</a:t>
            </a:r>
          </a:p>
        </p:txBody>
      </p:sp>
      <p:sp>
        <p:nvSpPr>
          <p:cNvPr id="11" name="">
            <a:extLst xmlns:a="http://schemas.openxmlformats.org/drawingml/2006/main">
              <a:ext uri="{FF2B5EF4-FFF2-40B4-BE49-F238E27FC236}">
                <a16:creationId xmlns:a16="http://schemas.microsoft.com/office/drawing/2014/main" id="{0D9D9938-E99D-4B5F-AD71-DE8FF4BA393E}"/>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C2D8C522-0CDD-4BAE-95B7-CEFEC790FBAE}"/>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BC14900C-E652-417A-9482-948D1903D3B6}"/>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Experience</a:t>
            </a:r>
          </a:p>
        </p:txBody>
      </p:sp>
      <p:sp>
        <p:nvSpPr>
          <p:cNvPr id="14" name="">
            <a:extLst xmlns:a="http://schemas.openxmlformats.org/drawingml/2006/main">
              <a:ext uri="{FF2B5EF4-FFF2-40B4-BE49-F238E27FC236}">
                <a16:creationId xmlns:a16="http://schemas.microsoft.com/office/drawing/2014/main" id="{723B5824-E327-4F7D-B291-DE48E66DB191}"/>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1AFDAB41-6D1F-4FDE-B09A-2BC71568CC28}"/>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7F0B3712-86A6-418B-B3A5-1B2C5E2B3F7C}"/>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Equity</a:t>
            </a:r>
          </a:p>
        </p:txBody>
      </p:sp>
      <p:sp>
        <p:nvSpPr>
          <p:cNvPr id="17" name="">
            <a:extLst xmlns:a="http://schemas.openxmlformats.org/drawingml/2006/main">
              <a:ext uri="{FF2B5EF4-FFF2-40B4-BE49-F238E27FC236}">
                <a16:creationId xmlns:a16="http://schemas.microsoft.com/office/drawing/2014/main" id="{7D5425DC-76EC-4B67-8E51-CE5FBE15BFDA}"/>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4510F2AA-DFC2-40BA-B406-09038407D513}"/>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C117A965-DF22-431D-AC61-53C41CD88D77}"/>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Continuity</a:t>
            </a:r>
          </a:p>
        </p:txBody>
      </p:sp>
      <p:sp>
        <p:nvSpPr>
          <p:cNvPr id="20" name="">
            <a:extLst xmlns:a="http://schemas.openxmlformats.org/drawingml/2006/main">
              <a:ext uri="{FF2B5EF4-FFF2-40B4-BE49-F238E27FC236}">
                <a16:creationId xmlns:a16="http://schemas.microsoft.com/office/drawing/2014/main" id="{48CC9526-C8E8-4C7E-ACC0-C94D9E010D3B}"/>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219141222"/>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A017AC3-7572-41ED-B89A-6A3718CC1DE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V7_B_N11</a:t>
            </a:r>
          </a:p>
        </p:txBody>
      </p:sp>
      <p:sp>
        <p:nvSpPr>
          <p:cNvPr id="2" name="">
            <a:extLst xmlns:a="http://schemas.openxmlformats.org/drawingml/2006/main">
              <a:ext uri="{FF2B5EF4-FFF2-40B4-BE49-F238E27FC236}">
                <a16:creationId xmlns:a16="http://schemas.microsoft.com/office/drawing/2014/main" id="{B28FADF5-D8D7-4866-888F-90AD40E71A8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9BDE9BEE-5254-4A64-9418-A690C8F7F0F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F6618766-8566-4DA2-A89E-F3069461C41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757B6DED-ED11-46F0-8381-0B0AB2EC550C}"/>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48D23680-7DCC-49E2-B86C-CFBD692413DF}"/>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7AB8BD50-E31A-49F1-A6FC-24E48601D79C}"/>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High service volume is reviewed alongside outcomes, adverse events, and patient experience.</a:t>
            </a:r>
          </a:p>
        </p:txBody>
      </p:sp>
      <p:sp>
        <p:nvSpPr>
          <p:cNvPr id="8" name="">
            <a:extLst xmlns:a="http://schemas.openxmlformats.org/drawingml/2006/main">
              <a:ext uri="{FF2B5EF4-FFF2-40B4-BE49-F238E27FC236}">
                <a16:creationId xmlns:a16="http://schemas.microsoft.com/office/drawing/2014/main" id="{3B8D6CE3-C6D9-4EF7-8A1F-C536B97C393D}"/>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D45EA162-CAB9-4A88-A21C-DD99F529C976}"/>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BF784677-DD5C-42DE-B88E-0D17BEB7AB5E}"/>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0A2E4855-9F0E-4746-BA04-58FBB86FC32D}"/>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1068749230"/>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4B56AAC-8265-4AF8-ABA2-2EAE7AF40DD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V7_B_N11</a:t>
            </a:r>
          </a:p>
        </p:txBody>
      </p:sp>
      <p:sp>
        <p:nvSpPr>
          <p:cNvPr id="2" name="">
            <a:extLst xmlns:a="http://schemas.openxmlformats.org/drawingml/2006/main">
              <a:ext uri="{FF2B5EF4-FFF2-40B4-BE49-F238E27FC236}">
                <a16:creationId xmlns:a16="http://schemas.microsoft.com/office/drawing/2014/main" id="{A3980F17-6B9F-478A-8D1B-35100D84CBF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A155C223-7A7B-4FF5-AC4A-204D18199C2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36609F6-D972-486C-ACD2-1CA72739B72C}"/>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85035B71-CA86-4762-9B6D-974FBE8F36CC}"/>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Build a balanced quality-of-care assessment and test escalation rules.</a:t>
            </a:r>
          </a:p>
        </p:txBody>
      </p:sp>
      <p:sp>
        <p:nvSpPr>
          <p:cNvPr id="6" name="">
            <a:extLst xmlns:a="http://schemas.openxmlformats.org/drawingml/2006/main">
              <a:ext uri="{FF2B5EF4-FFF2-40B4-BE49-F238E27FC236}">
                <a16:creationId xmlns:a16="http://schemas.microsoft.com/office/drawing/2014/main" id="{8B7E41D9-3703-4C7E-9693-D350BA0A7BE3}"/>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14BA7467-BA19-4B15-B7A8-3227DF1224B2}"/>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B425BEB3-5C9C-4686-BAE8-643167A24CCE}"/>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236AC1B9-F506-4013-A710-129616BAFDB2}"/>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BA2404E2-31F0-4D7D-A41E-3AFECE6C6C4D}"/>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C48F7B84-2D3A-4992-BBFD-0B88E562AB78}"/>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44001ED2-E4FB-482E-93F3-9E27B5BD105F}"/>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486E33FE-C5B4-452E-A089-C7C94EEC3A46}"/>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4D370073-7625-485E-A455-068F201380CB}"/>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A01C5D51-9666-47C7-9041-EE2E043FBDC3}"/>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013142A5-2A0A-4F2A-9F9F-4B5B3AEFD498}"/>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36E0008F-7BFC-410B-9F0B-A74AE750B04E}"/>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502727893"/>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0E402DA-2397-4288-BADA-8602188A574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V7_B_N11</a:t>
            </a:r>
          </a:p>
        </p:txBody>
      </p:sp>
      <p:sp>
        <p:nvSpPr>
          <p:cNvPr id="2" name="">
            <a:extLst xmlns:a="http://schemas.openxmlformats.org/drawingml/2006/main">
              <a:ext uri="{FF2B5EF4-FFF2-40B4-BE49-F238E27FC236}">
                <a16:creationId xmlns:a16="http://schemas.microsoft.com/office/drawing/2014/main" id="{8F65DD65-84FC-4A29-87E3-6317BDB1DDD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8FFB9E60-E7A2-41DA-AF54-2561D5272A8D}"/>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67A870D-8CB7-4E66-80F6-DE87B566578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EDCA0D6B-24DF-491F-92A0-95A1BF47783B}"/>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13D71A2D-15A1-4C89-8DC3-A7A9EDCB644F}"/>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0A42F213-32C4-4A9B-A92D-D74B5FE7D138}"/>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F6F1FB66-0628-4E0A-A7D5-C43277D3C7D2}"/>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6C5B7C12-CAE0-458E-BCF3-2049373ED9E2}"/>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B0622E31-2623-4FAD-A4A3-A8C75B72BEE2}"/>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D901AC50-53D3-44EA-B03F-7CAAF9A9DF12}"/>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D645A299-D2C3-4DB0-88EA-AAC2529E43E1}"/>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97EF95CF-0753-4D1E-BD2E-6FD3BF510AB0}"/>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407DE395-B22A-4B8A-B418-889E534EE446}"/>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613410573"/>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D59A38-8D5F-485E-9D20-6015438C83A6}"/>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V7_B_N11</a:t>
            </a:r>
          </a:p>
        </p:txBody>
      </p:sp>
      <p:sp>
        <p:nvSpPr>
          <p:cNvPr id="2" name="">
            <a:extLst xmlns:a="http://schemas.openxmlformats.org/drawingml/2006/main">
              <a:ext uri="{FF2B5EF4-FFF2-40B4-BE49-F238E27FC236}">
                <a16:creationId xmlns:a16="http://schemas.microsoft.com/office/drawing/2014/main" id="{1DD9F754-914A-40E0-9406-1EDA9B1365D5}"/>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E6C59687-A548-416D-9D15-5978DC14D9C6}"/>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890B59F-945C-42AF-BE3B-7B3F7CEFCAA5}"/>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642C13B9-3FA0-4C42-8ACB-48B2EC3F7408}"/>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1EE77312-2003-4A2D-99B9-0FB58FAE5DFF}"/>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2DB31823-5A40-4FCC-BAE8-4798B1A303D5}"/>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E7A41390-8148-40C2-B77C-9B12C6F87B31}"/>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E186EC03-C7B8-4D0C-ABDF-6B77AA841DDF}"/>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B22576A7-D5FA-47CB-9266-A94DF6CB6B51}"/>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998132483"/>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EB088FA-FBBB-42EE-9216-2647C37529BE}"/>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31E8D4E6-C318-470A-9AEB-F3ACC4153C24}"/>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4F868B86-07C3-41BB-9656-9792C98C723E}"/>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Outcomes</a:t>
            </a:r>
          </a:p>
        </p:txBody>
      </p:sp>
      <p:sp>
        <p:nvSpPr>
          <p:cNvPr id="4" name="">
            <a:extLst xmlns:a="http://schemas.openxmlformats.org/drawingml/2006/main">
              <a:ext uri="{FF2B5EF4-FFF2-40B4-BE49-F238E27FC236}">
                <a16:creationId xmlns:a16="http://schemas.microsoft.com/office/drawing/2014/main" id="{F05C4A02-CB5F-47CB-8765-7BF01B780F88}"/>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EBEFCE87-0FB2-4FB6-BC93-351C47661BA8}"/>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Safety</a:t>
            </a:r>
          </a:p>
        </p:txBody>
      </p:sp>
      <p:sp>
        <p:nvSpPr>
          <p:cNvPr id="6" name="">
            <a:extLst xmlns:a="http://schemas.openxmlformats.org/drawingml/2006/main">
              <a:ext uri="{FF2B5EF4-FFF2-40B4-BE49-F238E27FC236}">
                <a16:creationId xmlns:a16="http://schemas.microsoft.com/office/drawing/2014/main" id="{407AE835-3148-46A6-9FA8-DEDFE409E59E}"/>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A320D40E-2CB3-4218-B428-6E776316EF1C}"/>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Experience</a:t>
            </a:r>
          </a:p>
        </p:txBody>
      </p:sp>
      <p:sp>
        <p:nvSpPr>
          <p:cNvPr id="8" name="">
            <a:extLst xmlns:a="http://schemas.openxmlformats.org/drawingml/2006/main">
              <a:ext uri="{FF2B5EF4-FFF2-40B4-BE49-F238E27FC236}">
                <a16:creationId xmlns:a16="http://schemas.microsoft.com/office/drawing/2014/main" id="{250AE791-F40A-424E-A58B-8F94AFAED39D}"/>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A055AB85-1876-4434-9795-3E2D73E83E32}"/>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Equity</a:t>
            </a:r>
          </a:p>
        </p:txBody>
      </p:sp>
      <p:sp>
        <p:nvSpPr>
          <p:cNvPr id="10" name="">
            <a:extLst xmlns:a="http://schemas.openxmlformats.org/drawingml/2006/main">
              <a:ext uri="{FF2B5EF4-FFF2-40B4-BE49-F238E27FC236}">
                <a16:creationId xmlns:a16="http://schemas.microsoft.com/office/drawing/2014/main" id="{C5ABD5E3-1627-4DC5-9424-AC1518CAFFDE}"/>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87B5B136-C9DF-476F-B593-96497CB561DE}"/>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Continuity</a:t>
            </a:r>
          </a:p>
        </p:txBody>
      </p:sp>
      <p:sp>
        <p:nvSpPr>
          <p:cNvPr id="12" name="">
            <a:extLst xmlns:a="http://schemas.openxmlformats.org/drawingml/2006/main">
              <a:ext uri="{FF2B5EF4-FFF2-40B4-BE49-F238E27FC236}">
                <a16:creationId xmlns:a16="http://schemas.microsoft.com/office/drawing/2014/main" id="{556106F0-6A31-431E-AC70-819F2BF372FF}"/>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062388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2026-09-04T15:21:05.9650000Z</dcterms:created>
  <dcterms:modified xsi:type="dcterms:W3CDTF">2026-09-04T15:21:05.9650000Z</dcterms:modified>
</coreProperties>
</file>