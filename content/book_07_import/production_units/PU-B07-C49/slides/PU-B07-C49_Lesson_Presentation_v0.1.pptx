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7b103568244023" /><Relationship Type="http://schemas.openxmlformats.org/officeDocument/2006/relationships/extended-properties" Target="/docProps/app.xml" Id="R7a853d5944f845bf" /><Relationship Type="http://schemas.openxmlformats.org/officeDocument/2006/relationships/officeDocument" Target="/ppt/presentation.xml" Id="R80553f0a04b94c76" /></Relationships>
</file>

<file path=ppt/presentation.xml><?xml version="1.0" encoding="utf-8"?>
<p:presentation xmlns:p="http://schemas.openxmlformats.org/presentationml/2006/main">
  <p:sldMasterIdLst>
    <p:sldMasterId xmlns:r="http://schemas.openxmlformats.org/officeDocument/2006/relationships" id="2147483648" r:id="Rbc18aef2ee89461a"/>
  </p:sldMasterIdLst>
  <p:notesMasterIdLst>
    <p:notesMasterId xmlns:r="http://schemas.openxmlformats.org/officeDocument/2006/relationships" r:id="Reb66b1892c7047a1"/>
  </p:notesMasterIdLst>
  <p:sldIdLst>
    <p:sldId xmlns:r="http://schemas.openxmlformats.org/officeDocument/2006/relationships" id="256" r:id="R752015e756304073"/>
    <p:sldId xmlns:r="http://schemas.openxmlformats.org/officeDocument/2006/relationships" id="257" r:id="R3b8a5d033927477f"/>
    <p:sldId xmlns:r="http://schemas.openxmlformats.org/officeDocument/2006/relationships" id="258" r:id="R34afd5a55e8b4d43"/>
    <p:sldId xmlns:r="http://schemas.openxmlformats.org/officeDocument/2006/relationships" id="259" r:id="Ree9c3e1f767c407a"/>
    <p:sldId xmlns:r="http://schemas.openxmlformats.org/officeDocument/2006/relationships" id="260" r:id="R1dc0a4287bd24286"/>
    <p:sldId xmlns:r="http://schemas.openxmlformats.org/officeDocument/2006/relationships" id="261" r:id="R39ef73d490c24255"/>
    <p:sldId xmlns:r="http://schemas.openxmlformats.org/officeDocument/2006/relationships" id="262" r:id="Rb6f55da1c08643c8"/>
    <p:sldId xmlns:r="http://schemas.openxmlformats.org/officeDocument/2006/relationships" id="263" r:id="R91940105b2234b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6c46de43024d9d" /><Relationship Type="http://schemas.openxmlformats.org/officeDocument/2006/relationships/slideMaster" Target="/ppt/slideMasters/slideMaster1.xml" Id="Rbc18aef2ee89461a" /><Relationship Type="http://schemas.openxmlformats.org/officeDocument/2006/relationships/notesMaster" Target="/ppt/notesMasters/notesMaster1.xml" Id="Reb66b1892c7047a1" /><Relationship Type="http://schemas.openxmlformats.org/officeDocument/2006/relationships/presProps" Target="/ppt/presProps.xml" Id="R2302024fd0e54f8c" /><Relationship Type="http://schemas.openxmlformats.org/officeDocument/2006/relationships/tableStyles" Target="/ppt/tableStyles.xml" Id="Rddc9f1cb58d046e4" /><Relationship Type="http://schemas.openxmlformats.org/officeDocument/2006/relationships/slide" Target="/ppt/slides/slide1.xml" Id="R752015e756304073" /><Relationship Type="http://schemas.openxmlformats.org/officeDocument/2006/relationships/slide" Target="/ppt/slides/slide2.xml" Id="R3b8a5d033927477f" /><Relationship Type="http://schemas.openxmlformats.org/officeDocument/2006/relationships/slide" Target="/ppt/slides/slide3.xml" Id="R34afd5a55e8b4d43" /><Relationship Type="http://schemas.openxmlformats.org/officeDocument/2006/relationships/slide" Target="/ppt/slides/slide4.xml" Id="Ree9c3e1f767c407a" /><Relationship Type="http://schemas.openxmlformats.org/officeDocument/2006/relationships/slide" Target="/ppt/slides/slide5.xml" Id="R1dc0a4287bd24286" /><Relationship Type="http://schemas.openxmlformats.org/officeDocument/2006/relationships/slide" Target="/ppt/slides/slide6.xml" Id="R39ef73d490c24255" /><Relationship Type="http://schemas.openxmlformats.org/officeDocument/2006/relationships/slide" Target="/ppt/slides/slide7.xml" Id="Rb6f55da1c08643c8" /><Relationship Type="http://schemas.openxmlformats.org/officeDocument/2006/relationships/slide" Target="/ppt/slides/slide8.xml" Id="R91940105b2234b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f49f525a2540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2ff546292a493d" /><Relationship Type="http://schemas.openxmlformats.org/officeDocument/2006/relationships/notesMaster" Target="/ppt/notesMasters/notesMaster1.xml" Id="R9f8777311b174c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079dcccd854074" /><Relationship Type="http://schemas.openxmlformats.org/officeDocument/2006/relationships/notesMaster" Target="/ppt/notesMasters/notesMaster1.xml" Id="Rfb4d55e0f6bc45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6d1bd444e346aa" /><Relationship Type="http://schemas.openxmlformats.org/officeDocument/2006/relationships/notesMaster" Target="/ppt/notesMasters/notesMaster1.xml" Id="Rc5b165b644374c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177ad195a2422c" /><Relationship Type="http://schemas.openxmlformats.org/officeDocument/2006/relationships/notesMaster" Target="/ppt/notesMasters/notesMaster1.xml" Id="Rcd349e45e96141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984a9608044c58" /><Relationship Type="http://schemas.openxmlformats.org/officeDocument/2006/relationships/notesMaster" Target="/ppt/notesMasters/notesMaster1.xml" Id="R5c0592d27e6f47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538e4727e54199" /><Relationship Type="http://schemas.openxmlformats.org/officeDocument/2006/relationships/notesMaster" Target="/ppt/notesMasters/notesMaster1.xml" Id="Rfeecea6b04204d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800faadd0943dc" /><Relationship Type="http://schemas.openxmlformats.org/officeDocument/2006/relationships/notesMaster" Target="/ppt/notesMasters/notesMaster1.xml" Id="Rd60e5dc0a2ea45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8378d64f6f412a" /><Relationship Type="http://schemas.openxmlformats.org/officeDocument/2006/relationships/notesMaster" Target="/ppt/notesMasters/notesMaster1.xml" Id="R0a70f931bf7c44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Evaluate Programmes, Not Just Scores. This lesson begins with one principle: programme evaluation must connect outcomes to contribution and implementation.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V7_C_N14,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Programme evaluation must connect outcomes to contribution and implementation. The five controls shown here are Theory, Counterfactual, Implementation, Equity, Cost. Together, they prevent an education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V7_C_N14,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theory, move through counterfactual and implementation, and finish with equity and cost.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V7_C_N14,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education example. An evaluation checks who benefited, under which conditions, and at what cost.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V7_C_N14,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Evaluate a programme with counterfactual, implementation, equity, and cost evidence.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V7_C_N14,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education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V7_C_N14,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V7_C_N14,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theory clear? Is counterfactual documented? Is implementation testable? Is equity governed? And is cost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V7_C_N14,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12870bbf2946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ab8436fedc4494" /><Relationship Type="http://schemas.openxmlformats.org/officeDocument/2006/relationships/slideLayout" Target="/ppt/slideLayouts/slideLayout1.xml" Id="R695539881bb344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5539881bb344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4cc641c30c4b7a" /><Relationship Type="http://schemas.openxmlformats.org/officeDocument/2006/relationships/notesSlide" Target="/ppt/notesSlides/notesSlide1.xml" Id="R6e82b5e69f744c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ff8dbebd8247c9" /><Relationship Type="http://schemas.openxmlformats.org/officeDocument/2006/relationships/notesSlide" Target="/ppt/notesSlides/notesSlide2.xml" Id="R316f451db5164f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2142764220840c4" /><Relationship Type="http://schemas.openxmlformats.org/officeDocument/2006/relationships/notesSlide" Target="/ppt/notesSlides/notesSlide3.xml" Id="R40d4429ecf2b47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d08e1205ed04e09" /><Relationship Type="http://schemas.openxmlformats.org/officeDocument/2006/relationships/notesSlide" Target="/ppt/notesSlides/notesSlide4.xml" Id="R2623872129e743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64b7ea031a433d" /><Relationship Type="http://schemas.openxmlformats.org/officeDocument/2006/relationships/notesSlide" Target="/ppt/notesSlides/notesSlide5.xml" Id="R6d84d10de2a44c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796acb955bd4a84" /><Relationship Type="http://schemas.openxmlformats.org/officeDocument/2006/relationships/notesSlide" Target="/ppt/notesSlides/notesSlide6.xml" Id="Rb10da538fd184e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dce0ad63194c69" /><Relationship Type="http://schemas.openxmlformats.org/officeDocument/2006/relationships/notesSlide" Target="/ppt/notesSlides/notesSlide7.xml" Id="Rf311b5a8c571479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cec5e1e89ef4723" /><Relationship Type="http://schemas.openxmlformats.org/officeDocument/2006/relationships/notesSlide" Target="/ppt/notesSlides/notesSlide8.xml" Id="R2e598c689e45423d"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A758A8D-E408-4CF0-A0AC-9C7D6746393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ED15951E-E722-4706-8F74-904088C5FE7F}"/>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C5AA52B9-51DE-4C54-B6FA-1B56092ADEA7}"/>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7430ECAA-2DB6-462A-A1C5-595DCC45DC49}"/>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EDUCATION TRACK</a:t>
            </a:r>
          </a:p>
        </p:txBody>
      </p:sp>
      <p:sp>
        <p:nvSpPr>
          <p:cNvPr id="5" name="">
            <a:extLst xmlns:a="http://schemas.openxmlformats.org/drawingml/2006/main">
              <a:ext uri="{FF2B5EF4-FFF2-40B4-BE49-F238E27FC236}">
                <a16:creationId xmlns:a16="http://schemas.microsoft.com/office/drawing/2014/main" id="{2330329B-0211-4F52-8A21-3258D1691A4B}"/>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EVALUATE PROGRAMMES, NOT JUST SCORES</a:t>
            </a:r>
          </a:p>
        </p:txBody>
      </p:sp>
      <p:sp>
        <p:nvSpPr>
          <p:cNvPr id="6" name="">
            <a:extLst xmlns:a="http://schemas.openxmlformats.org/drawingml/2006/main">
              <a:ext uri="{FF2B5EF4-FFF2-40B4-BE49-F238E27FC236}">
                <a16:creationId xmlns:a16="http://schemas.microsoft.com/office/drawing/2014/main" id="{8B3D214B-E908-424B-84F8-03CD29C8A106}"/>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Programme evaluation must connect outcomes to contribution and implementation.</a:t>
            </a:r>
          </a:p>
        </p:txBody>
      </p:sp>
      <p:sp>
        <p:nvSpPr>
          <p:cNvPr id="7" name="">
            <a:extLst xmlns:a="http://schemas.openxmlformats.org/drawingml/2006/main">
              <a:ext uri="{FF2B5EF4-FFF2-40B4-BE49-F238E27FC236}">
                <a16:creationId xmlns:a16="http://schemas.microsoft.com/office/drawing/2014/main" id="{5E189B7B-BF43-47A1-81D8-33AD148828F7}"/>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V7_C_N14</a:t>
            </a:r>
          </a:p>
        </p:txBody>
      </p:sp>
      <p:sp>
        <p:nvSpPr>
          <p:cNvPr id="8" name="">
            <a:extLst xmlns:a="http://schemas.openxmlformats.org/drawingml/2006/main">
              <a:ext uri="{FF2B5EF4-FFF2-40B4-BE49-F238E27FC236}">
                <a16:creationId xmlns:a16="http://schemas.microsoft.com/office/drawing/2014/main" id="{6DFC5637-472E-4A03-A25D-05E3022A24CF}"/>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PU-B07-C49</a:t>
            </a:r>
          </a:p>
        </p:txBody>
      </p:sp>
      <p:sp>
        <p:nvSpPr>
          <p:cNvPr id="9" name="">
            <a:extLst xmlns:a="http://schemas.openxmlformats.org/drawingml/2006/main">
              <a:ext uri="{FF2B5EF4-FFF2-40B4-BE49-F238E27FC236}">
                <a16:creationId xmlns:a16="http://schemas.microsoft.com/office/drawing/2014/main" id="{3F1E0B88-8C36-4A7A-ABB2-A2AF517477AA}"/>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5E0CE463-CEF9-445A-98C5-A35CA4E44453}"/>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616425318"/>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8906041-A7BD-4A10-A22C-1D252332146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V7_C_N14</a:t>
            </a:r>
          </a:p>
        </p:txBody>
      </p:sp>
      <p:sp>
        <p:nvSpPr>
          <p:cNvPr id="2" name="">
            <a:extLst xmlns:a="http://schemas.openxmlformats.org/drawingml/2006/main">
              <a:ext uri="{FF2B5EF4-FFF2-40B4-BE49-F238E27FC236}">
                <a16:creationId xmlns:a16="http://schemas.microsoft.com/office/drawing/2014/main" id="{75F05773-4EFC-46FE-A88A-85B84F7798B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DA543B74-FB83-455E-ACB8-83F324E962D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C84678D-A1BE-4014-AEF2-E60336886489}"/>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26B35EDB-4EFB-437A-A1F9-149748C35E04}"/>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Programme evaluation must connect outcomes to contribution and implementation.</a:t>
            </a:r>
          </a:p>
        </p:txBody>
      </p:sp>
      <p:sp>
        <p:nvSpPr>
          <p:cNvPr id="6" name="">
            <a:extLst xmlns:a="http://schemas.openxmlformats.org/drawingml/2006/main">
              <a:ext uri="{FF2B5EF4-FFF2-40B4-BE49-F238E27FC236}">
                <a16:creationId xmlns:a16="http://schemas.microsoft.com/office/drawing/2014/main" id="{5A7ECAB6-A20A-4E36-929B-02157C056EF0}"/>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7896B58A-2416-4489-A799-B14A4B02821D}"/>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A2A03A1A-5F20-4910-9324-9293F3BAFBBE}"/>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Theory</a:t>
            </a:r>
          </a:p>
        </p:txBody>
      </p:sp>
      <p:sp>
        <p:nvSpPr>
          <p:cNvPr id="9" name="">
            <a:extLst xmlns:a="http://schemas.openxmlformats.org/drawingml/2006/main">
              <a:ext uri="{FF2B5EF4-FFF2-40B4-BE49-F238E27FC236}">
                <a16:creationId xmlns:a16="http://schemas.microsoft.com/office/drawing/2014/main" id="{47E81889-5CBE-4E9D-9094-B3EE7D82FFB5}"/>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07C660EE-9878-458F-85EF-C5FC36E41556}"/>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Counterfactual</a:t>
            </a:r>
          </a:p>
        </p:txBody>
      </p:sp>
      <p:sp>
        <p:nvSpPr>
          <p:cNvPr id="11" name="">
            <a:extLst xmlns:a="http://schemas.openxmlformats.org/drawingml/2006/main">
              <a:ext uri="{FF2B5EF4-FFF2-40B4-BE49-F238E27FC236}">
                <a16:creationId xmlns:a16="http://schemas.microsoft.com/office/drawing/2014/main" id="{E3BC57C6-AAAC-48A8-A763-6CF06BDA17B2}"/>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A9FEFCE3-7841-40C0-B472-1CA075EFA423}"/>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Implementation</a:t>
            </a:r>
          </a:p>
        </p:txBody>
      </p:sp>
      <p:sp>
        <p:nvSpPr>
          <p:cNvPr id="13" name="">
            <a:extLst xmlns:a="http://schemas.openxmlformats.org/drawingml/2006/main">
              <a:ext uri="{FF2B5EF4-FFF2-40B4-BE49-F238E27FC236}">
                <a16:creationId xmlns:a16="http://schemas.microsoft.com/office/drawing/2014/main" id="{9562D4C3-E5AE-4882-BD6B-BE10F5F478DC}"/>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21ECE20F-44AD-43FE-8EF6-7A415B705BFD}"/>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Equity</a:t>
            </a:r>
          </a:p>
        </p:txBody>
      </p:sp>
      <p:sp>
        <p:nvSpPr>
          <p:cNvPr id="15" name="">
            <a:extLst xmlns:a="http://schemas.openxmlformats.org/drawingml/2006/main">
              <a:ext uri="{FF2B5EF4-FFF2-40B4-BE49-F238E27FC236}">
                <a16:creationId xmlns:a16="http://schemas.microsoft.com/office/drawing/2014/main" id="{ED17845E-E9B1-428B-8C80-E4ABEB5E4ED1}"/>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D5003305-31B1-447F-B5EC-81D86B59973D}"/>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Cost</a:t>
            </a:r>
          </a:p>
        </p:txBody>
      </p:sp>
      <p:sp>
        <p:nvSpPr>
          <p:cNvPr id="17" name="">
            <a:extLst xmlns:a="http://schemas.openxmlformats.org/drawingml/2006/main">
              <a:ext uri="{FF2B5EF4-FFF2-40B4-BE49-F238E27FC236}">
                <a16:creationId xmlns:a16="http://schemas.microsoft.com/office/drawing/2014/main" id="{5796FACB-DE23-4397-A6B4-63857820D3B8}"/>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231599294"/>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97EEC3C-AD73-4BB0-B001-5F026A75917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V7_C_N14</a:t>
            </a:r>
          </a:p>
        </p:txBody>
      </p:sp>
      <p:sp>
        <p:nvSpPr>
          <p:cNvPr id="2" name="">
            <a:extLst xmlns:a="http://schemas.openxmlformats.org/drawingml/2006/main">
              <a:ext uri="{FF2B5EF4-FFF2-40B4-BE49-F238E27FC236}">
                <a16:creationId xmlns:a16="http://schemas.microsoft.com/office/drawing/2014/main" id="{2AD00910-4B81-433A-9839-B289E00A1B5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099B8527-13C7-4295-B79B-15F5C20CA6C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8D53621-A34A-4E3B-B4F9-0B4AF4EEF1B9}"/>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09448218-98E0-4831-9C69-31D7CE9B1F97}"/>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DB342843-256E-45B2-B733-E0E5ACB53A82}"/>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355EFAE3-2997-47D3-8E2D-D247765B371E}"/>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Theory</a:t>
            </a:r>
          </a:p>
        </p:txBody>
      </p:sp>
      <p:sp>
        <p:nvSpPr>
          <p:cNvPr id="8" name="">
            <a:extLst xmlns:a="http://schemas.openxmlformats.org/drawingml/2006/main">
              <a:ext uri="{FF2B5EF4-FFF2-40B4-BE49-F238E27FC236}">
                <a16:creationId xmlns:a16="http://schemas.microsoft.com/office/drawing/2014/main" id="{24409104-5AE0-4B7B-A1B3-36AE865AC210}"/>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EF026D72-804B-4144-82B8-635BFFB216CA}"/>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3AA62847-CD11-416D-97F1-91ED8238080B}"/>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Counterfactual</a:t>
            </a:r>
          </a:p>
        </p:txBody>
      </p:sp>
      <p:sp>
        <p:nvSpPr>
          <p:cNvPr id="11" name="">
            <a:extLst xmlns:a="http://schemas.openxmlformats.org/drawingml/2006/main">
              <a:ext uri="{FF2B5EF4-FFF2-40B4-BE49-F238E27FC236}">
                <a16:creationId xmlns:a16="http://schemas.microsoft.com/office/drawing/2014/main" id="{C599A936-F868-43AA-84B8-EDB922859A6C}"/>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21F350AF-1D4C-46E6-8817-6A3CDDB856EE}"/>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B04BF483-655B-423C-882A-F43A994EE49B}"/>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Implementation</a:t>
            </a:r>
          </a:p>
        </p:txBody>
      </p:sp>
      <p:sp>
        <p:nvSpPr>
          <p:cNvPr id="14" name="">
            <a:extLst xmlns:a="http://schemas.openxmlformats.org/drawingml/2006/main">
              <a:ext uri="{FF2B5EF4-FFF2-40B4-BE49-F238E27FC236}">
                <a16:creationId xmlns:a16="http://schemas.microsoft.com/office/drawing/2014/main" id="{A15DE9F0-8A7A-4B0B-A8BD-76956538353F}"/>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D0AAB5BD-51D8-489A-96CC-9CD207E6AF33}"/>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FDAF8E5C-B0DD-421E-B856-4D86FEDC0752}"/>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Equity</a:t>
            </a:r>
          </a:p>
        </p:txBody>
      </p:sp>
      <p:sp>
        <p:nvSpPr>
          <p:cNvPr id="17" name="">
            <a:extLst xmlns:a="http://schemas.openxmlformats.org/drawingml/2006/main">
              <a:ext uri="{FF2B5EF4-FFF2-40B4-BE49-F238E27FC236}">
                <a16:creationId xmlns:a16="http://schemas.microsoft.com/office/drawing/2014/main" id="{9ACB3026-BF41-4CA2-B38C-62B4ED560E14}"/>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67D336CE-8B5A-41A3-99E1-C8933A2F5335}"/>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8E9E1B8F-91FA-48A3-9B0B-6068CCA0DF0C}"/>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Cost</a:t>
            </a:r>
          </a:p>
        </p:txBody>
      </p:sp>
      <p:sp>
        <p:nvSpPr>
          <p:cNvPr id="20" name="">
            <a:extLst xmlns:a="http://schemas.openxmlformats.org/drawingml/2006/main">
              <a:ext uri="{FF2B5EF4-FFF2-40B4-BE49-F238E27FC236}">
                <a16:creationId xmlns:a16="http://schemas.microsoft.com/office/drawing/2014/main" id="{030ABE34-5EB6-418A-A8BB-B67E970B3D2E}"/>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110897366"/>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18FB598-1601-4CD5-A9C0-811A69459A6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V7_C_N14</a:t>
            </a:r>
          </a:p>
        </p:txBody>
      </p:sp>
      <p:sp>
        <p:nvSpPr>
          <p:cNvPr id="2" name="">
            <a:extLst xmlns:a="http://schemas.openxmlformats.org/drawingml/2006/main">
              <a:ext uri="{FF2B5EF4-FFF2-40B4-BE49-F238E27FC236}">
                <a16:creationId xmlns:a16="http://schemas.microsoft.com/office/drawing/2014/main" id="{D97F36B2-91E0-4B62-8863-A1B51D8E1A6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A853A39A-CB8E-4257-B8D6-DC3CBADBDED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D6789F6-A5AA-437F-AEF2-97326EE2B56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A544F1F1-B372-436A-9D28-7F821274CA9A}"/>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85A2EA63-199B-4FA7-AF22-C1AA15E41AA1}"/>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2E13F8C0-4926-487A-A0CB-24EA43799E7F}"/>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An evaluation checks who benefited, under which conditions, and at what cost.</a:t>
            </a:r>
          </a:p>
        </p:txBody>
      </p:sp>
      <p:sp>
        <p:nvSpPr>
          <p:cNvPr id="8" name="">
            <a:extLst xmlns:a="http://schemas.openxmlformats.org/drawingml/2006/main">
              <a:ext uri="{FF2B5EF4-FFF2-40B4-BE49-F238E27FC236}">
                <a16:creationId xmlns:a16="http://schemas.microsoft.com/office/drawing/2014/main" id="{B6D6CF26-10E9-4610-929E-40295A744BDD}"/>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23034DAE-A618-4844-986A-FAF985B3FFC9}"/>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7D0EFE0C-B6FE-43D1-AABF-D406F2C0D769}"/>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0B2448D0-062A-4F0D-B6DB-6EC5E7CE7B2A}"/>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394326329"/>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F450E58-2E3A-4A24-905D-1BC6D167E79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V7_C_N14</a:t>
            </a:r>
          </a:p>
        </p:txBody>
      </p:sp>
      <p:sp>
        <p:nvSpPr>
          <p:cNvPr id="2" name="">
            <a:extLst xmlns:a="http://schemas.openxmlformats.org/drawingml/2006/main">
              <a:ext uri="{FF2B5EF4-FFF2-40B4-BE49-F238E27FC236}">
                <a16:creationId xmlns:a16="http://schemas.microsoft.com/office/drawing/2014/main" id="{73129522-6B03-45A3-AB94-9188A82CD38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CCE2F218-D510-447F-9598-1BA202B6E9C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492CD9B-35E6-47DE-95AE-3703105F392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770F184F-BBF5-4634-A9C4-D9EE00AEE7C1}"/>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Evaluate a programme with counterfactual, implementation, equity, and cost evidence.</a:t>
            </a:r>
          </a:p>
        </p:txBody>
      </p:sp>
      <p:sp>
        <p:nvSpPr>
          <p:cNvPr id="6" name="">
            <a:extLst xmlns:a="http://schemas.openxmlformats.org/drawingml/2006/main">
              <a:ext uri="{FF2B5EF4-FFF2-40B4-BE49-F238E27FC236}">
                <a16:creationId xmlns:a16="http://schemas.microsoft.com/office/drawing/2014/main" id="{5A779818-6AEC-452E-B83C-B2EB791CDF3A}"/>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51A1134B-3CC3-4F0A-92AC-EEBCFBAA14FC}"/>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84ECEF81-8095-4E67-B3A2-EA0468F286C6}"/>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8859A6B0-2AB9-4220-B4BE-17A93F976189}"/>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BCF9BA01-7E1B-455A-8140-1997AA28740E}"/>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F8AFB5D7-98D6-4B17-80B3-E55833E46471}"/>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3D58A4F1-FB9D-4FE2-A0D2-96D0B32B87BF}"/>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A8D252E5-0AF3-4196-9AA0-9229F9903B5B}"/>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E292A1EF-29A0-44E6-A664-35B3B4B6474A}"/>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61CD2028-0952-484C-9D65-73B856EFDD16}"/>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B2CF078D-EE71-4645-8F54-8E4AFD780F30}"/>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93D12B97-282C-477C-BF48-D6B089B44043}"/>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904962633"/>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92FD85A-FF0A-4861-834F-F97E31877B2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V7_C_N14</a:t>
            </a:r>
          </a:p>
        </p:txBody>
      </p:sp>
      <p:sp>
        <p:nvSpPr>
          <p:cNvPr id="2" name="">
            <a:extLst xmlns:a="http://schemas.openxmlformats.org/drawingml/2006/main">
              <a:ext uri="{FF2B5EF4-FFF2-40B4-BE49-F238E27FC236}">
                <a16:creationId xmlns:a16="http://schemas.microsoft.com/office/drawing/2014/main" id="{CA74E848-A794-40C4-8D42-82C024EAB6C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B0107B3D-ACDA-4D63-AE6C-6D7F9EA902F7}"/>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CDB4161E-C538-4A9B-B7AB-149854F8FC0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33CD83B5-F41B-487E-B57A-EBB362C94ED8}"/>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CD5FAEA2-0615-480F-A522-E55F2C413F8D}"/>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B4C65B69-BCC9-4FDC-99AF-946622891011}"/>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07866B31-E4AA-49FF-AE21-96CFF6D46014}"/>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65DDF31F-BA9B-46BC-A8B3-BEE1495F98D1}"/>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257B5FB6-FE13-4ED3-84FA-35675E3D4CBD}"/>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53AAE767-5612-4A34-9F44-2133464AD1DC}"/>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6EF92C73-38F1-4EA0-ADCC-B093C0BC6821}"/>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98F1D8BE-73D8-4CC1-9BE5-1A40438F928F}"/>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BDE3E489-76B2-40C1-80D1-47BE9D92BAEE}"/>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409812476"/>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34D14D-E4D4-4160-8FBF-93E6E7FFBB9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V7_C_N14</a:t>
            </a:r>
          </a:p>
        </p:txBody>
      </p:sp>
      <p:sp>
        <p:nvSpPr>
          <p:cNvPr id="2" name="">
            <a:extLst xmlns:a="http://schemas.openxmlformats.org/drawingml/2006/main">
              <a:ext uri="{FF2B5EF4-FFF2-40B4-BE49-F238E27FC236}">
                <a16:creationId xmlns:a16="http://schemas.microsoft.com/office/drawing/2014/main" id="{DF429376-8BA0-4C44-B991-594AE83AC45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426AEBC2-5731-4F1E-A3FD-7789F526DDA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CE7743C6-1D30-49E5-A2C0-E3E88DC929D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4FF3CF61-2580-4961-AEC7-C11B74EC8919}"/>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C9CD8641-D771-4980-ACEB-8E337CED09B4}"/>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566EC978-46FC-4CE1-A8DA-D96ED0BC3C81}"/>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54E386C9-9B31-4D0B-B78C-E00ED7E03382}"/>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FEB22207-3623-4B9D-86E4-C6580AB900D2}"/>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FF830A63-DBF7-43B6-969E-73E52EFF5E79}"/>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704447752"/>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9164C3A-5DC7-4EEF-AE55-D190991B57F9}"/>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ECA563C2-7410-4EDD-B860-B454BEA0BE5C}"/>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91712135-DAE1-4417-A993-70C5872A1799}"/>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Theory</a:t>
            </a:r>
          </a:p>
        </p:txBody>
      </p:sp>
      <p:sp>
        <p:nvSpPr>
          <p:cNvPr id="4" name="">
            <a:extLst xmlns:a="http://schemas.openxmlformats.org/drawingml/2006/main">
              <a:ext uri="{FF2B5EF4-FFF2-40B4-BE49-F238E27FC236}">
                <a16:creationId xmlns:a16="http://schemas.microsoft.com/office/drawing/2014/main" id="{B6FE7DF7-BD09-459B-9755-2B9A8CE59413}"/>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9978EAED-1472-4946-A547-7BD4F88C18E1}"/>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Counterfactual</a:t>
            </a:r>
          </a:p>
        </p:txBody>
      </p:sp>
      <p:sp>
        <p:nvSpPr>
          <p:cNvPr id="6" name="">
            <a:extLst xmlns:a="http://schemas.openxmlformats.org/drawingml/2006/main">
              <a:ext uri="{FF2B5EF4-FFF2-40B4-BE49-F238E27FC236}">
                <a16:creationId xmlns:a16="http://schemas.microsoft.com/office/drawing/2014/main" id="{6D84F102-0060-4E16-A9A3-D222BD30430A}"/>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EF9BCE12-51A5-4C72-B02B-CEDE8D8350CE}"/>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Implementation</a:t>
            </a:r>
          </a:p>
        </p:txBody>
      </p:sp>
      <p:sp>
        <p:nvSpPr>
          <p:cNvPr id="8" name="">
            <a:extLst xmlns:a="http://schemas.openxmlformats.org/drawingml/2006/main">
              <a:ext uri="{FF2B5EF4-FFF2-40B4-BE49-F238E27FC236}">
                <a16:creationId xmlns:a16="http://schemas.microsoft.com/office/drawing/2014/main" id="{ACFA5065-E150-41DF-B861-531F70759904}"/>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56D21C5D-631D-4144-9C6E-31FF652AF71A}"/>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Equity</a:t>
            </a:r>
          </a:p>
        </p:txBody>
      </p:sp>
      <p:sp>
        <p:nvSpPr>
          <p:cNvPr id="10" name="">
            <a:extLst xmlns:a="http://schemas.openxmlformats.org/drawingml/2006/main">
              <a:ext uri="{FF2B5EF4-FFF2-40B4-BE49-F238E27FC236}">
                <a16:creationId xmlns:a16="http://schemas.microsoft.com/office/drawing/2014/main" id="{EE450BCB-0D34-4EE2-AFDE-7194B82EAD6D}"/>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75B5D2DA-D440-4300-9C98-F1581961C91B}"/>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Cost</a:t>
            </a:r>
          </a:p>
        </p:txBody>
      </p:sp>
      <p:sp>
        <p:nvSpPr>
          <p:cNvPr id="12" name="">
            <a:extLst xmlns:a="http://schemas.openxmlformats.org/drawingml/2006/main">
              <a:ext uri="{FF2B5EF4-FFF2-40B4-BE49-F238E27FC236}">
                <a16:creationId xmlns:a16="http://schemas.microsoft.com/office/drawing/2014/main" id="{4B6C2456-A270-4AA9-9AAA-79CE499A404C}"/>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3104473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2026-09-04T15:35:05.5680000Z</dcterms:created>
  <dcterms:modified xsi:type="dcterms:W3CDTF">2026-09-04T15:35:05.5680000Z</dcterms:modified>
</coreProperties>
</file>