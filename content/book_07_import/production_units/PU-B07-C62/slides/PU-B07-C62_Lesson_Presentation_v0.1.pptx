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46c62bf53b4a0a" /><Relationship Type="http://schemas.openxmlformats.org/officeDocument/2006/relationships/extended-properties" Target="/docProps/app.xml" Id="Rfaffe29e30a74921" /><Relationship Type="http://schemas.openxmlformats.org/officeDocument/2006/relationships/officeDocument" Target="/ppt/presentation.xml" Id="R94238eb2897442ed" /></Relationships>
</file>

<file path=ppt/presentation.xml><?xml version="1.0" encoding="utf-8"?>
<p:presentation xmlns:p="http://schemas.openxmlformats.org/presentationml/2006/main">
  <p:sldMasterIdLst>
    <p:sldMasterId xmlns:r="http://schemas.openxmlformats.org/officeDocument/2006/relationships" id="2147483648" r:id="R8c04a0d6dc674038"/>
  </p:sldMasterIdLst>
  <p:notesMasterIdLst>
    <p:notesMasterId xmlns:r="http://schemas.openxmlformats.org/officeDocument/2006/relationships" r:id="R8103cd7e6f5842a8"/>
  </p:notesMasterIdLst>
  <p:sldIdLst>
    <p:sldId xmlns:r="http://schemas.openxmlformats.org/officeDocument/2006/relationships" id="256" r:id="R2221d99422a949c2"/>
    <p:sldId xmlns:r="http://schemas.openxmlformats.org/officeDocument/2006/relationships" id="257" r:id="R47662c22656b471d"/>
    <p:sldId xmlns:r="http://schemas.openxmlformats.org/officeDocument/2006/relationships" id="258" r:id="R44ac6c9ab4ba4e80"/>
    <p:sldId xmlns:r="http://schemas.openxmlformats.org/officeDocument/2006/relationships" id="259" r:id="R4603917948a840ce"/>
    <p:sldId xmlns:r="http://schemas.openxmlformats.org/officeDocument/2006/relationships" id="260" r:id="R7d7ae6ba01fe46e5"/>
    <p:sldId xmlns:r="http://schemas.openxmlformats.org/officeDocument/2006/relationships" id="261" r:id="R6ee4712ed89d4fad"/>
    <p:sldId xmlns:r="http://schemas.openxmlformats.org/officeDocument/2006/relationships" id="262" r:id="R2e7cdfc218734e83"/>
    <p:sldId xmlns:r="http://schemas.openxmlformats.org/officeDocument/2006/relationships" id="263" r:id="R1b6a883bafb649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417b12d5f344fd" /><Relationship Type="http://schemas.openxmlformats.org/officeDocument/2006/relationships/slideMaster" Target="/ppt/slideMasters/slideMaster1.xml" Id="R8c04a0d6dc674038" /><Relationship Type="http://schemas.openxmlformats.org/officeDocument/2006/relationships/notesMaster" Target="/ppt/notesMasters/notesMaster1.xml" Id="R8103cd7e6f5842a8" /><Relationship Type="http://schemas.openxmlformats.org/officeDocument/2006/relationships/presProps" Target="/ppt/presProps.xml" Id="R6a0cb7465cef4103" /><Relationship Type="http://schemas.openxmlformats.org/officeDocument/2006/relationships/tableStyles" Target="/ppt/tableStyles.xml" Id="R26beb9daa0884916" /><Relationship Type="http://schemas.openxmlformats.org/officeDocument/2006/relationships/slide" Target="/ppt/slides/slide1.xml" Id="R2221d99422a949c2" /><Relationship Type="http://schemas.openxmlformats.org/officeDocument/2006/relationships/slide" Target="/ppt/slides/slide2.xml" Id="R47662c22656b471d" /><Relationship Type="http://schemas.openxmlformats.org/officeDocument/2006/relationships/slide" Target="/ppt/slides/slide3.xml" Id="R44ac6c9ab4ba4e80" /><Relationship Type="http://schemas.openxmlformats.org/officeDocument/2006/relationships/slide" Target="/ppt/slides/slide4.xml" Id="R4603917948a840ce" /><Relationship Type="http://schemas.openxmlformats.org/officeDocument/2006/relationships/slide" Target="/ppt/slides/slide5.xml" Id="R7d7ae6ba01fe46e5" /><Relationship Type="http://schemas.openxmlformats.org/officeDocument/2006/relationships/slide" Target="/ppt/slides/slide6.xml" Id="R6ee4712ed89d4fad" /><Relationship Type="http://schemas.openxmlformats.org/officeDocument/2006/relationships/slide" Target="/ppt/slides/slide7.xml" Id="R2e7cdfc218734e83" /><Relationship Type="http://schemas.openxmlformats.org/officeDocument/2006/relationships/slide" Target="/ppt/slides/slide8.xml" Id="R1b6a883bafb649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112ed1e108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5f70cb89b64f7f" /><Relationship Type="http://schemas.openxmlformats.org/officeDocument/2006/relationships/notesMaster" Target="/ppt/notesMasters/notesMaster1.xml" Id="Rfd604147182349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947aa818db4b76" /><Relationship Type="http://schemas.openxmlformats.org/officeDocument/2006/relationships/notesMaster" Target="/ppt/notesMasters/notesMaster1.xml" Id="R4e9863ebf35d40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77f3e3fa2b4d5e" /><Relationship Type="http://schemas.openxmlformats.org/officeDocument/2006/relationships/notesMaster" Target="/ppt/notesMasters/notesMaster1.xml" Id="Ree0d9c616ed846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8d7b08ab424d9d" /><Relationship Type="http://schemas.openxmlformats.org/officeDocument/2006/relationships/notesMaster" Target="/ppt/notesMasters/notesMaster1.xml" Id="R02e6916778a04b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017bfdcfd4b78" /><Relationship Type="http://schemas.openxmlformats.org/officeDocument/2006/relationships/notesMaster" Target="/ppt/notesMasters/notesMaster1.xml" Id="Rd9757eef307249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4546234e0a4f25" /><Relationship Type="http://schemas.openxmlformats.org/officeDocument/2006/relationships/notesMaster" Target="/ppt/notesMasters/notesMaster1.xml" Id="Rd645f86a2f084e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ef450e368247f2" /><Relationship Type="http://schemas.openxmlformats.org/officeDocument/2006/relationships/notesMaster" Target="/ppt/notesMasters/notesMaster1.xml" Id="R4dcec78f8c2248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214c3114a149d6" /><Relationship Type="http://schemas.openxmlformats.org/officeDocument/2006/relationships/notesMaster" Target="/ppt/notesMasters/notesMaster1.xml" Id="R6b3184771a5147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Census, Address, and Geospatial Frames. This lesson begins with one principle: a spatial frame is useful only when coverage, currency, and linkage are known.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spatial frame is useful only when coverage, currency, and linkage are known. The five controls shown here are Coverage, Currency, Uniqueness, Linkage, Verification.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coverage, move through currency and uniqueness, and finish with linkage and verification.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Address, building, imagery, and enumeration evidence are reconciled before a frame update.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geospatial frame and test coverage, linkage, privacy, and field verification.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coverage clear? Is currency documented? Is uniqueness testable? Is linkage governed? And is verification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a53b741f9f4b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09729010d34a89" /><Relationship Type="http://schemas.openxmlformats.org/officeDocument/2006/relationships/slideLayout" Target="/ppt/slideLayouts/slideLayout1.xml" Id="R738c728be66d44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8c728be66d44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bfce865d3d4081" /><Relationship Type="http://schemas.openxmlformats.org/officeDocument/2006/relationships/notesSlide" Target="/ppt/notesSlides/notesSlide1.xml" Id="R61dc0b2d8b5b40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0f556858514329" /><Relationship Type="http://schemas.openxmlformats.org/officeDocument/2006/relationships/notesSlide" Target="/ppt/notesSlides/notesSlide2.xml" Id="Rf380d410c66244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c703524ae24a4f" /><Relationship Type="http://schemas.openxmlformats.org/officeDocument/2006/relationships/notesSlide" Target="/ppt/notesSlides/notesSlide3.xml" Id="Rbf1c0b9dce5a4c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b5a66c97fb440a" /><Relationship Type="http://schemas.openxmlformats.org/officeDocument/2006/relationships/notesSlide" Target="/ppt/notesSlides/notesSlide4.xml" Id="Rc5ecdd005a1d47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5a020ff64c445b" /><Relationship Type="http://schemas.openxmlformats.org/officeDocument/2006/relationships/notesSlide" Target="/ppt/notesSlides/notesSlide5.xml" Id="Rdc59fc25f2d444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12d49f7b154e9e" /><Relationship Type="http://schemas.openxmlformats.org/officeDocument/2006/relationships/notesSlide" Target="/ppt/notesSlides/notesSlide6.xml" Id="Rc0e9a684c2bf42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8b0973f7df4c70" /><Relationship Type="http://schemas.openxmlformats.org/officeDocument/2006/relationships/notesSlide" Target="/ppt/notesSlides/notesSlide7.xml" Id="Rda5513c44a9943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ba53fc276340d4" /><Relationship Type="http://schemas.openxmlformats.org/officeDocument/2006/relationships/notesSlide" Target="/ppt/notesSlides/notesSlide8.xml" Id="Rebbf7cf06a93441b"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C48382-3587-4621-8796-9E4330CD3F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EB5255A0-6FC8-47A0-80C9-E8D0AC1BE048}"/>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693F29DF-DE77-46B6-8C3B-C3246BC8AFFC}"/>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F890F34-7C8B-4ED7-B2F7-C30B1931109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5ED074D7-52DB-447E-A551-27BD286AD038}"/>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CENSUS, ADDRESS, AND GEOSPATIAL FRAMES</a:t>
            </a:r>
          </a:p>
        </p:txBody>
      </p:sp>
      <p:sp>
        <p:nvSpPr>
          <p:cNvPr id="6" name="">
            <a:extLst xmlns:a="http://schemas.openxmlformats.org/drawingml/2006/main">
              <a:ext uri="{FF2B5EF4-FFF2-40B4-BE49-F238E27FC236}">
                <a16:creationId xmlns:a16="http://schemas.microsoft.com/office/drawing/2014/main" id="{E5FBD345-CC32-4D05-9E98-E954BE30BF3F}"/>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 spatial frame is useful only when coverage, currency, and linkage are known.</a:t>
            </a:r>
          </a:p>
        </p:txBody>
      </p:sp>
      <p:sp>
        <p:nvSpPr>
          <p:cNvPr id="7" name="">
            <a:extLst xmlns:a="http://schemas.openxmlformats.org/drawingml/2006/main">
              <a:ext uri="{FF2B5EF4-FFF2-40B4-BE49-F238E27FC236}">
                <a16:creationId xmlns:a16="http://schemas.microsoft.com/office/drawing/2014/main" id="{5213A60E-4C74-463C-9632-AFAF458F0FB8}"/>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V7_D_N12</a:t>
            </a:r>
          </a:p>
        </p:txBody>
      </p:sp>
      <p:sp>
        <p:nvSpPr>
          <p:cNvPr id="8" name="">
            <a:extLst xmlns:a="http://schemas.openxmlformats.org/drawingml/2006/main">
              <a:ext uri="{FF2B5EF4-FFF2-40B4-BE49-F238E27FC236}">
                <a16:creationId xmlns:a16="http://schemas.microsoft.com/office/drawing/2014/main" id="{B17E622E-E9B8-4277-AA4F-D5BF63A6429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PU-B07-C62</a:t>
            </a:r>
          </a:p>
        </p:txBody>
      </p:sp>
      <p:sp>
        <p:nvSpPr>
          <p:cNvPr id="9" name="">
            <a:extLst xmlns:a="http://schemas.openxmlformats.org/drawingml/2006/main">
              <a:ext uri="{FF2B5EF4-FFF2-40B4-BE49-F238E27FC236}">
                <a16:creationId xmlns:a16="http://schemas.microsoft.com/office/drawing/2014/main" id="{16676EC9-5ACB-485C-99B6-796029DD4A8C}"/>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F37E6F87-7AE9-467A-917D-552AD3AC6E5E}"/>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559037697"/>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E415FC-67C0-4863-B915-2A6E80EE242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7CC8EE3E-0484-4C1F-BAE9-85D8E4A42F8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BF122BE7-997F-46D1-8814-6B4F2312153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1656FD5-43AD-4A74-B940-D04FB5637B10}"/>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76CB690-B626-4A6D-BF5D-E1241DBB790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 spatial frame is useful only when coverage, currency, and linkage are known.</a:t>
            </a:r>
          </a:p>
        </p:txBody>
      </p:sp>
      <p:sp>
        <p:nvSpPr>
          <p:cNvPr id="6" name="">
            <a:extLst xmlns:a="http://schemas.openxmlformats.org/drawingml/2006/main">
              <a:ext uri="{FF2B5EF4-FFF2-40B4-BE49-F238E27FC236}">
                <a16:creationId xmlns:a16="http://schemas.microsoft.com/office/drawing/2014/main" id="{3D4DAC19-DB03-44C8-B40B-BE30C4DEAE24}"/>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88AC2A3-024E-4C5B-ACED-18ED39921BE6}"/>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7DCFB4B-E15C-4883-A3A3-228586EB799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Coverage</a:t>
            </a:r>
          </a:p>
        </p:txBody>
      </p:sp>
      <p:sp>
        <p:nvSpPr>
          <p:cNvPr id="9" name="">
            <a:extLst xmlns:a="http://schemas.openxmlformats.org/drawingml/2006/main">
              <a:ext uri="{FF2B5EF4-FFF2-40B4-BE49-F238E27FC236}">
                <a16:creationId xmlns:a16="http://schemas.microsoft.com/office/drawing/2014/main" id="{05E1A877-C4D1-4C15-A307-00D12C33F163}"/>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243568ED-B85D-4654-8F61-185722FDC23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Currency</a:t>
            </a:r>
          </a:p>
        </p:txBody>
      </p:sp>
      <p:sp>
        <p:nvSpPr>
          <p:cNvPr id="11" name="">
            <a:extLst xmlns:a="http://schemas.openxmlformats.org/drawingml/2006/main">
              <a:ext uri="{FF2B5EF4-FFF2-40B4-BE49-F238E27FC236}">
                <a16:creationId xmlns:a16="http://schemas.microsoft.com/office/drawing/2014/main" id="{A015A463-0568-463D-A2D2-C25578CAB48B}"/>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BBE55233-538A-4CA5-A63C-5B4CEEDA4B3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Uniqueness</a:t>
            </a:r>
          </a:p>
        </p:txBody>
      </p:sp>
      <p:sp>
        <p:nvSpPr>
          <p:cNvPr id="13" name="">
            <a:extLst xmlns:a="http://schemas.openxmlformats.org/drawingml/2006/main">
              <a:ext uri="{FF2B5EF4-FFF2-40B4-BE49-F238E27FC236}">
                <a16:creationId xmlns:a16="http://schemas.microsoft.com/office/drawing/2014/main" id="{62CAD183-CD47-47A8-AE24-5BDA457B2F6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D329B27-B421-4A40-AE25-D31B42B466AD}"/>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Linkage</a:t>
            </a:r>
          </a:p>
        </p:txBody>
      </p:sp>
      <p:sp>
        <p:nvSpPr>
          <p:cNvPr id="15" name="">
            <a:extLst xmlns:a="http://schemas.openxmlformats.org/drawingml/2006/main">
              <a:ext uri="{FF2B5EF4-FFF2-40B4-BE49-F238E27FC236}">
                <a16:creationId xmlns:a16="http://schemas.microsoft.com/office/drawing/2014/main" id="{15C62606-5424-4EC2-AE03-E718D869CF84}"/>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B0741447-25A4-4F94-9A23-874713FFF2E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Verification</a:t>
            </a:r>
          </a:p>
        </p:txBody>
      </p:sp>
      <p:sp>
        <p:nvSpPr>
          <p:cNvPr id="17" name="">
            <a:extLst xmlns:a="http://schemas.openxmlformats.org/drawingml/2006/main">
              <a:ext uri="{FF2B5EF4-FFF2-40B4-BE49-F238E27FC236}">
                <a16:creationId xmlns:a16="http://schemas.microsoft.com/office/drawing/2014/main" id="{4919B344-BA8B-4384-94D3-09681F15C955}"/>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48360037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2C9B405-5275-4177-8B4C-B9D5CEDE04E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FE03F7F5-BDF7-4565-B74A-CC24589F9D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FF7060D8-B215-4D06-8A20-A45DA4A14E5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C5922A7-316C-4554-A8A8-884CCEAE919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7A2615A6-93D0-446B-B578-1D1B898F4505}"/>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60CCAF6-F1CF-441C-AA53-3D2070F11CBC}"/>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E268BD00-D2D2-4920-ADD7-82A69731FBAF}"/>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Coverage</a:t>
            </a:r>
          </a:p>
        </p:txBody>
      </p:sp>
      <p:sp>
        <p:nvSpPr>
          <p:cNvPr id="8" name="">
            <a:extLst xmlns:a="http://schemas.openxmlformats.org/drawingml/2006/main">
              <a:ext uri="{FF2B5EF4-FFF2-40B4-BE49-F238E27FC236}">
                <a16:creationId xmlns:a16="http://schemas.microsoft.com/office/drawing/2014/main" id="{CDA854B7-78BA-4D5D-8C32-D2E6986411E8}"/>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E173D32-8E86-4DF2-A12F-1A65EFC1C707}"/>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D9A2C71C-ECD9-4988-8DE3-9015495150E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Currency</a:t>
            </a:r>
          </a:p>
        </p:txBody>
      </p:sp>
      <p:sp>
        <p:nvSpPr>
          <p:cNvPr id="11" name="">
            <a:extLst xmlns:a="http://schemas.openxmlformats.org/drawingml/2006/main">
              <a:ext uri="{FF2B5EF4-FFF2-40B4-BE49-F238E27FC236}">
                <a16:creationId xmlns:a16="http://schemas.microsoft.com/office/drawing/2014/main" id="{7D803203-F1CC-4D2B-8106-6B4D14E19CF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D3E5135-318F-4ABB-A916-68D10C24225A}"/>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9CBB5255-7597-4118-BE78-476D58E4C6D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Uniqueness</a:t>
            </a:r>
          </a:p>
        </p:txBody>
      </p:sp>
      <p:sp>
        <p:nvSpPr>
          <p:cNvPr id="14" name="">
            <a:extLst xmlns:a="http://schemas.openxmlformats.org/drawingml/2006/main">
              <a:ext uri="{FF2B5EF4-FFF2-40B4-BE49-F238E27FC236}">
                <a16:creationId xmlns:a16="http://schemas.microsoft.com/office/drawing/2014/main" id="{5771EF58-FEDC-44E1-A154-C80A0DE7D413}"/>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D9B4F5C0-1410-438B-B2DF-B9142AE0430C}"/>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E5551045-AD10-450C-B28D-7E50DE0BCC5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Linkage</a:t>
            </a:r>
          </a:p>
        </p:txBody>
      </p:sp>
      <p:sp>
        <p:nvSpPr>
          <p:cNvPr id="17" name="">
            <a:extLst xmlns:a="http://schemas.openxmlformats.org/drawingml/2006/main">
              <a:ext uri="{FF2B5EF4-FFF2-40B4-BE49-F238E27FC236}">
                <a16:creationId xmlns:a16="http://schemas.microsoft.com/office/drawing/2014/main" id="{D48435E7-66BC-4DED-B6D5-E5696EE6E9A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93C05C75-628E-4C3B-9C7D-B94A064AFC93}"/>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69A454E6-CE0B-4F5C-B8C3-C5C914143C85}"/>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Verification</a:t>
            </a:r>
          </a:p>
        </p:txBody>
      </p:sp>
      <p:sp>
        <p:nvSpPr>
          <p:cNvPr id="20" name="">
            <a:extLst xmlns:a="http://schemas.openxmlformats.org/drawingml/2006/main">
              <a:ext uri="{FF2B5EF4-FFF2-40B4-BE49-F238E27FC236}">
                <a16:creationId xmlns:a16="http://schemas.microsoft.com/office/drawing/2014/main" id="{4D48F69B-DE90-4C2E-9CE6-CB12769763D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3632348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CF22EE-E2A2-4D94-A5BF-1F3A3DCD499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ACEF1FD7-37C3-4901-AC53-400511E361C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0B6F0A42-3FF6-4ED4-9EF0-F737D86C5E3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40D7DF0-25CC-4126-9FA1-CFFEE3B6C31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0D2A812-C1F6-4946-BFEA-A44EA49B40C2}"/>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10544D35-7AB1-48F3-9CD9-237BF5FC49F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F0A8D26-4027-4986-A33E-61159092AACA}"/>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Address, building, imagery, and enumeration evidence are reconciled before a frame update.</a:t>
            </a:r>
          </a:p>
        </p:txBody>
      </p:sp>
      <p:sp>
        <p:nvSpPr>
          <p:cNvPr id="8" name="">
            <a:extLst xmlns:a="http://schemas.openxmlformats.org/drawingml/2006/main">
              <a:ext uri="{FF2B5EF4-FFF2-40B4-BE49-F238E27FC236}">
                <a16:creationId xmlns:a16="http://schemas.microsoft.com/office/drawing/2014/main" id="{1D735DD0-92AF-4124-9843-BDDA993F03C8}"/>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B3E55A46-898C-4036-AC46-30B13BC93599}"/>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013D712B-D2C0-4162-B8E1-78FFCDE54F9F}"/>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B899B8B-D25C-4542-A938-178BDFFB66C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97561931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ABE1902-E985-444D-B099-27C27CF84F1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CBDD2D94-ABB9-4689-A68B-C9C5E311724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87B097B-97BC-48B4-BF34-1F755155B2B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C1CC796-A4DA-41A6-9D54-4DDDD577EEB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2B8FE6FA-3CF8-4C2C-BC98-83D79939D34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geospatial frame and test coverage, linkage, privacy, and field verification.</a:t>
            </a:r>
          </a:p>
        </p:txBody>
      </p:sp>
      <p:sp>
        <p:nvSpPr>
          <p:cNvPr id="6" name="">
            <a:extLst xmlns:a="http://schemas.openxmlformats.org/drawingml/2006/main">
              <a:ext uri="{FF2B5EF4-FFF2-40B4-BE49-F238E27FC236}">
                <a16:creationId xmlns:a16="http://schemas.microsoft.com/office/drawing/2014/main" id="{FC36DD4D-2880-4111-896F-E05FE1C7E188}"/>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8A5AFEF-808C-4307-87E6-2B0B85B6A59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69DC7B80-7326-44F5-97CF-AE181299221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3A649E6-D345-4228-BB72-81DB409A5DF0}"/>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54967030-5877-454C-84D8-B2CFDBB54F3B}"/>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E26193D-91D9-487C-AD07-1530AEF30C6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6E9348E-1FC7-4400-925F-86581418853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76F6CD9-7F17-4DDA-9586-2CF2EF0D7FFC}"/>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5B74ED19-EBFE-4930-8C7C-68C7FC01EE2E}"/>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E699AE69-2070-46FE-BC65-341BA542EBB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C7F21AD-3C23-4815-A58D-BD4D97198F54}"/>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F5AA6F40-5455-41DF-B992-E31A1157C2DF}"/>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87041910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4E24AC1-27AA-4486-B8F4-FBF88561E7F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AB835762-996B-4075-8743-935AAB9AA0E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34AC531-2A46-4546-8184-780EB7D8420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0B35BEC-B54C-4D8E-BF15-57C13A28AB1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5097AB8-F609-432A-A962-8EF9C8AC158C}"/>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187AEA6-A806-4829-9B99-4F94F0160C87}"/>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6EC3CCFC-6EC0-484C-8AFA-1573CB6DA62E}"/>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E7A3077-3D3A-48F5-BA98-64A2AF0A04E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746547B7-BA84-439C-B047-9663B0590B5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4EC2E559-6BCA-4F8C-BD5B-50A8CBF335A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5908965E-E3E2-4787-95FC-7A7911FC0FBD}"/>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B177E5B5-B045-4B15-AD6A-C29DDC4A3B32}"/>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F20F8DA7-02F5-46A4-8245-592D4EAE47C3}"/>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C71C93E-55FE-4E0C-B1E7-C9C0FC0E51D0}"/>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3743354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C1A612-0AF4-463E-8C51-E2CC6958F99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V7_D_N12</a:t>
            </a:r>
          </a:p>
        </p:txBody>
      </p:sp>
      <p:sp>
        <p:nvSpPr>
          <p:cNvPr id="2" name="">
            <a:extLst xmlns:a="http://schemas.openxmlformats.org/drawingml/2006/main">
              <a:ext uri="{FF2B5EF4-FFF2-40B4-BE49-F238E27FC236}">
                <a16:creationId xmlns:a16="http://schemas.microsoft.com/office/drawing/2014/main" id="{F52D423D-BE4D-4550-A3D5-CB4B11F493E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5247DA81-F049-4F58-B812-75E5A547048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61422D9-69DB-4F7F-803F-E3E0A3DF438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DB7F32E-3AFB-4D2C-AEBC-B7D819C0B7E2}"/>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EF703E3-D815-408E-BDED-59A4E65DB6C3}"/>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9E5E7771-B35F-4EF4-A45F-5B8A35DC7C9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853D964C-1573-47B7-9D4D-248EC0250A2C}"/>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28C89791-3903-4169-BCD7-525B352D099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2FB34B5C-F003-4A91-BF0F-56ED34DFC82B}"/>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24159711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664AD1-6102-43C7-8015-FF86FD4A16D6}"/>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D7294D1-4E91-4468-B773-3EF4543A7CA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3CF31DCF-4A0C-45D5-B9F4-7D08179B746C}"/>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Coverage</a:t>
            </a:r>
          </a:p>
        </p:txBody>
      </p:sp>
      <p:sp>
        <p:nvSpPr>
          <p:cNvPr id="4" name="">
            <a:extLst xmlns:a="http://schemas.openxmlformats.org/drawingml/2006/main">
              <a:ext uri="{FF2B5EF4-FFF2-40B4-BE49-F238E27FC236}">
                <a16:creationId xmlns:a16="http://schemas.microsoft.com/office/drawing/2014/main" id="{CFD8673C-AFF3-4D7B-8058-877F35E1C2C1}"/>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7082350-AD66-4BF3-B22A-715C579AEEA5}"/>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Currency</a:t>
            </a:r>
          </a:p>
        </p:txBody>
      </p:sp>
      <p:sp>
        <p:nvSpPr>
          <p:cNvPr id="6" name="">
            <a:extLst xmlns:a="http://schemas.openxmlformats.org/drawingml/2006/main">
              <a:ext uri="{FF2B5EF4-FFF2-40B4-BE49-F238E27FC236}">
                <a16:creationId xmlns:a16="http://schemas.microsoft.com/office/drawing/2014/main" id="{DB72C891-8858-4F12-A8BA-550DFA3C26B4}"/>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ACD13D0-19B9-4CA2-AD5E-12447478F2AD}"/>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Uniqueness</a:t>
            </a:r>
          </a:p>
        </p:txBody>
      </p:sp>
      <p:sp>
        <p:nvSpPr>
          <p:cNvPr id="8" name="">
            <a:extLst xmlns:a="http://schemas.openxmlformats.org/drawingml/2006/main">
              <a:ext uri="{FF2B5EF4-FFF2-40B4-BE49-F238E27FC236}">
                <a16:creationId xmlns:a16="http://schemas.microsoft.com/office/drawing/2014/main" id="{F02F92AB-F370-4AD4-9956-CCA3FDCA30FF}"/>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F0F13F4C-AE93-404D-BFA8-9A8B513BB4F6}"/>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Linkage</a:t>
            </a:r>
          </a:p>
        </p:txBody>
      </p:sp>
      <p:sp>
        <p:nvSpPr>
          <p:cNvPr id="10" name="">
            <a:extLst xmlns:a="http://schemas.openxmlformats.org/drawingml/2006/main">
              <a:ext uri="{FF2B5EF4-FFF2-40B4-BE49-F238E27FC236}">
                <a16:creationId xmlns:a16="http://schemas.microsoft.com/office/drawing/2014/main" id="{A783C791-303D-4DE9-9478-3F1AB6058F3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5D9CA0D-9D01-4346-91AD-7F0CDFFDF66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Verification</a:t>
            </a:r>
          </a:p>
        </p:txBody>
      </p:sp>
      <p:sp>
        <p:nvSpPr>
          <p:cNvPr id="12" name="">
            <a:extLst xmlns:a="http://schemas.openxmlformats.org/drawingml/2006/main">
              <a:ext uri="{FF2B5EF4-FFF2-40B4-BE49-F238E27FC236}">
                <a16:creationId xmlns:a16="http://schemas.microsoft.com/office/drawing/2014/main" id="{2001E5F8-5420-4414-940B-6BC5BB5DC46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68937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2026-09-04T15:49:27.6600000Z</dcterms:created>
  <dcterms:modified xsi:type="dcterms:W3CDTF">2026-09-04T15:49:27.6600000Z</dcterms:modified>
</coreProperties>
</file>