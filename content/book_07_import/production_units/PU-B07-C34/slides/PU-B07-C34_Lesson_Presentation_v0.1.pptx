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00772575f942e5" /><Relationship Type="http://schemas.openxmlformats.org/officeDocument/2006/relationships/extended-properties" Target="/docProps/app.xml" Id="R714e3106c1e94f74" /><Relationship Type="http://schemas.openxmlformats.org/officeDocument/2006/relationships/officeDocument" Target="/ppt/presentation.xml" Id="R0e7ec3f7594f4595" /></Relationships>
</file>

<file path=ppt/presentation.xml><?xml version="1.0" encoding="utf-8"?>
<p:presentation xmlns:p="http://schemas.openxmlformats.org/presentationml/2006/main">
  <p:sldMasterIdLst>
    <p:sldMasterId xmlns:r="http://schemas.openxmlformats.org/officeDocument/2006/relationships" id="2147483648" r:id="R852e1bfc365947c6"/>
  </p:sldMasterIdLst>
  <p:notesMasterIdLst>
    <p:notesMasterId xmlns:r="http://schemas.openxmlformats.org/officeDocument/2006/relationships" r:id="R1fe9eafb83874252"/>
  </p:notesMasterIdLst>
  <p:sldIdLst>
    <p:sldId xmlns:r="http://schemas.openxmlformats.org/officeDocument/2006/relationships" id="256" r:id="R9a48cc5f47d24173"/>
    <p:sldId xmlns:r="http://schemas.openxmlformats.org/officeDocument/2006/relationships" id="257" r:id="R2609474bdae34aa9"/>
    <p:sldId xmlns:r="http://schemas.openxmlformats.org/officeDocument/2006/relationships" id="258" r:id="R2cdb7a7722744eb0"/>
    <p:sldId xmlns:r="http://schemas.openxmlformats.org/officeDocument/2006/relationships" id="259" r:id="R615340825d3c4656"/>
    <p:sldId xmlns:r="http://schemas.openxmlformats.org/officeDocument/2006/relationships" id="260" r:id="R911ce6e3fa1e4481"/>
    <p:sldId xmlns:r="http://schemas.openxmlformats.org/officeDocument/2006/relationships" id="261" r:id="R7af72c5a54f84b36"/>
    <p:sldId xmlns:r="http://schemas.openxmlformats.org/officeDocument/2006/relationships" id="262" r:id="R22415c4be4254d69"/>
    <p:sldId xmlns:r="http://schemas.openxmlformats.org/officeDocument/2006/relationships" id="263" r:id="R3a63651973a94e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4dbac6f086441f" /><Relationship Type="http://schemas.openxmlformats.org/officeDocument/2006/relationships/slideMaster" Target="/ppt/slideMasters/slideMaster1.xml" Id="R852e1bfc365947c6" /><Relationship Type="http://schemas.openxmlformats.org/officeDocument/2006/relationships/notesMaster" Target="/ppt/notesMasters/notesMaster1.xml" Id="R1fe9eafb83874252" /><Relationship Type="http://schemas.openxmlformats.org/officeDocument/2006/relationships/presProps" Target="/ppt/presProps.xml" Id="R4dea64e2d2794037" /><Relationship Type="http://schemas.openxmlformats.org/officeDocument/2006/relationships/tableStyles" Target="/ppt/tableStyles.xml" Id="R467d2ffaa3074168" /><Relationship Type="http://schemas.openxmlformats.org/officeDocument/2006/relationships/slide" Target="/ppt/slides/slide1.xml" Id="R9a48cc5f47d24173" /><Relationship Type="http://schemas.openxmlformats.org/officeDocument/2006/relationships/slide" Target="/ppt/slides/slide2.xml" Id="R2609474bdae34aa9" /><Relationship Type="http://schemas.openxmlformats.org/officeDocument/2006/relationships/slide" Target="/ppt/slides/slide3.xml" Id="R2cdb7a7722744eb0" /><Relationship Type="http://schemas.openxmlformats.org/officeDocument/2006/relationships/slide" Target="/ppt/slides/slide4.xml" Id="R615340825d3c4656" /><Relationship Type="http://schemas.openxmlformats.org/officeDocument/2006/relationships/slide" Target="/ppt/slides/slide5.xml" Id="R911ce6e3fa1e4481" /><Relationship Type="http://schemas.openxmlformats.org/officeDocument/2006/relationships/slide" Target="/ppt/slides/slide6.xml" Id="R7af72c5a54f84b36" /><Relationship Type="http://schemas.openxmlformats.org/officeDocument/2006/relationships/slide" Target="/ppt/slides/slide7.xml" Id="R22415c4be4254d69" /><Relationship Type="http://schemas.openxmlformats.org/officeDocument/2006/relationships/slide" Target="/ppt/slides/slide8.xml" Id="R3a63651973a94e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214e9b920341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4d3f5f5fda4132" /><Relationship Type="http://schemas.openxmlformats.org/officeDocument/2006/relationships/notesMaster" Target="/ppt/notesMasters/notesMaster1.xml" Id="Rbc70c0f22b9a45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3591b0273d46ff" /><Relationship Type="http://schemas.openxmlformats.org/officeDocument/2006/relationships/notesMaster" Target="/ppt/notesMasters/notesMaster1.xml" Id="R6c506d7be8eb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56aa16acf34191" /><Relationship Type="http://schemas.openxmlformats.org/officeDocument/2006/relationships/notesMaster" Target="/ppt/notesMasters/notesMaster1.xml" Id="R18d598d155e94a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323493e53643cb" /><Relationship Type="http://schemas.openxmlformats.org/officeDocument/2006/relationships/notesMaster" Target="/ppt/notesMasters/notesMaster1.xml" Id="Rb4a3e92d9a7b4c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fce35c69a0414c" /><Relationship Type="http://schemas.openxmlformats.org/officeDocument/2006/relationships/notesMaster" Target="/ppt/notesMasters/notesMaster1.xml" Id="R1cf609ef751548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9e7bb19e524f16" /><Relationship Type="http://schemas.openxmlformats.org/officeDocument/2006/relationships/notesMaster" Target="/ppt/notesMasters/notesMaster1.xml" Id="R363039a6edef45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70d22052214569" /><Relationship Type="http://schemas.openxmlformats.org/officeDocument/2006/relationships/notesMaster" Target="/ppt/notesMasters/notesMaster1.xml" Id="Rb9165c7320fe4e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b6f00f968e46a4" /><Relationship Type="http://schemas.openxmlformats.org/officeDocument/2006/relationships/notesMaster" Target="/ppt/notesMasters/notesMaster1.xml" Id="Rb598a808ece14f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Evaluate What Changed in Health. This lesson begins with one principle: observed change is not automatically programme impact.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Observed change is not automatically programme impact. The five controls shown here are Counterfactual, Implementation, Outcomes, Equity, Uncertainty. Together, they prevent a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counterfactual, move through implementation and outcomes, and finish with equity and uncertainty.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programme assessment separates observed change from plausible contribution.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Evaluate a health intervention with counterfactual and implementation evidence.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counterfactual clear? Is implementation documented? Is outcomes testable? Is equity governed? And is uncertainty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e5ddb529dd43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f744be604a4f95" /><Relationship Type="http://schemas.openxmlformats.org/officeDocument/2006/relationships/slideLayout" Target="/ppt/slideLayouts/slideLayout1.xml" Id="R253120a9acaf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3120a9acaf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08561f07744576" /><Relationship Type="http://schemas.openxmlformats.org/officeDocument/2006/relationships/notesSlide" Target="/ppt/notesSlides/notesSlide1.xml" Id="R5a3e3461d9454f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760f0f146a4e14" /><Relationship Type="http://schemas.openxmlformats.org/officeDocument/2006/relationships/notesSlide" Target="/ppt/notesSlides/notesSlide2.xml" Id="R956724609eb84d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b2194a0f874b00" /><Relationship Type="http://schemas.openxmlformats.org/officeDocument/2006/relationships/notesSlide" Target="/ppt/notesSlides/notesSlide3.xml" Id="Rcd45e85f54ab49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a274a68b984271" /><Relationship Type="http://schemas.openxmlformats.org/officeDocument/2006/relationships/notesSlide" Target="/ppt/notesSlides/notesSlide4.xml" Id="Rc33c32e57c914f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d2af880e3c47d3" /><Relationship Type="http://schemas.openxmlformats.org/officeDocument/2006/relationships/notesSlide" Target="/ppt/notesSlides/notesSlide5.xml" Id="Rc80303062f1743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cbc804ca9f4058" /><Relationship Type="http://schemas.openxmlformats.org/officeDocument/2006/relationships/notesSlide" Target="/ppt/notesSlides/notesSlide6.xml" Id="Rc9dc76886b9e40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2fd0f6ebc042c4" /><Relationship Type="http://schemas.openxmlformats.org/officeDocument/2006/relationships/notesSlide" Target="/ppt/notesSlides/notesSlide7.xml" Id="R071d94fe8ee446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d52eff17c949b2" /><Relationship Type="http://schemas.openxmlformats.org/officeDocument/2006/relationships/notesSlide" Target="/ppt/notesSlides/notesSlide8.xml" Id="R636f4ef0b02d4f6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B0B910-551D-4FDF-9D5F-155FDDB1E4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4BDE2CC-A32E-4BE8-A476-0C146C0BB279}"/>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3E4CB02-D84D-4D15-9A72-3319B9CC19D7}"/>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257C039F-4A31-4D2A-8620-6BD4FCC7C7C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46ABE0A9-4A3E-45B3-B896-0B54B7F8ACF7}"/>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EVALUATE WHAT CHANGED IN HEALTH</a:t>
            </a:r>
          </a:p>
        </p:txBody>
      </p:sp>
      <p:sp>
        <p:nvSpPr>
          <p:cNvPr id="6" name="">
            <a:extLst xmlns:a="http://schemas.openxmlformats.org/drawingml/2006/main">
              <a:ext uri="{FF2B5EF4-FFF2-40B4-BE49-F238E27FC236}">
                <a16:creationId xmlns:a16="http://schemas.microsoft.com/office/drawing/2014/main" id="{F3131287-4A95-4C25-82B7-5ECAF2CB973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Observed change is not automatically programme impact.</a:t>
            </a:r>
          </a:p>
        </p:txBody>
      </p:sp>
      <p:sp>
        <p:nvSpPr>
          <p:cNvPr id="7" name="">
            <a:extLst xmlns:a="http://schemas.openxmlformats.org/drawingml/2006/main">
              <a:ext uri="{FF2B5EF4-FFF2-40B4-BE49-F238E27FC236}">
                <a16:creationId xmlns:a16="http://schemas.microsoft.com/office/drawing/2014/main" id="{5E300272-AACB-492B-9F4F-6D74B6C7D608}"/>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V7_B_N14</a:t>
            </a:r>
          </a:p>
        </p:txBody>
      </p:sp>
      <p:sp>
        <p:nvSpPr>
          <p:cNvPr id="8" name="">
            <a:extLst xmlns:a="http://schemas.openxmlformats.org/drawingml/2006/main">
              <a:ext uri="{FF2B5EF4-FFF2-40B4-BE49-F238E27FC236}">
                <a16:creationId xmlns:a16="http://schemas.microsoft.com/office/drawing/2014/main" id="{47CDA16E-23D5-49CC-A49C-DCE38A7BAFE4}"/>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PU-B07-C34</a:t>
            </a:r>
          </a:p>
        </p:txBody>
      </p:sp>
      <p:sp>
        <p:nvSpPr>
          <p:cNvPr id="9" name="">
            <a:extLst xmlns:a="http://schemas.openxmlformats.org/drawingml/2006/main">
              <a:ext uri="{FF2B5EF4-FFF2-40B4-BE49-F238E27FC236}">
                <a16:creationId xmlns:a16="http://schemas.microsoft.com/office/drawing/2014/main" id="{4056791A-2B05-4861-83C7-2CE10A8F7C69}"/>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E4AABD56-2D3D-4496-A3BE-E294B706D726}"/>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44575780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A588699-453E-49BA-9206-A2DC17C0823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277D8E7C-D16F-4DA3-91CA-ACF51BC7271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6C4CAD8-1407-4834-9CE4-9A87830F8E9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7EBDC28-7E62-4004-88DE-57C6DA9B07FE}"/>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DD81851-F8EC-4F7F-9B87-8708AF9FFC4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Observed change is not automatically programme impact.</a:t>
            </a:r>
          </a:p>
        </p:txBody>
      </p:sp>
      <p:sp>
        <p:nvSpPr>
          <p:cNvPr id="6" name="">
            <a:extLst xmlns:a="http://schemas.openxmlformats.org/drawingml/2006/main">
              <a:ext uri="{FF2B5EF4-FFF2-40B4-BE49-F238E27FC236}">
                <a16:creationId xmlns:a16="http://schemas.microsoft.com/office/drawing/2014/main" id="{0D3F9458-97A4-4C98-9934-A8EEA26F1FA7}"/>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C79AAB7-5D78-4166-AD52-008F6093CCF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1651532B-8AF4-4076-97A7-DFE748FF44F3}"/>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Counterfactual</a:t>
            </a:r>
          </a:p>
        </p:txBody>
      </p:sp>
      <p:sp>
        <p:nvSpPr>
          <p:cNvPr id="9" name="">
            <a:extLst xmlns:a="http://schemas.openxmlformats.org/drawingml/2006/main">
              <a:ext uri="{FF2B5EF4-FFF2-40B4-BE49-F238E27FC236}">
                <a16:creationId xmlns:a16="http://schemas.microsoft.com/office/drawing/2014/main" id="{EDF6FD0E-E200-4827-A98C-00881D25088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319B2BA2-BAE5-4834-8A51-CB81D813902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Implementation</a:t>
            </a:r>
          </a:p>
        </p:txBody>
      </p:sp>
      <p:sp>
        <p:nvSpPr>
          <p:cNvPr id="11" name="">
            <a:extLst xmlns:a="http://schemas.openxmlformats.org/drawingml/2006/main">
              <a:ext uri="{FF2B5EF4-FFF2-40B4-BE49-F238E27FC236}">
                <a16:creationId xmlns:a16="http://schemas.microsoft.com/office/drawing/2014/main" id="{9A021836-1AFC-44EF-88DC-A4CE8A275CB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60FEF25E-EBA5-4360-87FB-CD58C793DF4C}"/>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Outcomes</a:t>
            </a:r>
          </a:p>
        </p:txBody>
      </p:sp>
      <p:sp>
        <p:nvSpPr>
          <p:cNvPr id="13" name="">
            <a:extLst xmlns:a="http://schemas.openxmlformats.org/drawingml/2006/main">
              <a:ext uri="{FF2B5EF4-FFF2-40B4-BE49-F238E27FC236}">
                <a16:creationId xmlns:a16="http://schemas.microsoft.com/office/drawing/2014/main" id="{695656BB-1BBF-43B3-A0FD-DFFECDA643EB}"/>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7116D755-1CFB-4183-85D8-F004761FCE37}"/>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5" name="">
            <a:extLst xmlns:a="http://schemas.openxmlformats.org/drawingml/2006/main">
              <a:ext uri="{FF2B5EF4-FFF2-40B4-BE49-F238E27FC236}">
                <a16:creationId xmlns:a16="http://schemas.microsoft.com/office/drawing/2014/main" id="{89585147-6A4E-412D-80B4-AC36E1779A95}"/>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946C1A2-1591-4FAF-B7C5-E6EDA26E665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7" name="">
            <a:extLst xmlns:a="http://schemas.openxmlformats.org/drawingml/2006/main">
              <a:ext uri="{FF2B5EF4-FFF2-40B4-BE49-F238E27FC236}">
                <a16:creationId xmlns:a16="http://schemas.microsoft.com/office/drawing/2014/main" id="{C30B2636-A668-4477-B111-89857BEE55B4}"/>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682400249"/>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4916EF2-C44A-43F8-8BE7-C30E85D922E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42A02E73-A744-4DC6-A3D0-32E2EB40ED9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C14B72C-A794-470C-96C1-D0201868FD9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67DEA12-A4D1-45E5-AFDF-1CE2E32B3FB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BE27B6DE-FDFD-48C7-8B0E-4382CBE29270}"/>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9D5741B2-C4FA-4EC8-97D9-21DC1B8BA363}"/>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ED9418F2-8A95-4724-9B4D-4A6AC7B69763}"/>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Counterfactual</a:t>
            </a:r>
          </a:p>
        </p:txBody>
      </p:sp>
      <p:sp>
        <p:nvSpPr>
          <p:cNvPr id="8" name="">
            <a:extLst xmlns:a="http://schemas.openxmlformats.org/drawingml/2006/main">
              <a:ext uri="{FF2B5EF4-FFF2-40B4-BE49-F238E27FC236}">
                <a16:creationId xmlns:a16="http://schemas.microsoft.com/office/drawing/2014/main" id="{CA94DCCB-781A-4598-A951-8FF32DFE668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FA2BBE3-10F1-417C-91FE-FA5EEF1BA3A1}"/>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141E3793-57EC-4690-A121-559C73F04DE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Implementation</a:t>
            </a:r>
          </a:p>
        </p:txBody>
      </p:sp>
      <p:sp>
        <p:nvSpPr>
          <p:cNvPr id="11" name="">
            <a:extLst xmlns:a="http://schemas.openxmlformats.org/drawingml/2006/main">
              <a:ext uri="{FF2B5EF4-FFF2-40B4-BE49-F238E27FC236}">
                <a16:creationId xmlns:a16="http://schemas.microsoft.com/office/drawing/2014/main" id="{760B884A-6552-4609-B4AC-23A6E68AC94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BD065F40-23B2-4C51-A61A-61B1BE31A3ED}"/>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A53EE3C8-200E-40F7-B107-CC25EBF65580}"/>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Outcomes</a:t>
            </a:r>
          </a:p>
        </p:txBody>
      </p:sp>
      <p:sp>
        <p:nvSpPr>
          <p:cNvPr id="14" name="">
            <a:extLst xmlns:a="http://schemas.openxmlformats.org/drawingml/2006/main">
              <a:ext uri="{FF2B5EF4-FFF2-40B4-BE49-F238E27FC236}">
                <a16:creationId xmlns:a16="http://schemas.microsoft.com/office/drawing/2014/main" id="{C2E401AF-BF63-4BFC-A3B0-BDB43369DE61}"/>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95E584FF-46F2-462F-AEBA-BF6C892CB76B}"/>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DEA331FF-B752-4633-ABFA-0A51BD7C051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7" name="">
            <a:extLst xmlns:a="http://schemas.openxmlformats.org/drawingml/2006/main">
              <a:ext uri="{FF2B5EF4-FFF2-40B4-BE49-F238E27FC236}">
                <a16:creationId xmlns:a16="http://schemas.microsoft.com/office/drawing/2014/main" id="{60FCB664-AA47-4273-B5D5-9ED5C70EA9B5}"/>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7E661FED-44F5-4244-BB91-89AB0B67E83F}"/>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083A0D1C-8F3D-4C04-978C-B38F01F0D27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20" name="">
            <a:extLst xmlns:a="http://schemas.openxmlformats.org/drawingml/2006/main">
              <a:ext uri="{FF2B5EF4-FFF2-40B4-BE49-F238E27FC236}">
                <a16:creationId xmlns:a16="http://schemas.microsoft.com/office/drawing/2014/main" id="{F5A14A69-1F4C-4394-8C35-EB0CC47C01E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5644808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17837C-4609-48D9-AE17-9F84E51BB5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CAA9A238-BA37-4CFB-8A0E-3D88E1C5321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0CA8B931-1413-4219-B3B7-C30DEE2DFA1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790CBFB-5EC9-4189-9E50-3B4DAFDF50B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50FF3D98-F3E7-4A91-B263-A2E925F6E5B6}"/>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B79D7CBA-D96E-4E3C-B4B8-49A3CC493FD3}"/>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846A5CC-DCDD-4161-89BE-ED9E8E36745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programme assessment separates observed change from plausible contribution.</a:t>
            </a:r>
          </a:p>
        </p:txBody>
      </p:sp>
      <p:sp>
        <p:nvSpPr>
          <p:cNvPr id="8" name="">
            <a:extLst xmlns:a="http://schemas.openxmlformats.org/drawingml/2006/main">
              <a:ext uri="{FF2B5EF4-FFF2-40B4-BE49-F238E27FC236}">
                <a16:creationId xmlns:a16="http://schemas.microsoft.com/office/drawing/2014/main" id="{9D9402FF-8DE1-42B5-A906-CE925A7E07BE}"/>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A68246DC-34A1-455D-9AEB-444A46A3F750}"/>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7126A67E-CD8D-4746-BFC6-BD453A49F8C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0059ADB6-F044-4E79-8B70-0FE1912BF117}"/>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815500549"/>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74CC9D9-FE50-4129-AB01-D87A30E5B37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0E87B040-3A17-4E99-B678-4A3949AA46F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CA02400-F006-47DB-B8C8-7493F1D780A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1E25A66-A3D3-42B2-BA4F-ACC2C495CEA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CF18615-AA12-4FFC-97F8-47C94D0A4CF0}"/>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Evaluate a health intervention with counterfactual and implementation evidence.</a:t>
            </a:r>
          </a:p>
        </p:txBody>
      </p:sp>
      <p:sp>
        <p:nvSpPr>
          <p:cNvPr id="6" name="">
            <a:extLst xmlns:a="http://schemas.openxmlformats.org/drawingml/2006/main">
              <a:ext uri="{FF2B5EF4-FFF2-40B4-BE49-F238E27FC236}">
                <a16:creationId xmlns:a16="http://schemas.microsoft.com/office/drawing/2014/main" id="{2D94880F-11F9-4D24-AF80-4789BC00A2D4}"/>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A40BFAD2-ED95-4989-8F45-30DB881078E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CA889C37-46A3-4CA3-8783-87A31FC33342}"/>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6D2B51E6-6EBB-48F5-AA96-F6F87D48F38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FCD416A-28E7-47F4-B8DF-5BFF7729391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89DCE46B-EC3B-4D1D-BFC0-045BC7C46CCF}"/>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816A71C5-EA9C-4268-856B-742777C1A811}"/>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452E3E0-A865-47E9-86DF-D22FBAC066E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F30F5FE-55BC-43B3-A366-3C45BE56C14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8C1B8F73-FC31-4417-9222-C911B0421B0F}"/>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FD9BA0DD-14C2-4D04-9633-29FB47C4859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EC727FC2-149F-408E-AB6E-53DE76853807}"/>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37623564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1D44494-0000-49E8-8C98-56E1867119F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9554DC94-0B99-43F4-8E98-AC6CAED1317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EC6BBAF0-ABEF-45DA-8353-73CF0D19890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A489E5E-B573-408D-9F7B-384D53D7B61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717EF4A-59C1-4632-BB8C-94CA945A1888}"/>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2A190726-694A-4ABC-A5B7-A4931F9F504B}"/>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C37B07D0-74B7-4B33-9554-CF50B6B46A6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6A30724A-1FCB-4171-8A29-EA831ECF1E18}"/>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0B871DC-1517-4831-BCF5-0A5B6A6512C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D2D0E73-D6D2-4A58-A65D-8AC5B90E676B}"/>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F00D96B-0C06-45FB-9726-EE7BDAE9584E}"/>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C88F5E5-0A30-40F6-9285-D49C2255CBA2}"/>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1479F6D2-D375-4C16-934D-9FC9E2A30EBE}"/>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4F865B0-BDEE-4875-898C-C0CAFE93EDD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208076587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3FCA1A-230A-4837-B275-A806C54271C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V7_B_N14</a:t>
            </a:r>
          </a:p>
        </p:txBody>
      </p:sp>
      <p:sp>
        <p:nvSpPr>
          <p:cNvPr id="2" name="">
            <a:extLst xmlns:a="http://schemas.openxmlformats.org/drawingml/2006/main">
              <a:ext uri="{FF2B5EF4-FFF2-40B4-BE49-F238E27FC236}">
                <a16:creationId xmlns:a16="http://schemas.microsoft.com/office/drawing/2014/main" id="{5356EACF-F3BE-4C68-AB51-26F6F54308C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3CD60A2F-17D6-4C0D-8129-6DBA0A299D4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0841A81-CEFE-4287-8AB6-612BA33172A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D9E78A5-9056-4D10-915E-D69BA9E534E9}"/>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820D0E26-457A-4448-93AC-F4B2BABB03C8}"/>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33C55A6F-AB88-44BA-92FF-367D19C5D914}"/>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1C118CF6-D790-45DF-B403-4E5A00A7277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6D33E80-1A2F-4345-88D0-693CF3B53D8F}"/>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FA6CE87B-F032-403A-9D3D-B0B62A1F5E8B}"/>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9399249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36CDF9-3013-482D-9D66-C7A0DE35A63C}"/>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2B8ABB6-00E9-4872-8271-85AD66161625}"/>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1012DBB6-C0BF-48D0-883F-6ED7CF2B3F6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Counterfactual</a:t>
            </a:r>
          </a:p>
        </p:txBody>
      </p:sp>
      <p:sp>
        <p:nvSpPr>
          <p:cNvPr id="4" name="">
            <a:extLst xmlns:a="http://schemas.openxmlformats.org/drawingml/2006/main">
              <a:ext uri="{FF2B5EF4-FFF2-40B4-BE49-F238E27FC236}">
                <a16:creationId xmlns:a16="http://schemas.microsoft.com/office/drawing/2014/main" id="{3812CFD5-C338-43C0-B74C-5DC65D9963AC}"/>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DD76B343-017E-4192-B3E9-01A46C18394F}"/>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Implementation</a:t>
            </a:r>
          </a:p>
        </p:txBody>
      </p:sp>
      <p:sp>
        <p:nvSpPr>
          <p:cNvPr id="6" name="">
            <a:extLst xmlns:a="http://schemas.openxmlformats.org/drawingml/2006/main">
              <a:ext uri="{FF2B5EF4-FFF2-40B4-BE49-F238E27FC236}">
                <a16:creationId xmlns:a16="http://schemas.microsoft.com/office/drawing/2014/main" id="{8D7716A5-9B60-4D5D-8A61-D6CF6B536F6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C046DAC-5253-44AE-9E23-75515A550E38}"/>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Outcomes</a:t>
            </a:r>
          </a:p>
        </p:txBody>
      </p:sp>
      <p:sp>
        <p:nvSpPr>
          <p:cNvPr id="8" name="">
            <a:extLst xmlns:a="http://schemas.openxmlformats.org/drawingml/2006/main">
              <a:ext uri="{FF2B5EF4-FFF2-40B4-BE49-F238E27FC236}">
                <a16:creationId xmlns:a16="http://schemas.microsoft.com/office/drawing/2014/main" id="{C815435E-EB21-4E80-B7A5-AB351D480B7B}"/>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626629E7-936F-402F-A6B9-33D286E244E7}"/>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0" name="">
            <a:extLst xmlns:a="http://schemas.openxmlformats.org/drawingml/2006/main">
              <a:ext uri="{FF2B5EF4-FFF2-40B4-BE49-F238E27FC236}">
                <a16:creationId xmlns:a16="http://schemas.microsoft.com/office/drawing/2014/main" id="{721BF708-9490-449C-B71F-671A0EC547A1}"/>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BA64A3B9-DE91-40B8-AA72-00ADA3DFC620}"/>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12" name="">
            <a:extLst xmlns:a="http://schemas.openxmlformats.org/drawingml/2006/main">
              <a:ext uri="{FF2B5EF4-FFF2-40B4-BE49-F238E27FC236}">
                <a16:creationId xmlns:a16="http://schemas.microsoft.com/office/drawing/2014/main" id="{4968C2F6-452F-4166-AC03-4B8E7E7DDAF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016798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2026-09-04T15:21:08.1610000Z</dcterms:created>
  <dcterms:modified xsi:type="dcterms:W3CDTF">2026-09-04T15:21:08.1610000Z</dcterms:modified>
</coreProperties>
</file>