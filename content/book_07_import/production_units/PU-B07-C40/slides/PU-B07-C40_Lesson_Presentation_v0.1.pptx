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b92c524a174fbc" /><Relationship Type="http://schemas.openxmlformats.org/officeDocument/2006/relationships/extended-properties" Target="/docProps/app.xml" Id="Rab2c3255049a4968" /><Relationship Type="http://schemas.openxmlformats.org/officeDocument/2006/relationships/officeDocument" Target="/ppt/presentation.xml" Id="R703086fa5def4f63" /></Relationships>
</file>

<file path=ppt/presentation.xml><?xml version="1.0" encoding="utf-8"?>
<p:presentation xmlns:p="http://schemas.openxmlformats.org/presentationml/2006/main">
  <p:sldMasterIdLst>
    <p:sldMasterId xmlns:r="http://schemas.openxmlformats.org/officeDocument/2006/relationships" id="2147483648" r:id="R34b17d574dee46d2"/>
  </p:sldMasterIdLst>
  <p:notesMasterIdLst>
    <p:notesMasterId xmlns:r="http://schemas.openxmlformats.org/officeDocument/2006/relationships" r:id="R95becc3d9624497f"/>
  </p:notesMasterIdLst>
  <p:sldIdLst>
    <p:sldId xmlns:r="http://schemas.openxmlformats.org/officeDocument/2006/relationships" id="256" r:id="Ra4ae0131219f4b2e"/>
    <p:sldId xmlns:r="http://schemas.openxmlformats.org/officeDocument/2006/relationships" id="257" r:id="R2d2f080cb4ac4d48"/>
    <p:sldId xmlns:r="http://schemas.openxmlformats.org/officeDocument/2006/relationships" id="258" r:id="R5699d347d5b8494a"/>
    <p:sldId xmlns:r="http://schemas.openxmlformats.org/officeDocument/2006/relationships" id="259" r:id="Ra802e43790724b86"/>
    <p:sldId xmlns:r="http://schemas.openxmlformats.org/officeDocument/2006/relationships" id="260" r:id="R55ffc48ee3fb42cd"/>
    <p:sldId xmlns:r="http://schemas.openxmlformats.org/officeDocument/2006/relationships" id="261" r:id="R3efa80160fbd4cff"/>
    <p:sldId xmlns:r="http://schemas.openxmlformats.org/officeDocument/2006/relationships" id="262" r:id="Rc25fb02b322c4576"/>
    <p:sldId xmlns:r="http://schemas.openxmlformats.org/officeDocument/2006/relationships" id="263" r:id="R13ad76b01be04c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b15bdc4ae742ec" /><Relationship Type="http://schemas.openxmlformats.org/officeDocument/2006/relationships/slideMaster" Target="/ppt/slideMasters/slideMaster1.xml" Id="R34b17d574dee46d2" /><Relationship Type="http://schemas.openxmlformats.org/officeDocument/2006/relationships/notesMaster" Target="/ppt/notesMasters/notesMaster1.xml" Id="R95becc3d9624497f" /><Relationship Type="http://schemas.openxmlformats.org/officeDocument/2006/relationships/presProps" Target="/ppt/presProps.xml" Id="Reb1d794f29dc4dd1" /><Relationship Type="http://schemas.openxmlformats.org/officeDocument/2006/relationships/tableStyles" Target="/ppt/tableStyles.xml" Id="Rd9ae11b1f7bc4604" /><Relationship Type="http://schemas.openxmlformats.org/officeDocument/2006/relationships/slide" Target="/ppt/slides/slide1.xml" Id="Ra4ae0131219f4b2e" /><Relationship Type="http://schemas.openxmlformats.org/officeDocument/2006/relationships/slide" Target="/ppt/slides/slide2.xml" Id="R2d2f080cb4ac4d48" /><Relationship Type="http://schemas.openxmlformats.org/officeDocument/2006/relationships/slide" Target="/ppt/slides/slide3.xml" Id="R5699d347d5b8494a" /><Relationship Type="http://schemas.openxmlformats.org/officeDocument/2006/relationships/slide" Target="/ppt/slides/slide4.xml" Id="Ra802e43790724b86" /><Relationship Type="http://schemas.openxmlformats.org/officeDocument/2006/relationships/slide" Target="/ppt/slides/slide5.xml" Id="R55ffc48ee3fb42cd" /><Relationship Type="http://schemas.openxmlformats.org/officeDocument/2006/relationships/slide" Target="/ppt/slides/slide6.xml" Id="R3efa80160fbd4cff" /><Relationship Type="http://schemas.openxmlformats.org/officeDocument/2006/relationships/slide" Target="/ppt/slides/slide7.xml" Id="Rc25fb02b322c4576" /><Relationship Type="http://schemas.openxmlformats.org/officeDocument/2006/relationships/slide" Target="/ppt/slides/slide8.xml" Id="R13ad76b01be04c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197299995d48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e6d360cf2b4a78" /><Relationship Type="http://schemas.openxmlformats.org/officeDocument/2006/relationships/notesMaster" Target="/ppt/notesMasters/notesMaster1.xml" Id="Rc1d7a3426b784d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d309c18f584724" /><Relationship Type="http://schemas.openxmlformats.org/officeDocument/2006/relationships/notesMaster" Target="/ppt/notesMasters/notesMaster1.xml" Id="Rb200248630d1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eef9a6019d4fb6" /><Relationship Type="http://schemas.openxmlformats.org/officeDocument/2006/relationships/notesMaster" Target="/ppt/notesMasters/notesMaster1.xml" Id="R5ebeda5f52e54a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b83c3b58b9437e" /><Relationship Type="http://schemas.openxmlformats.org/officeDocument/2006/relationships/notesMaster" Target="/ppt/notesMasters/notesMaster1.xml" Id="R2bc10c8083f041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9296edddd0432e" /><Relationship Type="http://schemas.openxmlformats.org/officeDocument/2006/relationships/notesMaster" Target="/ppt/notesMasters/notesMaster1.xml" Id="R57de9638997f4a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685212b7274efb" /><Relationship Type="http://schemas.openxmlformats.org/officeDocument/2006/relationships/notesMaster" Target="/ppt/notesMasters/notesMaster1.xml" Id="R719bff9b2ae640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5655d2b10a46a3" /><Relationship Type="http://schemas.openxmlformats.org/officeDocument/2006/relationships/notesMaster" Target="/ppt/notesMasters/notesMaster1.xml" Id="Rd04f343ab8e647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a1a47d9ee1478b" /><Relationship Type="http://schemas.openxmlformats.org/officeDocument/2006/relationships/notesMaster" Target="/ppt/notesMasters/notesMaster1.xml" Id="Re87433ce8f9140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Put Learning Inputs Where They Can Be Used. This lesson begins with one principle: inputs matter only when they fit demand, arrive, and can be used.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Inputs matter only when they fit demand, arrive, and can be used. The five controls shown here are Verified demand, Curriculum fit, Stock, Delivery, Utilization.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verified demand, move through curriculum fit and stock, and finish with delivery and utilization.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district reconciles enrolment, stock, curriculum, and delivery before redistribution.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and validate an auditable learning-input allocation workflow.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verified demand clear? Is curriculum fit documented? Is stock testable? Is delivery governed? And is utilization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55450332c340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4b2029cb53478d" /><Relationship Type="http://schemas.openxmlformats.org/officeDocument/2006/relationships/slideLayout" Target="/ppt/slideLayouts/slideLayout1.xml" Id="R1e809dc3c3984c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809dc3c3984c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8c82ef56854621" /><Relationship Type="http://schemas.openxmlformats.org/officeDocument/2006/relationships/notesSlide" Target="/ppt/notesSlides/notesSlide1.xml" Id="R94f625498baa42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b3773ac06944a1" /><Relationship Type="http://schemas.openxmlformats.org/officeDocument/2006/relationships/notesSlide" Target="/ppt/notesSlides/notesSlide2.xml" Id="R262c70e44931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933a5d06674c86" /><Relationship Type="http://schemas.openxmlformats.org/officeDocument/2006/relationships/notesSlide" Target="/ppt/notesSlides/notesSlide3.xml" Id="Rf1daac1e3dd74b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12dfb251764b42" /><Relationship Type="http://schemas.openxmlformats.org/officeDocument/2006/relationships/notesSlide" Target="/ppt/notesSlides/notesSlide4.xml" Id="R5059bc04a8194a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ab2acc912d4508" /><Relationship Type="http://schemas.openxmlformats.org/officeDocument/2006/relationships/notesSlide" Target="/ppt/notesSlides/notesSlide5.xml" Id="R745ae28cd03d4b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fec930ea604b7f" /><Relationship Type="http://schemas.openxmlformats.org/officeDocument/2006/relationships/notesSlide" Target="/ppt/notesSlides/notesSlide6.xml" Id="R20173454d53449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6f11a3a73f4465" /><Relationship Type="http://schemas.openxmlformats.org/officeDocument/2006/relationships/notesSlide" Target="/ppt/notesSlides/notesSlide7.xml" Id="R01a4d4ab86ed43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fb8aeb4bc3474b" /><Relationship Type="http://schemas.openxmlformats.org/officeDocument/2006/relationships/notesSlide" Target="/ppt/notesSlides/notesSlide8.xml" Id="R4de2e02621444723"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D54E01-3DF6-4101-8B6C-61CEFAAA18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E0F19348-86C6-4664-A1AC-4B072A6BE512}"/>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798709A6-9148-491B-B99A-4510EA14C460}"/>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7BEBB26-22F9-49FA-A0F2-2BB5FC5B9640}"/>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6899C5D5-7E7C-417E-85DB-2D424563B96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PUT LEARNING INPUTS WHERE THEY CAN BE USED</a:t>
            </a:r>
          </a:p>
        </p:txBody>
      </p:sp>
      <p:sp>
        <p:nvSpPr>
          <p:cNvPr id="6" name="">
            <a:extLst xmlns:a="http://schemas.openxmlformats.org/drawingml/2006/main">
              <a:ext uri="{FF2B5EF4-FFF2-40B4-BE49-F238E27FC236}">
                <a16:creationId xmlns:a16="http://schemas.microsoft.com/office/drawing/2014/main" id="{C50C4B89-B645-415E-9F54-A634E3B58D29}"/>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Inputs matter only when they fit demand, arrive, and can be used.</a:t>
            </a:r>
          </a:p>
        </p:txBody>
      </p:sp>
      <p:sp>
        <p:nvSpPr>
          <p:cNvPr id="7" name="">
            <a:extLst xmlns:a="http://schemas.openxmlformats.org/drawingml/2006/main">
              <a:ext uri="{FF2B5EF4-FFF2-40B4-BE49-F238E27FC236}">
                <a16:creationId xmlns:a16="http://schemas.microsoft.com/office/drawing/2014/main" id="{335880A3-2087-4994-8921-16E3B2EDAFA2}"/>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V7_C_N05</a:t>
            </a:r>
          </a:p>
        </p:txBody>
      </p:sp>
      <p:sp>
        <p:nvSpPr>
          <p:cNvPr id="8" name="">
            <a:extLst xmlns:a="http://schemas.openxmlformats.org/drawingml/2006/main">
              <a:ext uri="{FF2B5EF4-FFF2-40B4-BE49-F238E27FC236}">
                <a16:creationId xmlns:a16="http://schemas.microsoft.com/office/drawing/2014/main" id="{5BE6AA29-2359-4DDE-B2C3-74E0F5003A74}"/>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PU-B07-C40</a:t>
            </a:r>
          </a:p>
        </p:txBody>
      </p:sp>
      <p:sp>
        <p:nvSpPr>
          <p:cNvPr id="9" name="">
            <a:extLst xmlns:a="http://schemas.openxmlformats.org/drawingml/2006/main">
              <a:ext uri="{FF2B5EF4-FFF2-40B4-BE49-F238E27FC236}">
                <a16:creationId xmlns:a16="http://schemas.microsoft.com/office/drawing/2014/main" id="{71879CF7-2912-4F2E-A48D-E9B10D3DD059}"/>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5F0F1F33-1F49-4C6C-B6E3-EF540665BE77}"/>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93043490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2D210B-CCD2-4D86-9221-D8F588258BA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1437244F-0A63-4EEB-908A-A6AFFDA7794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9AECE20-0A62-4D25-A91C-C3ABF362F6A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3956488-E82F-42F3-BD02-2554AC059BF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4FC9DEF-07A9-4A25-A920-18F0CBF1EBC6}"/>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Inputs matter only when they fit demand, arrive, and can be used.</a:t>
            </a:r>
          </a:p>
        </p:txBody>
      </p:sp>
      <p:sp>
        <p:nvSpPr>
          <p:cNvPr id="6" name="">
            <a:extLst xmlns:a="http://schemas.openxmlformats.org/drawingml/2006/main">
              <a:ext uri="{FF2B5EF4-FFF2-40B4-BE49-F238E27FC236}">
                <a16:creationId xmlns:a16="http://schemas.microsoft.com/office/drawing/2014/main" id="{188CD8F3-6E84-43ED-BACF-5D6BE031CE29}"/>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D9BBA05-76F5-4CFA-AABB-FC8E280928A0}"/>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D384F5F-0E8F-4C12-A7AF-B81342D605B6}"/>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Verified demand</a:t>
            </a:r>
          </a:p>
        </p:txBody>
      </p:sp>
      <p:sp>
        <p:nvSpPr>
          <p:cNvPr id="9" name="">
            <a:extLst xmlns:a="http://schemas.openxmlformats.org/drawingml/2006/main">
              <a:ext uri="{FF2B5EF4-FFF2-40B4-BE49-F238E27FC236}">
                <a16:creationId xmlns:a16="http://schemas.microsoft.com/office/drawing/2014/main" id="{596005B5-82B4-4B67-B8BB-4AB46781904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DFB0463F-FA99-4EA7-9E10-EDEE4A2301A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Curriculum fit</a:t>
            </a:r>
          </a:p>
        </p:txBody>
      </p:sp>
      <p:sp>
        <p:nvSpPr>
          <p:cNvPr id="11" name="">
            <a:extLst xmlns:a="http://schemas.openxmlformats.org/drawingml/2006/main">
              <a:ext uri="{FF2B5EF4-FFF2-40B4-BE49-F238E27FC236}">
                <a16:creationId xmlns:a16="http://schemas.microsoft.com/office/drawing/2014/main" id="{9247E4D6-8EAA-440D-A140-A4B347AB608D}"/>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E42D2EC4-C179-4BEA-A6A2-2B4CF9FA2CD7}"/>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Stock</a:t>
            </a:r>
          </a:p>
        </p:txBody>
      </p:sp>
      <p:sp>
        <p:nvSpPr>
          <p:cNvPr id="13" name="">
            <a:extLst xmlns:a="http://schemas.openxmlformats.org/drawingml/2006/main">
              <a:ext uri="{FF2B5EF4-FFF2-40B4-BE49-F238E27FC236}">
                <a16:creationId xmlns:a16="http://schemas.microsoft.com/office/drawing/2014/main" id="{0658DE82-FF3D-4F5A-83B0-4780DDC5DD2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CCCE7D70-3E09-45FA-AA55-BC0306DB8D5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Delivery</a:t>
            </a:r>
          </a:p>
        </p:txBody>
      </p:sp>
      <p:sp>
        <p:nvSpPr>
          <p:cNvPr id="15" name="">
            <a:extLst xmlns:a="http://schemas.openxmlformats.org/drawingml/2006/main">
              <a:ext uri="{FF2B5EF4-FFF2-40B4-BE49-F238E27FC236}">
                <a16:creationId xmlns:a16="http://schemas.microsoft.com/office/drawing/2014/main" id="{28C0D629-C4F7-48C6-BBBC-1552E55C820A}"/>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563AEA34-3E3E-4B82-B35C-F3CB71538299}"/>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Utilization</a:t>
            </a:r>
          </a:p>
        </p:txBody>
      </p:sp>
      <p:sp>
        <p:nvSpPr>
          <p:cNvPr id="17" name="">
            <a:extLst xmlns:a="http://schemas.openxmlformats.org/drawingml/2006/main">
              <a:ext uri="{FF2B5EF4-FFF2-40B4-BE49-F238E27FC236}">
                <a16:creationId xmlns:a16="http://schemas.microsoft.com/office/drawing/2014/main" id="{ED99A643-DE43-4BC5-B747-E33B9FD1855B}"/>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484080539"/>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81AF8A-6DF4-48F3-8C28-4113C910DB1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778DD893-813E-4B7E-A22F-4D9838FE7BE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F495C799-021F-4D65-848B-D22C7C87BE3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9B7337E-BFC3-43E0-816A-06FCBA6E551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5211291F-660D-41F1-BD8F-836B8E4144A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0BDE828-3E04-4E43-A17C-5D0B7CEF3DF3}"/>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09D032BA-ACD0-4086-9ABD-3AF945A40E0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Verified demand</a:t>
            </a:r>
          </a:p>
        </p:txBody>
      </p:sp>
      <p:sp>
        <p:nvSpPr>
          <p:cNvPr id="8" name="">
            <a:extLst xmlns:a="http://schemas.openxmlformats.org/drawingml/2006/main">
              <a:ext uri="{FF2B5EF4-FFF2-40B4-BE49-F238E27FC236}">
                <a16:creationId xmlns:a16="http://schemas.microsoft.com/office/drawing/2014/main" id="{DE55800B-D9FF-4F1D-9ACF-80174CF1BBA8}"/>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C88C0D7-B16F-4050-9F42-CD550FE67B2D}"/>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2E2D8F1C-43F3-4A3A-9073-03ECAE336EA9}"/>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Curriculum fit</a:t>
            </a:r>
          </a:p>
        </p:txBody>
      </p:sp>
      <p:sp>
        <p:nvSpPr>
          <p:cNvPr id="11" name="">
            <a:extLst xmlns:a="http://schemas.openxmlformats.org/drawingml/2006/main">
              <a:ext uri="{FF2B5EF4-FFF2-40B4-BE49-F238E27FC236}">
                <a16:creationId xmlns:a16="http://schemas.microsoft.com/office/drawing/2014/main" id="{3ABF0BFB-592A-425D-8C0C-2AED340F3C60}"/>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799BA72-02A4-498F-A36F-8C833B36282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7A780DB-4161-4919-9653-CC1BA2EB62B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Stock</a:t>
            </a:r>
          </a:p>
        </p:txBody>
      </p:sp>
      <p:sp>
        <p:nvSpPr>
          <p:cNvPr id="14" name="">
            <a:extLst xmlns:a="http://schemas.openxmlformats.org/drawingml/2006/main">
              <a:ext uri="{FF2B5EF4-FFF2-40B4-BE49-F238E27FC236}">
                <a16:creationId xmlns:a16="http://schemas.microsoft.com/office/drawing/2014/main" id="{0274CF87-A519-4F87-BD1F-25E0A96848BD}"/>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6632E8FA-8722-4B5A-B1A6-5EED188BCFD6}"/>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EAF3F79-16D9-439E-88F6-251AD9D3D6C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Delivery</a:t>
            </a:r>
          </a:p>
        </p:txBody>
      </p:sp>
      <p:sp>
        <p:nvSpPr>
          <p:cNvPr id="17" name="">
            <a:extLst xmlns:a="http://schemas.openxmlformats.org/drawingml/2006/main">
              <a:ext uri="{FF2B5EF4-FFF2-40B4-BE49-F238E27FC236}">
                <a16:creationId xmlns:a16="http://schemas.microsoft.com/office/drawing/2014/main" id="{2796A2FB-300F-4AA6-8879-19C3E740316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6CCB27D3-A28A-4737-A054-91DC481DF6B0}"/>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2F3F72DA-3E32-416C-BDCE-8A0080B6F70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Utilization</a:t>
            </a:r>
          </a:p>
        </p:txBody>
      </p:sp>
      <p:sp>
        <p:nvSpPr>
          <p:cNvPr id="20" name="">
            <a:extLst xmlns:a="http://schemas.openxmlformats.org/drawingml/2006/main">
              <a:ext uri="{FF2B5EF4-FFF2-40B4-BE49-F238E27FC236}">
                <a16:creationId xmlns:a16="http://schemas.microsoft.com/office/drawing/2014/main" id="{862C2A45-3981-4098-85B2-BCA3E703823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0959897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1AB24F-D5AE-4748-BED0-8E6DD83A4FD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367D2777-700F-4BEB-AA86-C0DAD9B60C9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688B9873-FB9B-415F-B71B-0FA4F6E9581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6FA7155-FFE4-405E-927B-A1E2A6595E0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EEF82CC1-8049-4B86-BC61-8E5F5E34064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D205770-0E40-43FC-B3D8-7F2F7A7871B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BF1C622-BC91-449D-9D72-B368D332909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district reconciles enrolment, stock, curriculum, and delivery before redistribution.</a:t>
            </a:r>
          </a:p>
        </p:txBody>
      </p:sp>
      <p:sp>
        <p:nvSpPr>
          <p:cNvPr id="8" name="">
            <a:extLst xmlns:a="http://schemas.openxmlformats.org/drawingml/2006/main">
              <a:ext uri="{FF2B5EF4-FFF2-40B4-BE49-F238E27FC236}">
                <a16:creationId xmlns:a16="http://schemas.microsoft.com/office/drawing/2014/main" id="{591D48C1-3D50-4B5D-9706-C01445FC73D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DF23D55-0707-4335-8E1E-3011E3D1FF63}"/>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0B89FC8F-B31B-4950-8259-A958512A974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DDECCF0-C6C3-453C-B242-1B5BC7B0A0A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3092533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0D188BE-E700-412D-8DC6-F93DDD8DE3A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7FE3CC9F-4178-4245-A176-510E980BC5F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9C9FCEB-84E3-4581-A26E-9F4075671AF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7FFFB6B-3466-449D-A88D-4B4DDA95B9E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EA7A203-20CB-4734-B2B3-41670F880378}"/>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and validate an auditable learning-input allocation workflow.</a:t>
            </a:r>
          </a:p>
        </p:txBody>
      </p:sp>
      <p:sp>
        <p:nvSpPr>
          <p:cNvPr id="6" name="">
            <a:extLst xmlns:a="http://schemas.openxmlformats.org/drawingml/2006/main">
              <a:ext uri="{FF2B5EF4-FFF2-40B4-BE49-F238E27FC236}">
                <a16:creationId xmlns:a16="http://schemas.microsoft.com/office/drawing/2014/main" id="{332F79E8-A9FE-4A7C-B3FB-4C3AEAAE971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31EAFF7-9165-4A96-AB2A-88E8871A6DF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7D12BDB-E1C8-4D7B-B039-69ECA6961889}"/>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5CC54EFA-8D60-44A2-A5D8-49D2F9BB713A}"/>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0C54333-3AF0-4F7A-B32D-BA2DF05B59B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6B7BA28A-33AD-4ACE-ADFE-25A4F570E04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5374611B-1960-47BC-8A5C-5DE1BF3A5E28}"/>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651C88F-741B-4E77-A914-9960EE5B8258}"/>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BC0A0605-17FF-4F05-8577-FB9AA6005998}"/>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D8C44C2F-A221-4DDA-8558-68E3C43A371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6337B10C-717C-4C10-8DF4-C930195BA05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05D1F715-4177-4EB5-BC4F-AFBC19E81D1C}"/>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1666882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BA27088-A233-4C93-BBB4-D7381D15065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D534C7C0-AB23-4BDB-8B76-1067ED5E36C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FC8DA3DD-B9C5-4B2F-B164-0B5372B45AE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388F733-E832-4C8A-9E8B-53B101F01A7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FEDE79DB-8527-4CC9-993A-24FCAA39CAB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4896D31-2038-45A1-B78B-D5739BF91ACC}"/>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82CA8E3B-29D0-4BA4-B018-CF709EB73AA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E1E2ACCF-3894-4A0E-985D-A66751452F1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EA1E377-B2EB-4744-9FA2-F8DE349F836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67AB19D4-4520-4000-9341-0A5546B3B069}"/>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FABEE603-BA5A-4CC3-AF55-926B6A662BC5}"/>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D347D5E9-6D4E-480F-AB95-569AAE29DB58}"/>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05B034D8-FB47-4A47-8B8D-AACB4FD4CEB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3E109C9-8EB7-4135-9FE7-12DE3C8C997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50494260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4073D6-5597-443B-AA00-F516F9F5180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V7_C_N05</a:t>
            </a:r>
          </a:p>
        </p:txBody>
      </p:sp>
      <p:sp>
        <p:nvSpPr>
          <p:cNvPr id="2" name="">
            <a:extLst xmlns:a="http://schemas.openxmlformats.org/drawingml/2006/main">
              <a:ext uri="{FF2B5EF4-FFF2-40B4-BE49-F238E27FC236}">
                <a16:creationId xmlns:a16="http://schemas.microsoft.com/office/drawing/2014/main" id="{193B8539-1412-4AA7-AE87-5CC07D92AA8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29477EF3-1546-4FF9-B2C9-8A4FF779B3C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77C801E-837B-4E95-A07B-73DD9E1BE59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86D47008-B2EA-48FE-8E09-929F791CF677}"/>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FA64953-0A95-4001-AE92-EC6A27589547}"/>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49EE123B-2E5D-467A-B584-C3C2C8D095A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65D09F28-64DA-43D4-84A2-4F88739AFD11}"/>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95519DA-499F-40A7-9590-1FD7E303FCF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C048F6AD-C598-48C9-B425-8DB8114CF6C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95725565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89E7E8-EB15-4B6A-8F39-D5B586C65B0B}"/>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AF96DC0-73B4-401D-AE98-307632396488}"/>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CFA89ADC-6A8D-4F00-8155-FC6443A2DAFF}"/>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Verified demand</a:t>
            </a:r>
          </a:p>
        </p:txBody>
      </p:sp>
      <p:sp>
        <p:nvSpPr>
          <p:cNvPr id="4" name="">
            <a:extLst xmlns:a="http://schemas.openxmlformats.org/drawingml/2006/main">
              <a:ext uri="{FF2B5EF4-FFF2-40B4-BE49-F238E27FC236}">
                <a16:creationId xmlns:a16="http://schemas.microsoft.com/office/drawing/2014/main" id="{3F4A6E15-A0C0-4DBA-9C73-02BD1825DB4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2BCB463-DB54-4246-AFA4-C831BB49D71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Curriculum fit</a:t>
            </a:r>
          </a:p>
        </p:txBody>
      </p:sp>
      <p:sp>
        <p:nvSpPr>
          <p:cNvPr id="6" name="">
            <a:extLst xmlns:a="http://schemas.openxmlformats.org/drawingml/2006/main">
              <a:ext uri="{FF2B5EF4-FFF2-40B4-BE49-F238E27FC236}">
                <a16:creationId xmlns:a16="http://schemas.microsoft.com/office/drawing/2014/main" id="{9B73C46A-3801-4E7E-8B4C-39564A870DA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E7F29A6E-B1D7-4D5C-9A5B-8FD0CC507C03}"/>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Stock</a:t>
            </a:r>
          </a:p>
        </p:txBody>
      </p:sp>
      <p:sp>
        <p:nvSpPr>
          <p:cNvPr id="8" name="">
            <a:extLst xmlns:a="http://schemas.openxmlformats.org/drawingml/2006/main">
              <a:ext uri="{FF2B5EF4-FFF2-40B4-BE49-F238E27FC236}">
                <a16:creationId xmlns:a16="http://schemas.microsoft.com/office/drawing/2014/main" id="{10148F53-6854-49B2-9816-17492132A390}"/>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7597C35D-9855-4E5A-BB74-2D6A1035BD1C}"/>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Delivery</a:t>
            </a:r>
          </a:p>
        </p:txBody>
      </p:sp>
      <p:sp>
        <p:nvSpPr>
          <p:cNvPr id="10" name="">
            <a:extLst xmlns:a="http://schemas.openxmlformats.org/drawingml/2006/main">
              <a:ext uri="{FF2B5EF4-FFF2-40B4-BE49-F238E27FC236}">
                <a16:creationId xmlns:a16="http://schemas.microsoft.com/office/drawing/2014/main" id="{FD1933B4-F7A2-4E97-8BE9-136D3B3869D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81A44002-EA5B-40F4-9924-7A7AB42A4872}"/>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Utilization</a:t>
            </a:r>
          </a:p>
        </p:txBody>
      </p:sp>
      <p:sp>
        <p:nvSpPr>
          <p:cNvPr id="12" name="">
            <a:extLst xmlns:a="http://schemas.openxmlformats.org/drawingml/2006/main">
              <a:ext uri="{FF2B5EF4-FFF2-40B4-BE49-F238E27FC236}">
                <a16:creationId xmlns:a16="http://schemas.microsoft.com/office/drawing/2014/main" id="{EDA7E636-7A89-4495-8D83-D5081E16D43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218373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2026-09-04T15:25:24.7390000Z</dcterms:created>
  <dcterms:modified xsi:type="dcterms:W3CDTF">2026-09-04T15:25:24.7390000Z</dcterms:modified>
</coreProperties>
</file>