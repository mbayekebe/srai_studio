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e1100efa5e41f7" /><Relationship Type="http://schemas.openxmlformats.org/officeDocument/2006/relationships/extended-properties" Target="/docProps/app.xml" Id="R8023c84395e349f2" /><Relationship Type="http://schemas.openxmlformats.org/officeDocument/2006/relationships/officeDocument" Target="/ppt/presentation.xml" Id="Rffdeb2fc78094c77" /></Relationships>
</file>

<file path=ppt/presentation.xml><?xml version="1.0" encoding="utf-8"?>
<p:presentation xmlns:p="http://schemas.openxmlformats.org/presentationml/2006/main">
  <p:sldMasterIdLst>
    <p:sldMasterId xmlns:r="http://schemas.openxmlformats.org/officeDocument/2006/relationships" id="2147483648" r:id="Re65f82dab9124636"/>
  </p:sldMasterIdLst>
  <p:notesMasterIdLst>
    <p:notesMasterId xmlns:r="http://schemas.openxmlformats.org/officeDocument/2006/relationships" r:id="R5d5ae39356a64d66"/>
  </p:notesMasterIdLst>
  <p:sldIdLst>
    <p:sldId xmlns:r="http://schemas.openxmlformats.org/officeDocument/2006/relationships" id="256" r:id="Rc889b579aa7c4810"/>
    <p:sldId xmlns:r="http://schemas.openxmlformats.org/officeDocument/2006/relationships" id="257" r:id="R90e628e842864e91"/>
    <p:sldId xmlns:r="http://schemas.openxmlformats.org/officeDocument/2006/relationships" id="258" r:id="R318c8e8b723b4f7b"/>
    <p:sldId xmlns:r="http://schemas.openxmlformats.org/officeDocument/2006/relationships" id="259" r:id="Rf19765bcf9464a76"/>
    <p:sldId xmlns:r="http://schemas.openxmlformats.org/officeDocument/2006/relationships" id="260" r:id="R9cf045c145c84619"/>
    <p:sldId xmlns:r="http://schemas.openxmlformats.org/officeDocument/2006/relationships" id="261" r:id="Rd407fa07caa74489"/>
    <p:sldId xmlns:r="http://schemas.openxmlformats.org/officeDocument/2006/relationships" id="262" r:id="R480eaadacc0b40d5"/>
    <p:sldId xmlns:r="http://schemas.openxmlformats.org/officeDocument/2006/relationships" id="263" r:id="Rbcb17a87e6f14c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51479559eb4528" /><Relationship Type="http://schemas.openxmlformats.org/officeDocument/2006/relationships/slideMaster" Target="/ppt/slideMasters/slideMaster1.xml" Id="Re65f82dab9124636" /><Relationship Type="http://schemas.openxmlformats.org/officeDocument/2006/relationships/notesMaster" Target="/ppt/notesMasters/notesMaster1.xml" Id="R5d5ae39356a64d66" /><Relationship Type="http://schemas.openxmlformats.org/officeDocument/2006/relationships/presProps" Target="/ppt/presProps.xml" Id="R4ea982575f9a4c01" /><Relationship Type="http://schemas.openxmlformats.org/officeDocument/2006/relationships/tableStyles" Target="/ppt/tableStyles.xml" Id="R01731bae60ed4e8b" /><Relationship Type="http://schemas.openxmlformats.org/officeDocument/2006/relationships/slide" Target="/ppt/slides/slide1.xml" Id="Rc889b579aa7c4810" /><Relationship Type="http://schemas.openxmlformats.org/officeDocument/2006/relationships/slide" Target="/ppt/slides/slide2.xml" Id="R90e628e842864e91" /><Relationship Type="http://schemas.openxmlformats.org/officeDocument/2006/relationships/slide" Target="/ppt/slides/slide3.xml" Id="R318c8e8b723b4f7b" /><Relationship Type="http://schemas.openxmlformats.org/officeDocument/2006/relationships/slide" Target="/ppt/slides/slide4.xml" Id="Rf19765bcf9464a76" /><Relationship Type="http://schemas.openxmlformats.org/officeDocument/2006/relationships/slide" Target="/ppt/slides/slide5.xml" Id="R9cf045c145c84619" /><Relationship Type="http://schemas.openxmlformats.org/officeDocument/2006/relationships/slide" Target="/ppt/slides/slide6.xml" Id="Rd407fa07caa74489" /><Relationship Type="http://schemas.openxmlformats.org/officeDocument/2006/relationships/slide" Target="/ppt/slides/slide7.xml" Id="R480eaadacc0b40d5" /><Relationship Type="http://schemas.openxmlformats.org/officeDocument/2006/relationships/slide" Target="/ppt/slides/slide8.xml" Id="Rbcb17a87e6f14c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47591409d44d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fc76b070104c93" /><Relationship Type="http://schemas.openxmlformats.org/officeDocument/2006/relationships/notesMaster" Target="/ppt/notesMasters/notesMaster1.xml" Id="Rf94e6246c9c04d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921929d42c4fdb" /><Relationship Type="http://schemas.openxmlformats.org/officeDocument/2006/relationships/notesMaster" Target="/ppt/notesMasters/notesMaster1.xml" Id="R4b01a2e991ed4a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ef793c2edb4b9f" /><Relationship Type="http://schemas.openxmlformats.org/officeDocument/2006/relationships/notesMaster" Target="/ppt/notesMasters/notesMaster1.xml" Id="R177fc9bdb69a46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32367cbc8b4b09" /><Relationship Type="http://schemas.openxmlformats.org/officeDocument/2006/relationships/notesMaster" Target="/ppt/notesMasters/notesMaster1.xml" Id="Rc32e74925a7443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4efbd3beb44e32" /><Relationship Type="http://schemas.openxmlformats.org/officeDocument/2006/relationships/notesMaster" Target="/ppt/notesMasters/notesMaster1.xml" Id="Rbc638955983443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7aaddf209c40e5" /><Relationship Type="http://schemas.openxmlformats.org/officeDocument/2006/relationships/notesMaster" Target="/ppt/notesMasters/notesMaster1.xml" Id="R6d372c42a8f945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852b486edd4bca" /><Relationship Type="http://schemas.openxmlformats.org/officeDocument/2006/relationships/notesMaster" Target="/ppt/notesMasters/notesMaster1.xml" Id="R71f8b7a0bf324b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55dafaa8d84c54" /><Relationship Type="http://schemas.openxmlformats.org/officeDocument/2006/relationships/notesMaster" Target="/ppt/notesMasters/notesMaster1.xml" Id="R97d41ed615b742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Earlier Signals, Safer Escalation. This lesson begins with one principle: early warning needs corroboration, persistence, and governed escalation.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Early warning needs corroboration, persistence, and governed escalation. The five controls shown here are Severity, Persistence, Corroboration, Response capacity, Escalation.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severity, move through persistence and corroboration, and finish with response capacity and escalation.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persistent multi-source signal triggers analyst review—not an automatic classification.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an early-warning gate and test false-alarm and missed-signal cases.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severity clear? Is persistence documented? Is corroboration testable? Is response capacity governed? And is escalation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9f32e09eb24c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1897311af948be" /><Relationship Type="http://schemas.openxmlformats.org/officeDocument/2006/relationships/slideLayout" Target="/ppt/slideLayouts/slideLayout1.xml" Id="R773e3447c0b94c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3e3447c0b94c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0579f4693a4cc6" /><Relationship Type="http://schemas.openxmlformats.org/officeDocument/2006/relationships/notesSlide" Target="/ppt/notesSlides/notesSlide1.xml" Id="R9c5fa13b27494a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13453366f944ba" /><Relationship Type="http://schemas.openxmlformats.org/officeDocument/2006/relationships/notesSlide" Target="/ppt/notesSlides/notesSlide2.xml" Id="R41a40d9efa7741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604b0c99d54cc3" /><Relationship Type="http://schemas.openxmlformats.org/officeDocument/2006/relationships/notesSlide" Target="/ppt/notesSlides/notesSlide3.xml" Id="R13ce5403537a47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75a363d4f3447b" /><Relationship Type="http://schemas.openxmlformats.org/officeDocument/2006/relationships/notesSlide" Target="/ppt/notesSlides/notesSlide4.xml" Id="R451a5c6dabbc47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29f6918bf94c03" /><Relationship Type="http://schemas.openxmlformats.org/officeDocument/2006/relationships/notesSlide" Target="/ppt/notesSlides/notesSlide5.xml" Id="R5d0eab455f674d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794bf336ea4e2b" /><Relationship Type="http://schemas.openxmlformats.org/officeDocument/2006/relationships/notesSlide" Target="/ppt/notesSlides/notesSlide6.xml" Id="R3bf8d6af268941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425ba73aa64217" /><Relationship Type="http://schemas.openxmlformats.org/officeDocument/2006/relationships/notesSlide" Target="/ppt/notesSlides/notesSlide7.xml" Id="Ra6b8600ef2b04f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f660c74b57472c" /><Relationship Type="http://schemas.openxmlformats.org/officeDocument/2006/relationships/notesSlide" Target="/ppt/notesSlides/notesSlide8.xml" Id="R63576c2094ac4389"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5ED3F9-FED7-414E-98DC-D1DFE0FCB1E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8FEA124A-23DD-48DC-85B0-783FA575664F}"/>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2370BDDD-E1B6-42F3-8095-95DAFF3F7426}"/>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60F155AA-4D4C-403D-B8E0-099894E95982}"/>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0C723886-8F65-4A08-9E9E-AE0016FDB75E}"/>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EARLIER SIGNALS, SAFER ESCALATION</a:t>
            </a:r>
          </a:p>
        </p:txBody>
      </p:sp>
      <p:sp>
        <p:nvSpPr>
          <p:cNvPr id="6" name="">
            <a:extLst xmlns:a="http://schemas.openxmlformats.org/drawingml/2006/main">
              <a:ext uri="{FF2B5EF4-FFF2-40B4-BE49-F238E27FC236}">
                <a16:creationId xmlns:a16="http://schemas.microsoft.com/office/drawing/2014/main" id="{188B5FA8-2E4F-4100-B093-7C8DE0D8A591}"/>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Early warning needs corroboration, persistence, and governed escalation.</a:t>
            </a:r>
          </a:p>
        </p:txBody>
      </p:sp>
      <p:sp>
        <p:nvSpPr>
          <p:cNvPr id="7" name="">
            <a:extLst xmlns:a="http://schemas.openxmlformats.org/drawingml/2006/main">
              <a:ext uri="{FF2B5EF4-FFF2-40B4-BE49-F238E27FC236}">
                <a16:creationId xmlns:a16="http://schemas.microsoft.com/office/drawing/2014/main" id="{EC5AF2DB-02E4-4529-8BBE-4B6DB0B49F84}"/>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V7_A_N09</a:t>
            </a:r>
          </a:p>
        </p:txBody>
      </p:sp>
      <p:sp>
        <p:nvSpPr>
          <p:cNvPr id="8" name="">
            <a:extLst xmlns:a="http://schemas.openxmlformats.org/drawingml/2006/main">
              <a:ext uri="{FF2B5EF4-FFF2-40B4-BE49-F238E27FC236}">
                <a16:creationId xmlns:a16="http://schemas.microsoft.com/office/drawing/2014/main" id="{5229A26E-7FAF-4CA2-B736-45ABDA27C573}"/>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PU-B07-C14</a:t>
            </a:r>
          </a:p>
        </p:txBody>
      </p:sp>
      <p:sp>
        <p:nvSpPr>
          <p:cNvPr id="9" name="">
            <a:extLst xmlns:a="http://schemas.openxmlformats.org/drawingml/2006/main">
              <a:ext uri="{FF2B5EF4-FFF2-40B4-BE49-F238E27FC236}">
                <a16:creationId xmlns:a16="http://schemas.microsoft.com/office/drawing/2014/main" id="{7EB1EB4B-FC35-4FEF-B2B2-A51AE38A6116}"/>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4736E34D-3C65-4D2B-B71B-D8EE7F3406AB}"/>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980039678"/>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E79CC44-3C5E-44C8-8005-557EA6A584D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V7_A_N09</a:t>
            </a:r>
          </a:p>
        </p:txBody>
      </p:sp>
      <p:sp>
        <p:nvSpPr>
          <p:cNvPr id="2" name="">
            <a:extLst xmlns:a="http://schemas.openxmlformats.org/drawingml/2006/main">
              <a:ext uri="{FF2B5EF4-FFF2-40B4-BE49-F238E27FC236}">
                <a16:creationId xmlns:a16="http://schemas.microsoft.com/office/drawing/2014/main" id="{36E91885-DFEC-492A-9396-B590E79D0C0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D9696528-7E0C-4C2E-A1BD-C96D731A3FB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1C07E0B-21DB-46F0-BD03-212A89E2873D}"/>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EA684323-D953-4834-A557-5B20D6A0BFD5}"/>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Early warning needs corroboration, persistence, and governed escalation.</a:t>
            </a:r>
          </a:p>
        </p:txBody>
      </p:sp>
      <p:sp>
        <p:nvSpPr>
          <p:cNvPr id="6" name="">
            <a:extLst xmlns:a="http://schemas.openxmlformats.org/drawingml/2006/main">
              <a:ext uri="{FF2B5EF4-FFF2-40B4-BE49-F238E27FC236}">
                <a16:creationId xmlns:a16="http://schemas.microsoft.com/office/drawing/2014/main" id="{B846D1A5-8240-4D46-939F-F2A21FF8F790}"/>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51EA292A-A9DA-4FB7-B140-97320251E7D2}"/>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650CA821-3D3F-4A0F-8314-733B0A9DB3AC}"/>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Severity</a:t>
            </a:r>
          </a:p>
        </p:txBody>
      </p:sp>
      <p:sp>
        <p:nvSpPr>
          <p:cNvPr id="9" name="">
            <a:extLst xmlns:a="http://schemas.openxmlformats.org/drawingml/2006/main">
              <a:ext uri="{FF2B5EF4-FFF2-40B4-BE49-F238E27FC236}">
                <a16:creationId xmlns:a16="http://schemas.microsoft.com/office/drawing/2014/main" id="{D5AAC577-A64D-4455-8A59-CA48BABEDB3D}"/>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B7AD4426-D6E2-47CD-84B7-5DFCC4818E66}"/>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Persistence</a:t>
            </a:r>
          </a:p>
        </p:txBody>
      </p:sp>
      <p:sp>
        <p:nvSpPr>
          <p:cNvPr id="11" name="">
            <a:extLst xmlns:a="http://schemas.openxmlformats.org/drawingml/2006/main">
              <a:ext uri="{FF2B5EF4-FFF2-40B4-BE49-F238E27FC236}">
                <a16:creationId xmlns:a16="http://schemas.microsoft.com/office/drawing/2014/main" id="{4E9DF6CB-361B-4F9A-B85E-7D48AAAEBD0A}"/>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35F024E7-A73B-4B6C-8FA3-7DC760F6A4ED}"/>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Corroboration</a:t>
            </a:r>
          </a:p>
        </p:txBody>
      </p:sp>
      <p:sp>
        <p:nvSpPr>
          <p:cNvPr id="13" name="">
            <a:extLst xmlns:a="http://schemas.openxmlformats.org/drawingml/2006/main">
              <a:ext uri="{FF2B5EF4-FFF2-40B4-BE49-F238E27FC236}">
                <a16:creationId xmlns:a16="http://schemas.microsoft.com/office/drawing/2014/main" id="{1068C737-9C1B-4BF8-B1E8-8D7FBF666F2E}"/>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EB01ADCF-6BF6-4A69-A7B0-C5D36A503C0C}"/>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Response capacity</a:t>
            </a:r>
          </a:p>
        </p:txBody>
      </p:sp>
      <p:sp>
        <p:nvSpPr>
          <p:cNvPr id="15" name="">
            <a:extLst xmlns:a="http://schemas.openxmlformats.org/drawingml/2006/main">
              <a:ext uri="{FF2B5EF4-FFF2-40B4-BE49-F238E27FC236}">
                <a16:creationId xmlns:a16="http://schemas.microsoft.com/office/drawing/2014/main" id="{B0ED7557-7636-44D3-BEBB-B73DAB453C96}"/>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B3B919EA-5B4C-4402-B001-2C49489F37A6}"/>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Escalation</a:t>
            </a:r>
          </a:p>
        </p:txBody>
      </p:sp>
      <p:sp>
        <p:nvSpPr>
          <p:cNvPr id="17" name="">
            <a:extLst xmlns:a="http://schemas.openxmlformats.org/drawingml/2006/main">
              <a:ext uri="{FF2B5EF4-FFF2-40B4-BE49-F238E27FC236}">
                <a16:creationId xmlns:a16="http://schemas.microsoft.com/office/drawing/2014/main" id="{29129CF8-2C5E-464A-9376-D5570DE494CA}"/>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337887724"/>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5EBC6D2-3F01-4B0A-8A3C-01B391BECB7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V7_A_N09</a:t>
            </a:r>
          </a:p>
        </p:txBody>
      </p:sp>
      <p:sp>
        <p:nvSpPr>
          <p:cNvPr id="2" name="">
            <a:extLst xmlns:a="http://schemas.openxmlformats.org/drawingml/2006/main">
              <a:ext uri="{FF2B5EF4-FFF2-40B4-BE49-F238E27FC236}">
                <a16:creationId xmlns:a16="http://schemas.microsoft.com/office/drawing/2014/main" id="{82D4CDEB-57D1-43FD-A2E3-9CBC63F76E5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0FDE795F-48DF-41D8-9E80-33A2E3F924D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C1E43CD-7BE3-4DF2-9863-48867BDDE88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95A46EAB-0FEB-4E93-91C4-0F3BF819A669}"/>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67320648-AA73-4F36-967A-4C0B4B0466F1}"/>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F82A2061-829C-48CC-97B6-14A74895E6E1}"/>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Severity</a:t>
            </a:r>
          </a:p>
        </p:txBody>
      </p:sp>
      <p:sp>
        <p:nvSpPr>
          <p:cNvPr id="8" name="">
            <a:extLst xmlns:a="http://schemas.openxmlformats.org/drawingml/2006/main">
              <a:ext uri="{FF2B5EF4-FFF2-40B4-BE49-F238E27FC236}">
                <a16:creationId xmlns:a16="http://schemas.microsoft.com/office/drawing/2014/main" id="{3E3C7C62-5C70-4DFC-BD17-E5677CE21127}"/>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32566B05-C60B-4246-BC5D-6E976CAE9405}"/>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3372AB07-6BE9-438E-9C67-23BD26A7A858}"/>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Persistence</a:t>
            </a:r>
          </a:p>
        </p:txBody>
      </p:sp>
      <p:sp>
        <p:nvSpPr>
          <p:cNvPr id="11" name="">
            <a:extLst xmlns:a="http://schemas.openxmlformats.org/drawingml/2006/main">
              <a:ext uri="{FF2B5EF4-FFF2-40B4-BE49-F238E27FC236}">
                <a16:creationId xmlns:a16="http://schemas.microsoft.com/office/drawing/2014/main" id="{DD555476-0307-4A08-A272-A2D344DF61AB}"/>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875D2589-57DC-4FC2-82C8-93D61F16A9F3}"/>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0E4580F5-8DA5-4E4F-AA50-6DA83284B914}"/>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Corroboration</a:t>
            </a:r>
          </a:p>
        </p:txBody>
      </p:sp>
      <p:sp>
        <p:nvSpPr>
          <p:cNvPr id="14" name="">
            <a:extLst xmlns:a="http://schemas.openxmlformats.org/drawingml/2006/main">
              <a:ext uri="{FF2B5EF4-FFF2-40B4-BE49-F238E27FC236}">
                <a16:creationId xmlns:a16="http://schemas.microsoft.com/office/drawing/2014/main" id="{D09C95F3-2C11-4608-A31A-38C0D475A9CA}"/>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BD34F790-7C64-4B04-9D6B-74520EB8548F}"/>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5E77BD43-A31D-4B62-84F1-720CECA02DC0}"/>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Response capacity</a:t>
            </a:r>
          </a:p>
        </p:txBody>
      </p:sp>
      <p:sp>
        <p:nvSpPr>
          <p:cNvPr id="17" name="">
            <a:extLst xmlns:a="http://schemas.openxmlformats.org/drawingml/2006/main">
              <a:ext uri="{FF2B5EF4-FFF2-40B4-BE49-F238E27FC236}">
                <a16:creationId xmlns:a16="http://schemas.microsoft.com/office/drawing/2014/main" id="{5F5FCFB3-234C-426D-89C8-337CCC2A0195}"/>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8D883BFC-59FD-4B48-89DF-6E619D254141}"/>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9691D511-A682-4469-BAC0-ACD415AEC1CF}"/>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Escalation</a:t>
            </a:r>
          </a:p>
        </p:txBody>
      </p:sp>
      <p:sp>
        <p:nvSpPr>
          <p:cNvPr id="20" name="">
            <a:extLst xmlns:a="http://schemas.openxmlformats.org/drawingml/2006/main">
              <a:ext uri="{FF2B5EF4-FFF2-40B4-BE49-F238E27FC236}">
                <a16:creationId xmlns:a16="http://schemas.microsoft.com/office/drawing/2014/main" id="{15952AF6-B629-49AB-B941-F0520C087223}"/>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2066018076"/>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DC50204-4E23-4B2D-8157-BC0A7B05E81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V7_A_N09</a:t>
            </a:r>
          </a:p>
        </p:txBody>
      </p:sp>
      <p:sp>
        <p:nvSpPr>
          <p:cNvPr id="2" name="">
            <a:extLst xmlns:a="http://schemas.openxmlformats.org/drawingml/2006/main">
              <a:ext uri="{FF2B5EF4-FFF2-40B4-BE49-F238E27FC236}">
                <a16:creationId xmlns:a16="http://schemas.microsoft.com/office/drawing/2014/main" id="{DA1EB2D3-91DA-4E71-83C5-A3D1A6D3AAA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E4382E14-16FD-4C0E-8B80-818C2039B66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8268789-AA0F-46F2-A2FC-A5F5C5FD6DE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C896EB7B-9D4F-4FC2-977E-DD0E20E319ED}"/>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5944C8E9-7B62-4E31-B348-2D79528333AD}"/>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97D107A-3ADE-4C22-9366-61B6B2252B3F}"/>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persistent multi-source signal triggers analyst review—not an automatic classification.</a:t>
            </a:r>
          </a:p>
        </p:txBody>
      </p:sp>
      <p:sp>
        <p:nvSpPr>
          <p:cNvPr id="8" name="">
            <a:extLst xmlns:a="http://schemas.openxmlformats.org/drawingml/2006/main">
              <a:ext uri="{FF2B5EF4-FFF2-40B4-BE49-F238E27FC236}">
                <a16:creationId xmlns:a16="http://schemas.microsoft.com/office/drawing/2014/main" id="{16D62660-2219-418B-8F8A-DBB08C7CCEA7}"/>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28ABF72D-5918-44D2-95B8-9A797BC50805}"/>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CAEB3E1A-AF78-46C3-9DF4-71625975D028}"/>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6CDA7D77-07B4-4CCA-BB1F-C84FAAF472E1}"/>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2051215260"/>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C54ABD6-BAE7-4987-8827-7E4F3A3020B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V7_A_N09</a:t>
            </a:r>
          </a:p>
        </p:txBody>
      </p:sp>
      <p:sp>
        <p:nvSpPr>
          <p:cNvPr id="2" name="">
            <a:extLst xmlns:a="http://schemas.openxmlformats.org/drawingml/2006/main">
              <a:ext uri="{FF2B5EF4-FFF2-40B4-BE49-F238E27FC236}">
                <a16:creationId xmlns:a16="http://schemas.microsoft.com/office/drawing/2014/main" id="{133B6376-0464-4474-BC36-6C344447ADA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17392003-7AFF-4880-8F37-E44884BAB78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0522851-E5DF-4E21-B557-B45822DF3FC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4885EBC4-185D-49D8-B8C6-22ED7B709B03}"/>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an early-warning gate and test false-alarm and missed-signal cases.</a:t>
            </a:r>
          </a:p>
        </p:txBody>
      </p:sp>
      <p:sp>
        <p:nvSpPr>
          <p:cNvPr id="6" name="">
            <a:extLst xmlns:a="http://schemas.openxmlformats.org/drawingml/2006/main">
              <a:ext uri="{FF2B5EF4-FFF2-40B4-BE49-F238E27FC236}">
                <a16:creationId xmlns:a16="http://schemas.microsoft.com/office/drawing/2014/main" id="{8CA2D26E-ABFF-4A53-91B2-F2B0478CD06C}"/>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748B9A08-0418-4AEC-8330-B0CF7B9780C7}"/>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A6D2F227-B801-4E04-A866-C27847699AE3}"/>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ED61530E-D7FC-4A60-99C7-AC488EB9A169}"/>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9E3D46F5-9386-4AEB-A429-BECD9F53FCE9}"/>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67EFBCE4-3C39-4724-A7C3-A10F807B150A}"/>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1DA432CF-66F4-4186-B014-DDAA7193A875}"/>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3AF594AD-5D09-4B3F-934B-2ABBA6183420}"/>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FC5E46B1-0868-4EB2-A3CA-DF043756D2F0}"/>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D15A85C0-A2F1-4483-B275-F5A7C58B0080}"/>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A097A9F-AC00-46E7-BB6D-1538CE593BC1}"/>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4B215E09-A984-4CF6-8CF0-689A42CCD301}"/>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740520538"/>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566C0E5-B0FF-4AAA-9E1F-EF87B581387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V7_A_N09</a:t>
            </a:r>
          </a:p>
        </p:txBody>
      </p:sp>
      <p:sp>
        <p:nvSpPr>
          <p:cNvPr id="2" name="">
            <a:extLst xmlns:a="http://schemas.openxmlformats.org/drawingml/2006/main">
              <a:ext uri="{FF2B5EF4-FFF2-40B4-BE49-F238E27FC236}">
                <a16:creationId xmlns:a16="http://schemas.microsoft.com/office/drawing/2014/main" id="{97E9CB05-16DF-483D-9090-30EC83D355B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74B2CE1D-55E5-4AB5-B695-1749DEF905C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45F9AA9-AC7B-4ED9-ADB2-A11E9A0F3C1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1299EC3E-383A-4EEA-AF60-EB2761B9FA40}"/>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15D02AD4-52FB-4E9D-A825-281E4C738404}"/>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7D942F7F-8EB3-412C-9ED4-CFD288AE6FDB}"/>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9175076B-06B1-4A22-A6C7-8748F316E75E}"/>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CA3DC7FA-5E19-45C9-931A-C7B2676417C1}"/>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CC5EEAF4-9B4B-4507-8147-00D80511D7C6}"/>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9F41EC92-D619-49E8-9285-0C9618A0D6E1}"/>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358F20A8-D579-40E3-B0F2-3AD7F825D5DC}"/>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3BCFEF93-214A-4CD1-B253-ED33DED73D8D}"/>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66572238-AE31-4BF0-A22F-DB2243084DA9}"/>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705520888"/>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7ABC48D-8EE0-4742-A93C-74D2190BA14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V7_A_N09</a:t>
            </a:r>
          </a:p>
        </p:txBody>
      </p:sp>
      <p:sp>
        <p:nvSpPr>
          <p:cNvPr id="2" name="">
            <a:extLst xmlns:a="http://schemas.openxmlformats.org/drawingml/2006/main">
              <a:ext uri="{FF2B5EF4-FFF2-40B4-BE49-F238E27FC236}">
                <a16:creationId xmlns:a16="http://schemas.microsoft.com/office/drawing/2014/main" id="{F03CE1E6-F109-4AD0-9827-2B4C5C63B92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42B2EB4C-65BD-4F43-BF99-A4FB5FFB1B9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7678F8D-99AB-496C-943D-6677FA6D2A2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899C0539-7422-47D5-8B04-690A9DE41C7C}"/>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97A7C2B9-9DDC-4B4A-B07E-80E75D96F197}"/>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934710B4-341C-4C7E-983E-7CA74E15A440}"/>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B291A039-593A-4F27-AEBA-C557E5975990}"/>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508500F7-26D0-4171-97F5-BB427259D0A4}"/>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131E2DD3-3774-49A8-81D5-D97A2430E065}"/>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420490404"/>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36B23B-175A-44E8-81DA-A92ED1E5FC8E}"/>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6748D147-175B-4FE4-AC9A-0491B76A09F4}"/>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A8220720-F557-4DD1-BEF7-268DFE303386}"/>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Severity</a:t>
            </a:r>
          </a:p>
        </p:txBody>
      </p:sp>
      <p:sp>
        <p:nvSpPr>
          <p:cNvPr id="4" name="">
            <a:extLst xmlns:a="http://schemas.openxmlformats.org/drawingml/2006/main">
              <a:ext uri="{FF2B5EF4-FFF2-40B4-BE49-F238E27FC236}">
                <a16:creationId xmlns:a16="http://schemas.microsoft.com/office/drawing/2014/main" id="{7DAE095B-5E8B-4A4E-B6E4-68D9934E09A3}"/>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1E6583E9-960F-46D8-AE18-836B8B1D85A8}"/>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Persistence</a:t>
            </a:r>
          </a:p>
        </p:txBody>
      </p:sp>
      <p:sp>
        <p:nvSpPr>
          <p:cNvPr id="6" name="">
            <a:extLst xmlns:a="http://schemas.openxmlformats.org/drawingml/2006/main">
              <a:ext uri="{FF2B5EF4-FFF2-40B4-BE49-F238E27FC236}">
                <a16:creationId xmlns:a16="http://schemas.microsoft.com/office/drawing/2014/main" id="{50EA5411-528C-41BC-889D-400947E98D7B}"/>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0813DECD-D79B-4F3E-AFEE-1C82471DA741}"/>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Corroboration</a:t>
            </a:r>
          </a:p>
        </p:txBody>
      </p:sp>
      <p:sp>
        <p:nvSpPr>
          <p:cNvPr id="8" name="">
            <a:extLst xmlns:a="http://schemas.openxmlformats.org/drawingml/2006/main">
              <a:ext uri="{FF2B5EF4-FFF2-40B4-BE49-F238E27FC236}">
                <a16:creationId xmlns:a16="http://schemas.microsoft.com/office/drawing/2014/main" id="{F77A94B7-43B7-4FC8-9A29-08F244BB30D5}"/>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56F8244D-20E5-49A1-A5ED-819BDAC414B4}"/>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Response capacity</a:t>
            </a:r>
          </a:p>
        </p:txBody>
      </p:sp>
      <p:sp>
        <p:nvSpPr>
          <p:cNvPr id="10" name="">
            <a:extLst xmlns:a="http://schemas.openxmlformats.org/drawingml/2006/main">
              <a:ext uri="{FF2B5EF4-FFF2-40B4-BE49-F238E27FC236}">
                <a16:creationId xmlns:a16="http://schemas.microsoft.com/office/drawing/2014/main" id="{2A0E622C-5902-4423-AA3D-90255DBD9BF4}"/>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129EB175-1E7F-40D0-BEAE-1B806307A2BA}"/>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Escalation</a:t>
            </a:r>
          </a:p>
        </p:txBody>
      </p:sp>
      <p:sp>
        <p:nvSpPr>
          <p:cNvPr id="12" name="">
            <a:extLst xmlns:a="http://schemas.openxmlformats.org/drawingml/2006/main">
              <a:ext uri="{FF2B5EF4-FFF2-40B4-BE49-F238E27FC236}">
                <a16:creationId xmlns:a16="http://schemas.microsoft.com/office/drawing/2014/main" id="{0F241977-E34F-4EC5-94BF-0EC1A158F616}"/>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9394816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2026-09-04T14:39:45.5370000Z</dcterms:created>
  <dcterms:modified xsi:type="dcterms:W3CDTF">2026-09-04T14:39:45.5370000Z</dcterms:modified>
</coreProperties>
</file>