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7cd89c56824233" /><Relationship Type="http://schemas.openxmlformats.org/officeDocument/2006/relationships/extended-properties" Target="/docProps/app.xml" Id="Rb318ee2c36c04bc8" /><Relationship Type="http://schemas.openxmlformats.org/officeDocument/2006/relationships/officeDocument" Target="/ppt/presentation.xml" Id="R97e5f77d3fad49c5" /></Relationships>
</file>

<file path=ppt/presentation.xml><?xml version="1.0" encoding="utf-8"?>
<p:presentation xmlns:p="http://schemas.openxmlformats.org/presentationml/2006/main">
  <p:sldMasterIdLst>
    <p:sldMasterId xmlns:r="http://schemas.openxmlformats.org/officeDocument/2006/relationships" id="2147483648" r:id="R34856cc507a54f60"/>
  </p:sldMasterIdLst>
  <p:notesMasterIdLst>
    <p:notesMasterId xmlns:r="http://schemas.openxmlformats.org/officeDocument/2006/relationships" r:id="R694ab2b13422429e"/>
  </p:notesMasterIdLst>
  <p:sldIdLst>
    <p:sldId xmlns:r="http://schemas.openxmlformats.org/officeDocument/2006/relationships" id="256" r:id="Rcb2e0b203c794737"/>
    <p:sldId xmlns:r="http://schemas.openxmlformats.org/officeDocument/2006/relationships" id="257" r:id="Rfed98bbf3a294b4f"/>
    <p:sldId xmlns:r="http://schemas.openxmlformats.org/officeDocument/2006/relationships" id="258" r:id="R0298e7c733e04bb2"/>
    <p:sldId xmlns:r="http://schemas.openxmlformats.org/officeDocument/2006/relationships" id="259" r:id="R924e89fc285d4591"/>
    <p:sldId xmlns:r="http://schemas.openxmlformats.org/officeDocument/2006/relationships" id="260" r:id="R05835dc7f16b4d5f"/>
    <p:sldId xmlns:r="http://schemas.openxmlformats.org/officeDocument/2006/relationships" id="261" r:id="R6b8ac4caaaa2449b"/>
    <p:sldId xmlns:r="http://schemas.openxmlformats.org/officeDocument/2006/relationships" id="262" r:id="Rb7e380e14dee410f"/>
    <p:sldId xmlns:r="http://schemas.openxmlformats.org/officeDocument/2006/relationships" id="263" r:id="Rded5c64d43e848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02a84c63b43a9" /><Relationship Type="http://schemas.openxmlformats.org/officeDocument/2006/relationships/slideMaster" Target="/ppt/slideMasters/slideMaster1.xml" Id="R34856cc507a54f60" /><Relationship Type="http://schemas.openxmlformats.org/officeDocument/2006/relationships/notesMaster" Target="/ppt/notesMasters/notesMaster1.xml" Id="R694ab2b13422429e" /><Relationship Type="http://schemas.openxmlformats.org/officeDocument/2006/relationships/presProps" Target="/ppt/presProps.xml" Id="R4cfc643452414315" /><Relationship Type="http://schemas.openxmlformats.org/officeDocument/2006/relationships/tableStyles" Target="/ppt/tableStyles.xml" Id="Rb258aa63cc564da3" /><Relationship Type="http://schemas.openxmlformats.org/officeDocument/2006/relationships/slide" Target="/ppt/slides/slide1.xml" Id="Rcb2e0b203c794737" /><Relationship Type="http://schemas.openxmlformats.org/officeDocument/2006/relationships/slide" Target="/ppt/slides/slide2.xml" Id="Rfed98bbf3a294b4f" /><Relationship Type="http://schemas.openxmlformats.org/officeDocument/2006/relationships/slide" Target="/ppt/slides/slide3.xml" Id="R0298e7c733e04bb2" /><Relationship Type="http://schemas.openxmlformats.org/officeDocument/2006/relationships/slide" Target="/ppt/slides/slide4.xml" Id="R924e89fc285d4591" /><Relationship Type="http://schemas.openxmlformats.org/officeDocument/2006/relationships/slide" Target="/ppt/slides/slide5.xml" Id="R05835dc7f16b4d5f" /><Relationship Type="http://schemas.openxmlformats.org/officeDocument/2006/relationships/slide" Target="/ppt/slides/slide6.xml" Id="R6b8ac4caaaa2449b" /><Relationship Type="http://schemas.openxmlformats.org/officeDocument/2006/relationships/slide" Target="/ppt/slides/slide7.xml" Id="Rb7e380e14dee410f" /><Relationship Type="http://schemas.openxmlformats.org/officeDocument/2006/relationships/slide" Target="/ppt/slides/slide8.xml" Id="Rded5c64d43e848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9e4c8d7c2f42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9f41d3ba1348e7" /><Relationship Type="http://schemas.openxmlformats.org/officeDocument/2006/relationships/notesMaster" Target="/ppt/notesMasters/notesMaster1.xml" Id="R12c89e03cdab4f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0be987b4bc4e10" /><Relationship Type="http://schemas.openxmlformats.org/officeDocument/2006/relationships/notesMaster" Target="/ppt/notesMasters/notesMaster1.xml" Id="R11f2edf37c76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9c1e5d310d46f6" /><Relationship Type="http://schemas.openxmlformats.org/officeDocument/2006/relationships/notesMaster" Target="/ppt/notesMasters/notesMaster1.xml" Id="Rdcb2ff38639842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2644207ae748f2" /><Relationship Type="http://schemas.openxmlformats.org/officeDocument/2006/relationships/notesMaster" Target="/ppt/notesMasters/notesMaster1.xml" Id="R9c17175b5a8145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25032eaf7b40f0" /><Relationship Type="http://schemas.openxmlformats.org/officeDocument/2006/relationships/notesMaster" Target="/ppt/notesMasters/notesMaster1.xml" Id="R0af251ae90904a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1e55b0bc9543b2" /><Relationship Type="http://schemas.openxmlformats.org/officeDocument/2006/relationships/notesMaster" Target="/ppt/notesMasters/notesMaster1.xml" Id="R241b3b88ec0b41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7d4b6e1b5d48a8" /><Relationship Type="http://schemas.openxmlformats.org/officeDocument/2006/relationships/notesMaster" Target="/ppt/notesMasters/notesMaster1.xml" Id="Ra0a303e01ec048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f1ef9104f242a7" /><Relationship Type="http://schemas.openxmlformats.org/officeDocument/2006/relationships/notesMaster" Target="/ppt/notesMasters/notesMaster1.xml" Id="R670b0d0bf4ee48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Build the Evidence Contract. This lesson begins with one principle: make every record, transformation, and linkage interpretable and governable. We will connect that principle to an accountable institutional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Make every record, transformation, and linkage interpretable and governable. The five controls shown here are Entity and identifier, Measure and unit, Time and spatial grain, Provenance and access, Linkage and retention. Together, they prevent an analytical result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entity and identifier, move through measure and unit and time and spatial grain, and finish with provenance and access and linkage and retention.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example. A rainfall record binds station, coordinates version, unit, observation time, calibration, and owner. The analytical system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Validate key uniqueness, code lists, provenance hashes, linkage cardinality, and retention rules. As you review the saved outputs, focus on what the system can establish,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another sector.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entity and identifier clear? Is measure and unit documented? Is time and spatial grain testable? Is provenance and access governed? And is linkage and retention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V7_0_N02,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c11a0bef6e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0e13f1b9444fe2" /><Relationship Type="http://schemas.openxmlformats.org/officeDocument/2006/relationships/slideLayout" Target="/ppt/slideLayouts/slideLayout1.xml" Id="R1f46add9de9c46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46add9de9c46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80717809b649c8" /><Relationship Type="http://schemas.openxmlformats.org/officeDocument/2006/relationships/notesSlide" Target="/ppt/notesSlides/notesSlide1.xml" Id="R4f439062424b43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788f1258f143eb" /><Relationship Type="http://schemas.openxmlformats.org/officeDocument/2006/relationships/notesSlide" Target="/ppt/notesSlides/notesSlide2.xml" Id="R889da7c9dee34c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29062882ec458d" /><Relationship Type="http://schemas.openxmlformats.org/officeDocument/2006/relationships/notesSlide" Target="/ppt/notesSlides/notesSlide3.xml" Id="R3de89125811444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aa673d81634b1b" /><Relationship Type="http://schemas.openxmlformats.org/officeDocument/2006/relationships/notesSlide" Target="/ppt/notesSlides/notesSlide4.xml" Id="R6a8944bd65f14b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53cbf8982f4741" /><Relationship Type="http://schemas.openxmlformats.org/officeDocument/2006/relationships/notesSlide" Target="/ppt/notesSlides/notesSlide5.xml" Id="Rcf0ae0b0e35a47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fc286b0f094cb0" /><Relationship Type="http://schemas.openxmlformats.org/officeDocument/2006/relationships/notesSlide" Target="/ppt/notesSlides/notesSlide6.xml" Id="R82a3de09037646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6bceb2cb9941f6" /><Relationship Type="http://schemas.openxmlformats.org/officeDocument/2006/relationships/notesSlide" Target="/ppt/notesSlides/notesSlide7.xml" Id="R983ea930bb1441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cfe75e257e4034" /><Relationship Type="http://schemas.openxmlformats.org/officeDocument/2006/relationships/notesSlide" Target="/ppt/notesSlides/notesSlide8.xml" Id="R8f33ab20616c4da2"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6C7426-F1ED-4AC5-B942-92F95A5E9B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E52C6AB-2BAE-4413-B3C6-90C467783436}"/>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3EC6136-3734-448C-8088-7207B60EFD04}"/>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847E208-FF95-4C25-97A7-9EB9377612E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COMMON CORE</a:t>
            </a:r>
          </a:p>
        </p:txBody>
      </p:sp>
      <p:sp>
        <p:nvSpPr>
          <p:cNvPr id="5" name="">
            <a:extLst xmlns:a="http://schemas.openxmlformats.org/drawingml/2006/main">
              <a:ext uri="{FF2B5EF4-FFF2-40B4-BE49-F238E27FC236}">
                <a16:creationId xmlns:a16="http://schemas.microsoft.com/office/drawing/2014/main" id="{2FD125E6-7B6B-444B-B257-14C61EA83B6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BUILD THE EVIDENCE CONTRACT</a:t>
            </a:r>
          </a:p>
        </p:txBody>
      </p:sp>
      <p:sp>
        <p:nvSpPr>
          <p:cNvPr id="6" name="">
            <a:extLst xmlns:a="http://schemas.openxmlformats.org/drawingml/2006/main">
              <a:ext uri="{FF2B5EF4-FFF2-40B4-BE49-F238E27FC236}">
                <a16:creationId xmlns:a16="http://schemas.microsoft.com/office/drawing/2014/main" id="{16D11ABD-9F1D-4BDA-B3A5-D0EC0ACB9432}"/>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Make every record, transformation, and linkage interpretable and governable.</a:t>
            </a:r>
          </a:p>
        </p:txBody>
      </p:sp>
      <p:sp>
        <p:nvSpPr>
          <p:cNvPr id="7" name="">
            <a:extLst xmlns:a="http://schemas.openxmlformats.org/drawingml/2006/main">
              <a:ext uri="{FF2B5EF4-FFF2-40B4-BE49-F238E27FC236}">
                <a16:creationId xmlns:a16="http://schemas.microsoft.com/office/drawing/2014/main" id="{66286CC7-CFB8-4419-AA9C-9A2822AE3E92}"/>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V7_0_N02</a:t>
            </a:r>
          </a:p>
        </p:txBody>
      </p:sp>
      <p:sp>
        <p:nvSpPr>
          <p:cNvPr id="8" name="">
            <a:extLst xmlns:a="http://schemas.openxmlformats.org/drawingml/2006/main">
              <a:ext uri="{FF2B5EF4-FFF2-40B4-BE49-F238E27FC236}">
                <a16:creationId xmlns:a16="http://schemas.microsoft.com/office/drawing/2014/main" id="{B764A677-4B10-427A-B001-45AE1195655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PU-B07-C02</a:t>
            </a:r>
          </a:p>
        </p:txBody>
      </p:sp>
      <p:sp>
        <p:nvSpPr>
          <p:cNvPr id="9" name="">
            <a:extLst xmlns:a="http://schemas.openxmlformats.org/drawingml/2006/main">
              <a:ext uri="{FF2B5EF4-FFF2-40B4-BE49-F238E27FC236}">
                <a16:creationId xmlns:a16="http://schemas.microsoft.com/office/drawing/2014/main" id="{DFD5642C-F735-4C71-9B80-8EFFD6D7E2B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51206A2-96B7-45CB-BF0A-5E4424DE49C4}"/>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13004558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357895-DE9D-488A-9D2D-0EBFC9398B5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6EDD6D90-E241-412A-AF07-4F7A876D0AE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C37EEE6-7158-4C18-B254-E742306C8AB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D0F2186-7C15-47A9-93AB-F6D4F5B721CC}"/>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213A1E4-8536-485E-9CEA-87AA51FF880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Make every record, transformation, and linkage interpretable and governable.</a:t>
            </a:r>
          </a:p>
        </p:txBody>
      </p:sp>
      <p:sp>
        <p:nvSpPr>
          <p:cNvPr id="6" name="">
            <a:extLst xmlns:a="http://schemas.openxmlformats.org/drawingml/2006/main">
              <a:ext uri="{FF2B5EF4-FFF2-40B4-BE49-F238E27FC236}">
                <a16:creationId xmlns:a16="http://schemas.microsoft.com/office/drawing/2014/main" id="{EFD9C02D-EFEA-4BC3-80D2-CBB281EB151B}"/>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E159A0F6-FDA4-4DDA-97A5-413805E0135D}"/>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6AA2E67-B69D-4370-9097-FF22F933D94A}"/>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Entity and identifier</a:t>
            </a:r>
          </a:p>
        </p:txBody>
      </p:sp>
      <p:sp>
        <p:nvSpPr>
          <p:cNvPr id="9" name="">
            <a:extLst xmlns:a="http://schemas.openxmlformats.org/drawingml/2006/main">
              <a:ext uri="{FF2B5EF4-FFF2-40B4-BE49-F238E27FC236}">
                <a16:creationId xmlns:a16="http://schemas.microsoft.com/office/drawing/2014/main" id="{D68687E0-83A7-45D0-AE96-5D0560DB9310}"/>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4CF4EC94-C50C-4B94-A664-2E145D6C3A0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Measure and unit</a:t>
            </a:r>
          </a:p>
        </p:txBody>
      </p:sp>
      <p:sp>
        <p:nvSpPr>
          <p:cNvPr id="11" name="">
            <a:extLst xmlns:a="http://schemas.openxmlformats.org/drawingml/2006/main">
              <a:ext uri="{FF2B5EF4-FFF2-40B4-BE49-F238E27FC236}">
                <a16:creationId xmlns:a16="http://schemas.microsoft.com/office/drawing/2014/main" id="{1733E00A-2C56-40BD-A5C3-49D5594B26FA}"/>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387C1792-1AC3-4A56-9159-89CD19C09D1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 and spatial grain</a:t>
            </a:r>
          </a:p>
        </p:txBody>
      </p:sp>
      <p:sp>
        <p:nvSpPr>
          <p:cNvPr id="13" name="">
            <a:extLst xmlns:a="http://schemas.openxmlformats.org/drawingml/2006/main">
              <a:ext uri="{FF2B5EF4-FFF2-40B4-BE49-F238E27FC236}">
                <a16:creationId xmlns:a16="http://schemas.microsoft.com/office/drawing/2014/main" id="{89C8A878-C36B-45A7-922E-3083F7BA812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19FBB9B-051C-41C1-8F57-2A6159936272}"/>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Provenance and access</a:t>
            </a:r>
          </a:p>
        </p:txBody>
      </p:sp>
      <p:sp>
        <p:nvSpPr>
          <p:cNvPr id="15" name="">
            <a:extLst xmlns:a="http://schemas.openxmlformats.org/drawingml/2006/main">
              <a:ext uri="{FF2B5EF4-FFF2-40B4-BE49-F238E27FC236}">
                <a16:creationId xmlns:a16="http://schemas.microsoft.com/office/drawing/2014/main" id="{B3C0B478-553E-4DE7-B27A-F7C6F2A4259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970AFC2B-8CB3-4305-B5DB-9B7EF180F26E}"/>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Linkage and retention</a:t>
            </a:r>
          </a:p>
        </p:txBody>
      </p:sp>
      <p:sp>
        <p:nvSpPr>
          <p:cNvPr id="17" name="">
            <a:extLst xmlns:a="http://schemas.openxmlformats.org/drawingml/2006/main">
              <a:ext uri="{FF2B5EF4-FFF2-40B4-BE49-F238E27FC236}">
                <a16:creationId xmlns:a16="http://schemas.microsoft.com/office/drawing/2014/main" id="{7C86E86B-4675-4CA9-B97B-2498A7C9F4E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94374941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F37FA1-7AC9-4249-8893-10F728E9D71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764E8102-E4CB-47A9-8531-99D68E1F03F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F6966F3E-7A56-4105-B21B-67F48F2EF38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275BDD1-663B-4291-9B0D-2DB04C602AC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3604E68B-4AB8-425C-BB15-A0BE9BF79302}"/>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5C0629C-C358-4864-BFD6-5475E6733D9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5D87674-92B0-403C-9C5F-280460DAFB5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Entity and identifier</a:t>
            </a:r>
          </a:p>
        </p:txBody>
      </p:sp>
      <p:sp>
        <p:nvSpPr>
          <p:cNvPr id="8" name="">
            <a:extLst xmlns:a="http://schemas.openxmlformats.org/drawingml/2006/main">
              <a:ext uri="{FF2B5EF4-FFF2-40B4-BE49-F238E27FC236}">
                <a16:creationId xmlns:a16="http://schemas.microsoft.com/office/drawing/2014/main" id="{D82CF120-E633-464D-80EA-9559B7E70459}"/>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AE26938A-ED79-4EBB-BE26-2A291482D5BC}"/>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90524224-F256-48FD-809E-D1D29B60EB7C}"/>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Measure and unit</a:t>
            </a:r>
          </a:p>
        </p:txBody>
      </p:sp>
      <p:sp>
        <p:nvSpPr>
          <p:cNvPr id="11" name="">
            <a:extLst xmlns:a="http://schemas.openxmlformats.org/drawingml/2006/main">
              <a:ext uri="{FF2B5EF4-FFF2-40B4-BE49-F238E27FC236}">
                <a16:creationId xmlns:a16="http://schemas.microsoft.com/office/drawing/2014/main" id="{7BC43A75-8C97-4546-95DD-ECD9AD9C5922}"/>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8324FCD-CAE4-4289-B706-4E288754450A}"/>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6F0A5C2F-1B00-4E0B-8F88-10C83492B545}"/>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 and spatial grain</a:t>
            </a:r>
          </a:p>
        </p:txBody>
      </p:sp>
      <p:sp>
        <p:nvSpPr>
          <p:cNvPr id="14" name="">
            <a:extLst xmlns:a="http://schemas.openxmlformats.org/drawingml/2006/main">
              <a:ext uri="{FF2B5EF4-FFF2-40B4-BE49-F238E27FC236}">
                <a16:creationId xmlns:a16="http://schemas.microsoft.com/office/drawing/2014/main" id="{B2A900C9-342C-4FF2-82DB-9F40DAE6359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E930DA8-E6F6-43DC-A0AC-46894F84C29C}"/>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2A655E5B-97F0-4D39-8641-7232F3843223}"/>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Provenance and access</a:t>
            </a:r>
          </a:p>
        </p:txBody>
      </p:sp>
      <p:sp>
        <p:nvSpPr>
          <p:cNvPr id="17" name="">
            <a:extLst xmlns:a="http://schemas.openxmlformats.org/drawingml/2006/main">
              <a:ext uri="{FF2B5EF4-FFF2-40B4-BE49-F238E27FC236}">
                <a16:creationId xmlns:a16="http://schemas.microsoft.com/office/drawing/2014/main" id="{1A28A8CA-73CF-4356-9BD1-C4819BE09A24}"/>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84898190-8750-4112-9DFA-105063F765B5}"/>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5EA438A-D18D-489D-BE86-0F643A8D26F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Linkage and retention</a:t>
            </a:r>
          </a:p>
        </p:txBody>
      </p:sp>
      <p:sp>
        <p:nvSpPr>
          <p:cNvPr id="20" name="">
            <a:extLst xmlns:a="http://schemas.openxmlformats.org/drawingml/2006/main">
              <a:ext uri="{FF2B5EF4-FFF2-40B4-BE49-F238E27FC236}">
                <a16:creationId xmlns:a16="http://schemas.microsoft.com/office/drawing/2014/main" id="{2D734977-CACB-4E57-A843-F75354BAF807}"/>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55900766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1893B8-A8DD-4AF9-A2CB-9660F3B11C1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0002D79B-F0B1-4695-8543-6F8589532BE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7ED8A4B9-6B62-4D5A-99A2-39957F2E6F4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2604A39-11FD-4D0F-AFCF-AB1BF65D41F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137EACC-3B1A-4D50-AB95-23A8FD8BA27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A35DF93-8FEC-495F-B829-65DAC1EA0DA5}"/>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4077EB4B-CF7A-406A-B28B-219990106D57}"/>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rainfall record binds station, coordinates version, unit, observation time, calibration, and owner.</a:t>
            </a:r>
          </a:p>
        </p:txBody>
      </p:sp>
      <p:sp>
        <p:nvSpPr>
          <p:cNvPr id="8" name="">
            <a:extLst xmlns:a="http://schemas.openxmlformats.org/drawingml/2006/main">
              <a:ext uri="{FF2B5EF4-FFF2-40B4-BE49-F238E27FC236}">
                <a16:creationId xmlns:a16="http://schemas.microsoft.com/office/drawing/2014/main" id="{DDE2BAC3-9C64-4EE6-9418-13B10380957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D4709B00-9990-4BAA-90B2-7850699AE79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1BE2E5C-585B-4099-AF7E-A2B542944F4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62ADD4B-CA8C-4DF9-8E3F-77392389B137}"/>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1673351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ABBE63-DD29-4175-B935-BCF24D88995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F29F3C90-75C4-4798-B549-833B5D9A636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78426D31-338C-4604-9CA5-AD5E8B6AC35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3A17895-9E64-43E9-AEB0-C2BD7C131E2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28135B7C-0D1C-4905-9982-6F364C6F6FDC}"/>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Validate key uniqueness, code lists, provenance hashes, linkage cardinality, and retention rules.</a:t>
            </a:r>
          </a:p>
        </p:txBody>
      </p:sp>
      <p:sp>
        <p:nvSpPr>
          <p:cNvPr id="6" name="">
            <a:extLst xmlns:a="http://schemas.openxmlformats.org/drawingml/2006/main">
              <a:ext uri="{FF2B5EF4-FFF2-40B4-BE49-F238E27FC236}">
                <a16:creationId xmlns:a16="http://schemas.microsoft.com/office/drawing/2014/main" id="{F7980EBC-56A0-4F86-B237-99796110141E}"/>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2A36EB1C-3075-401E-937B-8D09BDDF83F0}"/>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1BFE3D00-5B1E-46D2-B81A-5B635EA5F885}"/>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E865F0F4-E365-4E23-988E-37960F7A2D7D}"/>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4422CE26-E50D-434C-87B1-6FB877A64D95}"/>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68933F9-2AB1-4853-929E-1B4B3F6C9642}"/>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6DA3897-7120-48B7-AE4C-B88CBA2E4ED8}"/>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FFC2639-8F01-4A2C-B720-32346B5D460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F5321FB6-3E50-4197-88C4-AC4D8306DA24}"/>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8066EAA5-C887-4B96-9668-31AE09EF93E8}"/>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B61FE86-CEAF-42B6-A7F5-2D2277EE162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AABE8534-66E9-4EF0-920F-615F5523BBD9}"/>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612179571"/>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04823D-6638-43FC-87F5-6A29952CE4D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9E882129-8C29-4354-9FF2-08581ABC4B6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293B1AFC-235D-48A5-A21C-4A985EABF4B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4F14340-723A-4F62-A899-A6051141B90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C0F23592-FA16-4662-A7F0-FCDE7C94602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C37FC00-16B0-4C29-A550-9CA72F3C7AF6}"/>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4366A59D-A4F3-4BDF-9220-3A73BA3BFAD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575A75F-5244-4FE9-8FB6-C4D3FCF449B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8C2B2D10-B862-4126-A44C-9D8DBAAE5E0A}"/>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C362C5CF-C35A-4D33-B7B7-C36542BA406E}"/>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336458C-6E68-4DCE-9510-FC3580A741DF}"/>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0D0578E-A001-4E7F-A0A7-A382F3D42938}"/>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D14F3E73-E3E7-4694-A867-F2146C1D882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1511BAB0-4305-4213-AA07-481F445776DF}"/>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46724583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9157B9-8276-405F-A940-95949ABF554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V7_0_N02</a:t>
            </a:r>
          </a:p>
        </p:txBody>
      </p:sp>
      <p:sp>
        <p:nvSpPr>
          <p:cNvPr id="2" name="">
            <a:extLst xmlns:a="http://schemas.openxmlformats.org/drawingml/2006/main">
              <a:ext uri="{FF2B5EF4-FFF2-40B4-BE49-F238E27FC236}">
                <a16:creationId xmlns:a16="http://schemas.microsoft.com/office/drawing/2014/main" id="{2CBFAB28-4E30-461E-946B-17C204C44D5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28AA9333-B13D-4293-A737-A7F5A9B1E08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0549FD3-CA74-4044-AA84-02FFD41B0A9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79677CD3-8E1B-4672-AD76-338924D3C47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7AFC99EB-A606-4ECC-825B-47C35FC6EA66}"/>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B8CF4A99-0778-40F5-A976-604DA36E193A}"/>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2645EDA7-3E88-4194-AE6F-85B100D48F23}"/>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F66E48D-BD6B-4D79-AF15-1BDAA80EC2F2}"/>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BA54E5A-806C-48E6-AFBB-51888E697F65}"/>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6739034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149405-1B0F-4304-B156-CBF20D39318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A6E7C8C-0CBE-4136-B47A-BA8431B4F42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874BB5F3-9120-48B2-87E7-12ECE78EAC66}"/>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Entity and identifier</a:t>
            </a:r>
          </a:p>
        </p:txBody>
      </p:sp>
      <p:sp>
        <p:nvSpPr>
          <p:cNvPr id="4" name="">
            <a:extLst xmlns:a="http://schemas.openxmlformats.org/drawingml/2006/main">
              <a:ext uri="{FF2B5EF4-FFF2-40B4-BE49-F238E27FC236}">
                <a16:creationId xmlns:a16="http://schemas.microsoft.com/office/drawing/2014/main" id="{2F73AEC2-3B4F-4A14-93D6-82B978A81228}"/>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CB5D5C20-3907-4A25-991C-B0553725BC14}"/>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Measure and unit</a:t>
            </a:r>
          </a:p>
        </p:txBody>
      </p:sp>
      <p:sp>
        <p:nvSpPr>
          <p:cNvPr id="6" name="">
            <a:extLst xmlns:a="http://schemas.openxmlformats.org/drawingml/2006/main">
              <a:ext uri="{FF2B5EF4-FFF2-40B4-BE49-F238E27FC236}">
                <a16:creationId xmlns:a16="http://schemas.microsoft.com/office/drawing/2014/main" id="{F2B36AF2-F2AE-42AF-BD06-074B43C49601}"/>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A8FE9CE8-B22B-4FB3-AAE0-B0CEFB0C3C45}"/>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 and spatial grain</a:t>
            </a:r>
          </a:p>
        </p:txBody>
      </p:sp>
      <p:sp>
        <p:nvSpPr>
          <p:cNvPr id="8" name="">
            <a:extLst xmlns:a="http://schemas.openxmlformats.org/drawingml/2006/main">
              <a:ext uri="{FF2B5EF4-FFF2-40B4-BE49-F238E27FC236}">
                <a16:creationId xmlns:a16="http://schemas.microsoft.com/office/drawing/2014/main" id="{A9D889DC-1F0D-48E7-82C3-A8727FCCAB60}"/>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D897F6E-421D-493A-B2D9-F1FA4531F23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Provenance and access</a:t>
            </a:r>
          </a:p>
        </p:txBody>
      </p:sp>
      <p:sp>
        <p:nvSpPr>
          <p:cNvPr id="10" name="">
            <a:extLst xmlns:a="http://schemas.openxmlformats.org/drawingml/2006/main">
              <a:ext uri="{FF2B5EF4-FFF2-40B4-BE49-F238E27FC236}">
                <a16:creationId xmlns:a16="http://schemas.microsoft.com/office/drawing/2014/main" id="{0A5E6760-7373-46B3-8E26-BA5CD362212B}"/>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263EE038-DFD3-40D4-85AC-D024D452E5B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Linkage and retention</a:t>
            </a:r>
          </a:p>
        </p:txBody>
      </p:sp>
      <p:sp>
        <p:nvSpPr>
          <p:cNvPr id="12" name="">
            <a:extLst xmlns:a="http://schemas.openxmlformats.org/drawingml/2006/main">
              <a:ext uri="{FF2B5EF4-FFF2-40B4-BE49-F238E27FC236}">
                <a16:creationId xmlns:a16="http://schemas.microsoft.com/office/drawing/2014/main" id="{DF6BB2DB-CCB9-4B11-A3A8-2D1A2F8AE7D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012414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2026-09-04T14:32:46.3380000Z</dcterms:created>
  <dcterms:modified xsi:type="dcterms:W3CDTF">2026-09-04T14:32:46.3380000Z</dcterms:modified>
</coreProperties>
</file>