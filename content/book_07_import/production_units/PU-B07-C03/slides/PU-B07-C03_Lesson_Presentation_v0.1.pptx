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d8cab0de6c419d" /><Relationship Type="http://schemas.openxmlformats.org/officeDocument/2006/relationships/extended-properties" Target="/docProps/app.xml" Id="Rc0ea27a5faf14701" /><Relationship Type="http://schemas.openxmlformats.org/officeDocument/2006/relationships/officeDocument" Target="/ppt/presentation.xml" Id="Rdb77e59378a94ef2" /></Relationships>
</file>

<file path=ppt/presentation.xml><?xml version="1.0" encoding="utf-8"?>
<p:presentation xmlns:p="http://schemas.openxmlformats.org/presentationml/2006/main">
  <p:sldMasterIdLst>
    <p:sldMasterId xmlns:r="http://schemas.openxmlformats.org/officeDocument/2006/relationships" id="2147483648" r:id="R60b921d63cb54087"/>
  </p:sldMasterIdLst>
  <p:notesMasterIdLst>
    <p:notesMasterId xmlns:r="http://schemas.openxmlformats.org/officeDocument/2006/relationships" r:id="R7deea447651c4152"/>
  </p:notesMasterIdLst>
  <p:sldIdLst>
    <p:sldId xmlns:r="http://schemas.openxmlformats.org/officeDocument/2006/relationships" id="256" r:id="Rb66a02eb8adb4d92"/>
    <p:sldId xmlns:r="http://schemas.openxmlformats.org/officeDocument/2006/relationships" id="257" r:id="R95c65672d2a04a7f"/>
    <p:sldId xmlns:r="http://schemas.openxmlformats.org/officeDocument/2006/relationships" id="258" r:id="Re45ae1e3df364557"/>
    <p:sldId xmlns:r="http://schemas.openxmlformats.org/officeDocument/2006/relationships" id="259" r:id="Ra090e07a65f34ab2"/>
    <p:sldId xmlns:r="http://schemas.openxmlformats.org/officeDocument/2006/relationships" id="260" r:id="R6d55cf92650a4bf2"/>
    <p:sldId xmlns:r="http://schemas.openxmlformats.org/officeDocument/2006/relationships" id="261" r:id="Re58294d5bdab4c2b"/>
    <p:sldId xmlns:r="http://schemas.openxmlformats.org/officeDocument/2006/relationships" id="262" r:id="R491889ef972a461d"/>
    <p:sldId xmlns:r="http://schemas.openxmlformats.org/officeDocument/2006/relationships" id="263" r:id="R0457951cc6ad42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42ada3466f41e0" /><Relationship Type="http://schemas.openxmlformats.org/officeDocument/2006/relationships/slideMaster" Target="/ppt/slideMasters/slideMaster1.xml" Id="R60b921d63cb54087" /><Relationship Type="http://schemas.openxmlformats.org/officeDocument/2006/relationships/notesMaster" Target="/ppt/notesMasters/notesMaster1.xml" Id="R7deea447651c4152" /><Relationship Type="http://schemas.openxmlformats.org/officeDocument/2006/relationships/presProps" Target="/ppt/presProps.xml" Id="R134b374993314860" /><Relationship Type="http://schemas.openxmlformats.org/officeDocument/2006/relationships/tableStyles" Target="/ppt/tableStyles.xml" Id="Rad29f16a945c48b4" /><Relationship Type="http://schemas.openxmlformats.org/officeDocument/2006/relationships/slide" Target="/ppt/slides/slide1.xml" Id="Rb66a02eb8adb4d92" /><Relationship Type="http://schemas.openxmlformats.org/officeDocument/2006/relationships/slide" Target="/ppt/slides/slide2.xml" Id="R95c65672d2a04a7f" /><Relationship Type="http://schemas.openxmlformats.org/officeDocument/2006/relationships/slide" Target="/ppt/slides/slide3.xml" Id="Re45ae1e3df364557" /><Relationship Type="http://schemas.openxmlformats.org/officeDocument/2006/relationships/slide" Target="/ppt/slides/slide4.xml" Id="Ra090e07a65f34ab2" /><Relationship Type="http://schemas.openxmlformats.org/officeDocument/2006/relationships/slide" Target="/ppt/slides/slide5.xml" Id="R6d55cf92650a4bf2" /><Relationship Type="http://schemas.openxmlformats.org/officeDocument/2006/relationships/slide" Target="/ppt/slides/slide6.xml" Id="Re58294d5bdab4c2b" /><Relationship Type="http://schemas.openxmlformats.org/officeDocument/2006/relationships/slide" Target="/ppt/slides/slide7.xml" Id="R491889ef972a461d" /><Relationship Type="http://schemas.openxmlformats.org/officeDocument/2006/relationships/slide" Target="/ppt/slides/slide8.xml" Id="R0457951cc6ad42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93cb912f03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a44197460f4e06" /><Relationship Type="http://schemas.openxmlformats.org/officeDocument/2006/relationships/notesMaster" Target="/ppt/notesMasters/notesMaster1.xml" Id="R5afa07c2f48d4b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20e0d1bef747a5" /><Relationship Type="http://schemas.openxmlformats.org/officeDocument/2006/relationships/notesMaster" Target="/ppt/notesMasters/notesMaster1.xml" Id="R60d46c3977bf41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d770f1b004e13" /><Relationship Type="http://schemas.openxmlformats.org/officeDocument/2006/relationships/notesMaster" Target="/ppt/notesMasters/notesMaster1.xml" Id="R3d3d1c39bfd24c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6b4bf2530a4693" /><Relationship Type="http://schemas.openxmlformats.org/officeDocument/2006/relationships/notesMaster" Target="/ppt/notesMasters/notesMaster1.xml" Id="R213847d30fd34a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cd0bd326c64949" /><Relationship Type="http://schemas.openxmlformats.org/officeDocument/2006/relationships/notesMaster" Target="/ppt/notesMasters/notesMaster1.xml" Id="R5eaee44817494a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b50cef00c64f35" /><Relationship Type="http://schemas.openxmlformats.org/officeDocument/2006/relationships/notesMaster" Target="/ppt/notesMasters/notesMaster1.xml" Id="Rd1ac5673fb51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cbc51942e44832" /><Relationship Type="http://schemas.openxmlformats.org/officeDocument/2006/relationships/notesMaster" Target="/ppt/notesMasters/notesMaster1.xml" Id="R1918dd740fad4b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17890facfd41de" /><Relationship Type="http://schemas.openxmlformats.org/officeDocument/2006/relationships/notesMaster" Target="/ppt/notesMasters/notesMaster1.xml" Id="Rb74221d56a2f49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Quality Is a Decision Variable. This lesson begins with one principle: measure fitness for use—not generic cleanliness. We will connect that principle to an accountable institutional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Measure fitness for use—not generic cleanliness. The five controls shown here are Decision-specific completeness, Timeliness gate, Weighted coverage, Revision history, Drift and exception routing. Together, they prevent an analytical result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decision-specific completeness, move through timeliness gate and weighted coverage, and finish with revision history and drift and exception routing.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example. A few missing units may represent a large population share; weighted coverage exposes the risk. The analytical system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critical quality gates that override an otherwise reassuring composite score. As you review the saved outputs, focus on what the system can establish,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another sector.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decision-specific completeness clear? Is timeliness gate documented? Is weighted coverage testable? Is revision history governed? And is drift and exception routing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V7_0_N03,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aeedada45746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898c1ee65a4ab5" /><Relationship Type="http://schemas.openxmlformats.org/officeDocument/2006/relationships/slideLayout" Target="/ppt/slideLayouts/slideLayout1.xml" Id="Rc5bd8e5e9e4e4f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bd8e5e9e4e4f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b2b42d5b934723" /><Relationship Type="http://schemas.openxmlformats.org/officeDocument/2006/relationships/notesSlide" Target="/ppt/notesSlides/notesSlide1.xml" Id="Rda14a471440d4f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05a4d1415b44d7" /><Relationship Type="http://schemas.openxmlformats.org/officeDocument/2006/relationships/notesSlide" Target="/ppt/notesSlides/notesSlide2.xml" Id="R163d5663f7594e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ac3615d5734718" /><Relationship Type="http://schemas.openxmlformats.org/officeDocument/2006/relationships/notesSlide" Target="/ppt/notesSlides/notesSlide3.xml" Id="R56e8c0e657c543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ca2e22e164c10" /><Relationship Type="http://schemas.openxmlformats.org/officeDocument/2006/relationships/notesSlide" Target="/ppt/notesSlides/notesSlide4.xml" Id="R0a2598d34fd74b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684d208b9d4f31" /><Relationship Type="http://schemas.openxmlformats.org/officeDocument/2006/relationships/notesSlide" Target="/ppt/notesSlides/notesSlide5.xml" Id="Rd15e996e171e46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86523a71b348e2" /><Relationship Type="http://schemas.openxmlformats.org/officeDocument/2006/relationships/notesSlide" Target="/ppt/notesSlides/notesSlide6.xml" Id="Rfeee5a46c40e43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2cd8daae3645a2" /><Relationship Type="http://schemas.openxmlformats.org/officeDocument/2006/relationships/notesSlide" Target="/ppt/notesSlides/notesSlide7.xml" Id="R1e4283db381a44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dbb09aaa0846c5" /><Relationship Type="http://schemas.openxmlformats.org/officeDocument/2006/relationships/notesSlide" Target="/ppt/notesSlides/notesSlide8.xml" Id="R7407d97998634a7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EDCA5E-AC83-46AC-AED1-285B84F602C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C59EC24F-5B12-4C7B-A1C4-682F15387B9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2034F2EA-32B4-4905-8B94-24D2935AD2C5}"/>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5B9FD08F-5592-42E2-88A7-A1A16C41271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COMMON CORE</a:t>
            </a:r>
          </a:p>
        </p:txBody>
      </p:sp>
      <p:sp>
        <p:nvSpPr>
          <p:cNvPr id="5" name="">
            <a:extLst xmlns:a="http://schemas.openxmlformats.org/drawingml/2006/main">
              <a:ext uri="{FF2B5EF4-FFF2-40B4-BE49-F238E27FC236}">
                <a16:creationId xmlns:a16="http://schemas.microsoft.com/office/drawing/2014/main" id="{D3A12494-1814-46A4-8456-D3550FD3099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QUALITY IS A DECISION VARIABLE</a:t>
            </a:r>
          </a:p>
        </p:txBody>
      </p:sp>
      <p:sp>
        <p:nvSpPr>
          <p:cNvPr id="6" name="">
            <a:extLst xmlns:a="http://schemas.openxmlformats.org/drawingml/2006/main">
              <a:ext uri="{FF2B5EF4-FFF2-40B4-BE49-F238E27FC236}">
                <a16:creationId xmlns:a16="http://schemas.microsoft.com/office/drawing/2014/main" id="{80E5D1EA-D2A5-4316-A94C-19715436F70F}"/>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Measure fitness for use—not generic cleanliness.</a:t>
            </a:r>
          </a:p>
        </p:txBody>
      </p:sp>
      <p:sp>
        <p:nvSpPr>
          <p:cNvPr id="7" name="">
            <a:extLst xmlns:a="http://schemas.openxmlformats.org/drawingml/2006/main">
              <a:ext uri="{FF2B5EF4-FFF2-40B4-BE49-F238E27FC236}">
                <a16:creationId xmlns:a16="http://schemas.microsoft.com/office/drawing/2014/main" id="{864130DC-0478-4E17-BC24-0AB445CA13D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V7_0_N03</a:t>
            </a:r>
          </a:p>
        </p:txBody>
      </p:sp>
      <p:sp>
        <p:nvSpPr>
          <p:cNvPr id="8" name="">
            <a:extLst xmlns:a="http://schemas.openxmlformats.org/drawingml/2006/main">
              <a:ext uri="{FF2B5EF4-FFF2-40B4-BE49-F238E27FC236}">
                <a16:creationId xmlns:a16="http://schemas.microsoft.com/office/drawing/2014/main" id="{7811B7A6-0A35-4551-8166-7EACEFDCED4B}"/>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PU-B07-C03</a:t>
            </a:r>
          </a:p>
        </p:txBody>
      </p:sp>
      <p:sp>
        <p:nvSpPr>
          <p:cNvPr id="9" name="">
            <a:extLst xmlns:a="http://schemas.openxmlformats.org/drawingml/2006/main">
              <a:ext uri="{FF2B5EF4-FFF2-40B4-BE49-F238E27FC236}">
                <a16:creationId xmlns:a16="http://schemas.microsoft.com/office/drawing/2014/main" id="{CF02AC10-758F-4E77-92E7-1AF6F261576F}"/>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F3D2A66-EFFB-4975-9F55-6196C6242187}"/>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30801848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1B35BC-21EB-47BA-A40E-109733C5E26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2C5292D7-5C5C-4304-A220-FBBB7291009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62F169ED-FB16-4EDE-AAB1-44730035F51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AD8D1BE-7496-491F-B0CC-872FF76CFA6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F01B5532-DD5D-4C27-BA30-EE46E70C062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Measure fitness for use—not generic cleanliness.</a:t>
            </a:r>
          </a:p>
        </p:txBody>
      </p:sp>
      <p:sp>
        <p:nvSpPr>
          <p:cNvPr id="6" name="">
            <a:extLst xmlns:a="http://schemas.openxmlformats.org/drawingml/2006/main">
              <a:ext uri="{FF2B5EF4-FFF2-40B4-BE49-F238E27FC236}">
                <a16:creationId xmlns:a16="http://schemas.microsoft.com/office/drawing/2014/main" id="{6427EFF2-63F3-442B-BF8B-6E7C95565FB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4635D22C-1359-4721-B341-D5E9FA04506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58E9B16C-3901-4078-970D-68AB04C67C01}"/>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Decision-specific completeness</a:t>
            </a:r>
          </a:p>
        </p:txBody>
      </p:sp>
      <p:sp>
        <p:nvSpPr>
          <p:cNvPr id="9" name="">
            <a:extLst xmlns:a="http://schemas.openxmlformats.org/drawingml/2006/main">
              <a:ext uri="{FF2B5EF4-FFF2-40B4-BE49-F238E27FC236}">
                <a16:creationId xmlns:a16="http://schemas.microsoft.com/office/drawing/2014/main" id="{0D70AACD-FB46-440C-98DA-7149F7E45207}"/>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FDF3F01-08BC-405D-A30B-BDC43D6E9E5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Timeliness gate</a:t>
            </a:r>
          </a:p>
        </p:txBody>
      </p:sp>
      <p:sp>
        <p:nvSpPr>
          <p:cNvPr id="11" name="">
            <a:extLst xmlns:a="http://schemas.openxmlformats.org/drawingml/2006/main">
              <a:ext uri="{FF2B5EF4-FFF2-40B4-BE49-F238E27FC236}">
                <a16:creationId xmlns:a16="http://schemas.microsoft.com/office/drawing/2014/main" id="{973F54D3-8B5D-4C33-B4F5-3621AEE12605}"/>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9E2444A5-7DA3-46F3-9504-6C6125AEEFAC}"/>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Weighted coverage</a:t>
            </a:r>
          </a:p>
        </p:txBody>
      </p:sp>
      <p:sp>
        <p:nvSpPr>
          <p:cNvPr id="13" name="">
            <a:extLst xmlns:a="http://schemas.openxmlformats.org/drawingml/2006/main">
              <a:ext uri="{FF2B5EF4-FFF2-40B4-BE49-F238E27FC236}">
                <a16:creationId xmlns:a16="http://schemas.microsoft.com/office/drawing/2014/main" id="{0A59FF0A-2AA4-4BA3-A6C5-5F00E92AFC55}"/>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139297A-A0E3-468B-ACA3-0768B6A092E7}"/>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Revision history</a:t>
            </a:r>
          </a:p>
        </p:txBody>
      </p:sp>
      <p:sp>
        <p:nvSpPr>
          <p:cNvPr id="15" name="">
            <a:extLst xmlns:a="http://schemas.openxmlformats.org/drawingml/2006/main">
              <a:ext uri="{FF2B5EF4-FFF2-40B4-BE49-F238E27FC236}">
                <a16:creationId xmlns:a16="http://schemas.microsoft.com/office/drawing/2014/main" id="{BC0A2760-05C4-42CD-8425-DEACD04507EA}"/>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38A25852-E8F3-4095-B44A-24CED9A6427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Drift and exception routing</a:t>
            </a:r>
          </a:p>
        </p:txBody>
      </p:sp>
      <p:sp>
        <p:nvSpPr>
          <p:cNvPr id="17" name="">
            <a:extLst xmlns:a="http://schemas.openxmlformats.org/drawingml/2006/main">
              <a:ext uri="{FF2B5EF4-FFF2-40B4-BE49-F238E27FC236}">
                <a16:creationId xmlns:a16="http://schemas.microsoft.com/office/drawing/2014/main" id="{FAC60114-3686-437F-8EE8-D22FB5E9F9B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14580112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D0DBAFE-12EA-4697-970E-E83743A2468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1FDB597A-B2EB-46A5-B42A-0E26CA9BC32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2E6EB38-0140-428A-8058-383863D775A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CF83881-0E14-44D3-8430-BE421DD90A6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FA4487E8-E58B-467B-8429-DBB3BE59EE94}"/>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A3D33B9C-2FD7-4934-837B-A8B274EFE7D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2AA7DBF9-5B28-43C7-A449-7425D1EDF8F2}"/>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Decision-specific completeness</a:t>
            </a:r>
          </a:p>
        </p:txBody>
      </p:sp>
      <p:sp>
        <p:nvSpPr>
          <p:cNvPr id="8" name="">
            <a:extLst xmlns:a="http://schemas.openxmlformats.org/drawingml/2006/main">
              <a:ext uri="{FF2B5EF4-FFF2-40B4-BE49-F238E27FC236}">
                <a16:creationId xmlns:a16="http://schemas.microsoft.com/office/drawing/2014/main" id="{9B07EEDD-24FF-4BCD-A5BD-3E1AD3981882}"/>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BAC90056-C727-4BBE-B535-2949290C3FEB}"/>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1E228C19-6EBE-494D-B9D4-FD4904D8A542}"/>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Timeliness gate</a:t>
            </a:r>
          </a:p>
        </p:txBody>
      </p:sp>
      <p:sp>
        <p:nvSpPr>
          <p:cNvPr id="11" name="">
            <a:extLst xmlns:a="http://schemas.openxmlformats.org/drawingml/2006/main">
              <a:ext uri="{FF2B5EF4-FFF2-40B4-BE49-F238E27FC236}">
                <a16:creationId xmlns:a16="http://schemas.microsoft.com/office/drawing/2014/main" id="{73510B2A-BF74-4F8B-A899-B45628530189}"/>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63AC3C2-051C-4C65-A717-A86595A6B06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F86B60D-C703-43F9-8541-3F1D589B37AD}"/>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Weighted coverage</a:t>
            </a:r>
          </a:p>
        </p:txBody>
      </p:sp>
      <p:sp>
        <p:nvSpPr>
          <p:cNvPr id="14" name="">
            <a:extLst xmlns:a="http://schemas.openxmlformats.org/drawingml/2006/main">
              <a:ext uri="{FF2B5EF4-FFF2-40B4-BE49-F238E27FC236}">
                <a16:creationId xmlns:a16="http://schemas.microsoft.com/office/drawing/2014/main" id="{54C0666D-2E61-4A38-B45B-CF09EAE6EF7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D74CB04A-9417-459C-AFBC-1C86159876ED}"/>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1648D2F9-5B76-495F-B20B-3028F3F22BC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Revision history</a:t>
            </a:r>
          </a:p>
        </p:txBody>
      </p:sp>
      <p:sp>
        <p:nvSpPr>
          <p:cNvPr id="17" name="">
            <a:extLst xmlns:a="http://schemas.openxmlformats.org/drawingml/2006/main">
              <a:ext uri="{FF2B5EF4-FFF2-40B4-BE49-F238E27FC236}">
                <a16:creationId xmlns:a16="http://schemas.microsoft.com/office/drawing/2014/main" id="{17F29438-3D86-4D52-870D-F6DDBCA8351E}"/>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52B2DCB-A9A6-4607-91BD-17D1CB22651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89EA4EA-2CB5-4954-BE71-735C9BA8482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Drift and exception routing</a:t>
            </a:r>
          </a:p>
        </p:txBody>
      </p:sp>
      <p:sp>
        <p:nvSpPr>
          <p:cNvPr id="20" name="">
            <a:extLst xmlns:a="http://schemas.openxmlformats.org/drawingml/2006/main">
              <a:ext uri="{FF2B5EF4-FFF2-40B4-BE49-F238E27FC236}">
                <a16:creationId xmlns:a16="http://schemas.microsoft.com/office/drawing/2014/main" id="{4DDB339F-DB7D-452F-9AF7-0F0F9273FB2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5923990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6605DF-051D-48F8-86A4-3A9A89013B2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436C066E-3275-43F1-9D36-3BC18707D52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EBB719D8-847D-4125-AA5A-0F1F77399AB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45CC446-13F6-4D14-8A5D-EB99800E890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58FE171-494E-40F4-86F2-2A92128EA9FC}"/>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B1E7532B-EFF0-4FBC-B869-B223C63A400A}"/>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46FD7389-71B5-40BB-88A3-9DAA0F649998}"/>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few missing units may represent a large population share; weighted coverage exposes the risk.</a:t>
            </a:r>
          </a:p>
        </p:txBody>
      </p:sp>
      <p:sp>
        <p:nvSpPr>
          <p:cNvPr id="8" name="">
            <a:extLst xmlns:a="http://schemas.openxmlformats.org/drawingml/2006/main">
              <a:ext uri="{FF2B5EF4-FFF2-40B4-BE49-F238E27FC236}">
                <a16:creationId xmlns:a16="http://schemas.microsoft.com/office/drawing/2014/main" id="{A254D8B4-6EF2-4932-9C75-0712834467A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2DEF9BBF-AA7A-4A7E-886C-6667AD001FE4}"/>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5FD091E-577B-4CB7-AD5A-E0FFFE41C1B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4A337A3C-396E-44B5-91B9-C292A6DBC8DC}"/>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9956978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AC4FEA5-8079-496F-8577-826E8558695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ADE5AAEF-8D6D-448E-952E-EA67E58FE37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5554229A-7E79-45F0-B7DE-EECC6841618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0AFF5D2-0ACC-4B0C-9796-24E46418B03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640D6B67-6659-43C7-BB4C-75C75AD0D7A7}"/>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critical quality gates that override an otherwise reassuring composite score.</a:t>
            </a:r>
          </a:p>
        </p:txBody>
      </p:sp>
      <p:sp>
        <p:nvSpPr>
          <p:cNvPr id="6" name="">
            <a:extLst xmlns:a="http://schemas.openxmlformats.org/drawingml/2006/main">
              <a:ext uri="{FF2B5EF4-FFF2-40B4-BE49-F238E27FC236}">
                <a16:creationId xmlns:a16="http://schemas.microsoft.com/office/drawing/2014/main" id="{64D5C8B7-3B26-4AEE-BEA5-7043A07B4281}"/>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7D9BB7C-D6AD-40A0-A00D-436E15ED2680}"/>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B2A6523-EAC1-41A1-A05B-80E4B3D66E40}"/>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6A06F719-8B9C-42D9-A1D1-AF04A78F8157}"/>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3602590-E68A-4982-9772-C0CD80637F56}"/>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EFE5C9C-7391-4B60-96F0-F404EA0DEB6A}"/>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669727CC-196F-4F6B-B0E1-717A6B19197F}"/>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2DC175A-F9A7-478B-AFC0-B02C8125DE2A}"/>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D2F28502-4467-4328-A273-E19D3A0C0D2A}"/>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7F23C897-CA0D-4EA6-A378-0F6843343288}"/>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0FCF3280-44D3-4012-BF02-C3A077EC3BE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02CED766-676D-429B-A917-955D5952F40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16458036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17B8D7-586E-4730-861D-43F0807E027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49BA290D-EC2E-4CE3-81E3-AF57D9E4455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8BAF36C2-B590-4AB7-9793-F2C801BBCEE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E7310D1-57D6-4208-94FB-45D43F17ED9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66BCBD93-9E65-4683-B129-03A2795CB4DC}"/>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BA0AB1CB-E276-4C04-AF77-EFF60C040DB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E28254FE-6E79-4672-873A-C1604554611D}"/>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0D505526-4456-4D85-8AEA-45A86F5C7457}"/>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15B31A9B-48EF-480E-8397-1EC4DA4A2D6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D457CD2-A74C-4B49-80B3-3F0AC9189605}"/>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A56784D-A7DB-4250-8BD8-46AB295E171C}"/>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5C8D0323-5BC7-4EA2-AEED-FB0329A42888}"/>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9A0BA021-D39D-407B-90BE-93C650E96E3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7576A9F6-CD1F-41F0-9485-AB713A7D455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59345799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720CD8-DD85-4AAC-BCDC-62709F5744A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V7_0_N03</a:t>
            </a:r>
          </a:p>
        </p:txBody>
      </p:sp>
      <p:sp>
        <p:nvSpPr>
          <p:cNvPr id="2" name="">
            <a:extLst xmlns:a="http://schemas.openxmlformats.org/drawingml/2006/main">
              <a:ext uri="{FF2B5EF4-FFF2-40B4-BE49-F238E27FC236}">
                <a16:creationId xmlns:a16="http://schemas.microsoft.com/office/drawing/2014/main" id="{0998B9C7-99FC-48BD-903E-AA92594F7A2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3B36DAB-0F3A-4FE6-9642-02AE2FAEF07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55AB4FB-8F0D-4666-907A-447B07467B0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E8D6EF80-4606-442E-9EB3-E677A9FB353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3385215-5DAD-4961-9F88-5D6BEA73F54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5D7A579-E23E-4656-957B-6AEC3CC07929}"/>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0AC4BB1B-D312-47DA-9FA2-4DA31B98E2A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9B8165F-1CD5-4454-B51B-58634801851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ABCE64F2-E97A-4733-87B0-AFDB714E3028}"/>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89546935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834642-8744-4745-905F-A82913AB124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7A5CB41-6D8D-445F-969E-27C1C1CD2CA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096927C8-B452-46C2-9468-04783140BB4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Decision-specific completeness</a:t>
            </a:r>
          </a:p>
        </p:txBody>
      </p:sp>
      <p:sp>
        <p:nvSpPr>
          <p:cNvPr id="4" name="">
            <a:extLst xmlns:a="http://schemas.openxmlformats.org/drawingml/2006/main">
              <a:ext uri="{FF2B5EF4-FFF2-40B4-BE49-F238E27FC236}">
                <a16:creationId xmlns:a16="http://schemas.microsoft.com/office/drawing/2014/main" id="{CF54C6A3-A7B7-4C43-A261-EF5400DBB953}"/>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332DF1E-A603-455A-8F30-2E340508521F}"/>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Timeliness gate</a:t>
            </a:r>
          </a:p>
        </p:txBody>
      </p:sp>
      <p:sp>
        <p:nvSpPr>
          <p:cNvPr id="6" name="">
            <a:extLst xmlns:a="http://schemas.openxmlformats.org/drawingml/2006/main">
              <a:ext uri="{FF2B5EF4-FFF2-40B4-BE49-F238E27FC236}">
                <a16:creationId xmlns:a16="http://schemas.microsoft.com/office/drawing/2014/main" id="{89A7724E-5BF7-43DC-B995-60290A6FC75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5FAC7137-8FD6-471C-8DA7-9B893A072109}"/>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Weighted coverage</a:t>
            </a:r>
          </a:p>
        </p:txBody>
      </p:sp>
      <p:sp>
        <p:nvSpPr>
          <p:cNvPr id="8" name="">
            <a:extLst xmlns:a="http://schemas.openxmlformats.org/drawingml/2006/main">
              <a:ext uri="{FF2B5EF4-FFF2-40B4-BE49-F238E27FC236}">
                <a16:creationId xmlns:a16="http://schemas.microsoft.com/office/drawing/2014/main" id="{F487E9C8-D9D0-47F4-BD88-7E982CEF0C94}"/>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8DD70B94-B8BE-4233-8A71-B1264CE1A94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Revision history</a:t>
            </a:r>
          </a:p>
        </p:txBody>
      </p:sp>
      <p:sp>
        <p:nvSpPr>
          <p:cNvPr id="10" name="">
            <a:extLst xmlns:a="http://schemas.openxmlformats.org/drawingml/2006/main">
              <a:ext uri="{FF2B5EF4-FFF2-40B4-BE49-F238E27FC236}">
                <a16:creationId xmlns:a16="http://schemas.microsoft.com/office/drawing/2014/main" id="{FF506F9E-11A8-469A-80C4-17198B5783A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082627E0-C5ED-4414-B3C1-4B81E538A19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Drift and exception routing</a:t>
            </a:r>
          </a:p>
        </p:txBody>
      </p:sp>
      <p:sp>
        <p:nvSpPr>
          <p:cNvPr id="12" name="">
            <a:extLst xmlns:a="http://schemas.openxmlformats.org/drawingml/2006/main">
              <a:ext uri="{FF2B5EF4-FFF2-40B4-BE49-F238E27FC236}">
                <a16:creationId xmlns:a16="http://schemas.microsoft.com/office/drawing/2014/main" id="{85388D66-0719-4073-8BAD-599B6ECEA97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4332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2026-09-04T14:32:46.8710000Z</dcterms:created>
  <dcterms:modified xsi:type="dcterms:W3CDTF">2026-09-04T14:32:46.8710000Z</dcterms:modified>
</coreProperties>
</file>