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65ad3fcb9a4063" /><Relationship Type="http://schemas.openxmlformats.org/officeDocument/2006/relationships/extended-properties" Target="/docProps/app.xml" Id="R691cc43527204832" /><Relationship Type="http://schemas.openxmlformats.org/officeDocument/2006/relationships/officeDocument" Target="/ppt/presentation.xml" Id="R97664da706b04809" /></Relationships>
</file>

<file path=ppt/presentation.xml><?xml version="1.0" encoding="utf-8"?>
<p:presentation xmlns:p="http://schemas.openxmlformats.org/presentationml/2006/main">
  <p:sldMasterIdLst>
    <p:sldMasterId xmlns:r="http://schemas.openxmlformats.org/officeDocument/2006/relationships" id="2147483648" r:id="R78dd3891d3384af4"/>
  </p:sldMasterIdLst>
  <p:notesMasterIdLst>
    <p:notesMasterId xmlns:r="http://schemas.openxmlformats.org/officeDocument/2006/relationships" r:id="R97d60bfa2daf4c21"/>
  </p:notesMasterIdLst>
  <p:sldIdLst>
    <p:sldId xmlns:r="http://schemas.openxmlformats.org/officeDocument/2006/relationships" id="256" r:id="R3e01cb02c38842a1"/>
    <p:sldId xmlns:r="http://schemas.openxmlformats.org/officeDocument/2006/relationships" id="257" r:id="R591fec0c373e47eb"/>
    <p:sldId xmlns:r="http://schemas.openxmlformats.org/officeDocument/2006/relationships" id="258" r:id="Rb2034754f6004de6"/>
    <p:sldId xmlns:r="http://schemas.openxmlformats.org/officeDocument/2006/relationships" id="259" r:id="Rf31e45832a5c4884"/>
    <p:sldId xmlns:r="http://schemas.openxmlformats.org/officeDocument/2006/relationships" id="260" r:id="R9363021869474262"/>
    <p:sldId xmlns:r="http://schemas.openxmlformats.org/officeDocument/2006/relationships" id="261" r:id="R3a260072bbc74a4e"/>
    <p:sldId xmlns:r="http://schemas.openxmlformats.org/officeDocument/2006/relationships" id="262" r:id="R7e6bbd6a85d74ed5"/>
    <p:sldId xmlns:r="http://schemas.openxmlformats.org/officeDocument/2006/relationships" id="263" r:id="Rd91663c1bf2a42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fbe8bfa3644276" /><Relationship Type="http://schemas.openxmlformats.org/officeDocument/2006/relationships/slideMaster" Target="/ppt/slideMasters/slideMaster1.xml" Id="R78dd3891d3384af4" /><Relationship Type="http://schemas.openxmlformats.org/officeDocument/2006/relationships/notesMaster" Target="/ppt/notesMasters/notesMaster1.xml" Id="R97d60bfa2daf4c21" /><Relationship Type="http://schemas.openxmlformats.org/officeDocument/2006/relationships/presProps" Target="/ppt/presProps.xml" Id="Rdedca63068a345dd" /><Relationship Type="http://schemas.openxmlformats.org/officeDocument/2006/relationships/tableStyles" Target="/ppt/tableStyles.xml" Id="Ra0a4b9d0942f4d23" /><Relationship Type="http://schemas.openxmlformats.org/officeDocument/2006/relationships/slide" Target="/ppt/slides/slide1.xml" Id="R3e01cb02c38842a1" /><Relationship Type="http://schemas.openxmlformats.org/officeDocument/2006/relationships/slide" Target="/ppt/slides/slide2.xml" Id="R591fec0c373e47eb" /><Relationship Type="http://schemas.openxmlformats.org/officeDocument/2006/relationships/slide" Target="/ppt/slides/slide3.xml" Id="Rb2034754f6004de6" /><Relationship Type="http://schemas.openxmlformats.org/officeDocument/2006/relationships/slide" Target="/ppt/slides/slide4.xml" Id="Rf31e45832a5c4884" /><Relationship Type="http://schemas.openxmlformats.org/officeDocument/2006/relationships/slide" Target="/ppt/slides/slide5.xml" Id="R9363021869474262" /><Relationship Type="http://schemas.openxmlformats.org/officeDocument/2006/relationships/slide" Target="/ppt/slides/slide6.xml" Id="R3a260072bbc74a4e" /><Relationship Type="http://schemas.openxmlformats.org/officeDocument/2006/relationships/slide" Target="/ppt/slides/slide7.xml" Id="R7e6bbd6a85d74ed5" /><Relationship Type="http://schemas.openxmlformats.org/officeDocument/2006/relationships/slide" Target="/ppt/slides/slide8.xml" Id="Rd91663c1bf2a42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2fb9603aa248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ea0c84321b4160" /><Relationship Type="http://schemas.openxmlformats.org/officeDocument/2006/relationships/notesMaster" Target="/ppt/notesMasters/notesMaster1.xml" Id="Re7fa84c7db4645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453347ae954296" /><Relationship Type="http://schemas.openxmlformats.org/officeDocument/2006/relationships/notesMaster" Target="/ppt/notesMasters/notesMaster1.xml" Id="Rae8bb97eb68c4c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971111b67c4a9e" /><Relationship Type="http://schemas.openxmlformats.org/officeDocument/2006/relationships/notesMaster" Target="/ppt/notesMasters/notesMaster1.xml" Id="Ra14af924571643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2bb8e235b24486" /><Relationship Type="http://schemas.openxmlformats.org/officeDocument/2006/relationships/notesMaster" Target="/ppt/notesMasters/notesMaster1.xml" Id="R6b14a45cf46f4c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b2c97d268a4b0f" /><Relationship Type="http://schemas.openxmlformats.org/officeDocument/2006/relationships/notesMaster" Target="/ppt/notesMasters/notesMaster1.xml" Id="R778d34fb32a343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46828eff734c17" /><Relationship Type="http://schemas.openxmlformats.org/officeDocument/2006/relationships/notesMaster" Target="/ppt/notesMasters/notesMaster1.xml" Id="R725f5849dbff45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6e8cd3223f4729" /><Relationship Type="http://schemas.openxmlformats.org/officeDocument/2006/relationships/notesMaster" Target="/ppt/notesMasters/notesMaster1.xml" Id="R6b4dd63fb86f47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10fc62083f455f" /><Relationship Type="http://schemas.openxmlformats.org/officeDocument/2006/relationships/notesMaster" Target="/ppt/notesMasters/notesMaster1.xml" Id="Re40ff61c732a46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Emergency Operations Decision Room. This lesson begins with one principle: emergency intelligence must connect verified evidence to authorized action.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Emergency intelligence must connect verified evidence to authorized action. The five controls shown here are Verified signal, Severity, Capacity, Action owner, Closure. Together, they prevent a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verified signal, move through severity and capacity, and finish with action owner and closure.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An incident brief links severity, resources, owners, review times, and escalation.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and validate an emergency decision brief and operating queue.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verified signal clear? Is severity documented? Is capacity testable? Is action owner governed? And is closure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6ff282548b47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6cb9d5dc6d4061" /><Relationship Type="http://schemas.openxmlformats.org/officeDocument/2006/relationships/slideLayout" Target="/ppt/slideLayouts/slideLayout1.xml" Id="Re872ac12b3b947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72ac12b3b947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cbd6a790c34b8e" /><Relationship Type="http://schemas.openxmlformats.org/officeDocument/2006/relationships/notesSlide" Target="/ppt/notesSlides/notesSlide1.xml" Id="R67970234e2d742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2e817a123e474f" /><Relationship Type="http://schemas.openxmlformats.org/officeDocument/2006/relationships/notesSlide" Target="/ppt/notesSlides/notesSlide2.xml" Id="R1a5036c21ec84c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0cacb1e9434406" /><Relationship Type="http://schemas.openxmlformats.org/officeDocument/2006/relationships/notesSlide" Target="/ppt/notesSlides/notesSlide3.xml" Id="Ra96f5c08ae8e4a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d285ab1c934dd6" /><Relationship Type="http://schemas.openxmlformats.org/officeDocument/2006/relationships/notesSlide" Target="/ppt/notesSlides/notesSlide4.xml" Id="Rb0d2e6e58e6049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4d29759a484b9a" /><Relationship Type="http://schemas.openxmlformats.org/officeDocument/2006/relationships/notesSlide" Target="/ppt/notesSlides/notesSlide5.xml" Id="R98e1fafe9cfd4e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3acab090ce415e" /><Relationship Type="http://schemas.openxmlformats.org/officeDocument/2006/relationships/notesSlide" Target="/ppt/notesSlides/notesSlide6.xml" Id="Rf183f743359f4a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bc9deb68db4c19" /><Relationship Type="http://schemas.openxmlformats.org/officeDocument/2006/relationships/notesSlide" Target="/ppt/notesSlides/notesSlide7.xml" Id="R59e2b4806f584d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a0f7888dbe4cea" /><Relationship Type="http://schemas.openxmlformats.org/officeDocument/2006/relationships/notesSlide" Target="/ppt/notesSlides/notesSlide8.xml" Id="R0408cc9f8e1f4cc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48A319-FDBC-41B1-BE33-2B625643632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3205130B-ED60-4B53-80EB-247EFAEAFB18}"/>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566FBECC-2548-4A7A-896B-F9B4101B271C}"/>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D3C2AEF3-5681-4D70-99DF-2FE5FF43F280}"/>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FEF37BEF-9BDA-4413-A948-F3127E386F2A}"/>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EMERGENCY OPERATIONS DECISION ROOM</a:t>
            </a:r>
          </a:p>
        </p:txBody>
      </p:sp>
      <p:sp>
        <p:nvSpPr>
          <p:cNvPr id="6" name="">
            <a:extLst xmlns:a="http://schemas.openxmlformats.org/drawingml/2006/main">
              <a:ext uri="{FF2B5EF4-FFF2-40B4-BE49-F238E27FC236}">
                <a16:creationId xmlns:a16="http://schemas.microsoft.com/office/drawing/2014/main" id="{8D5D14AC-4599-4FC0-A00D-9881AF5A0064}"/>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Emergency intelligence must connect verified evidence to authorized action.</a:t>
            </a:r>
          </a:p>
        </p:txBody>
      </p:sp>
      <p:sp>
        <p:nvSpPr>
          <p:cNvPr id="7" name="">
            <a:extLst xmlns:a="http://schemas.openxmlformats.org/drawingml/2006/main">
              <a:ext uri="{FF2B5EF4-FFF2-40B4-BE49-F238E27FC236}">
                <a16:creationId xmlns:a16="http://schemas.microsoft.com/office/drawing/2014/main" id="{19182825-F5F2-4013-B353-372EB433A507}"/>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V7_B_N13</a:t>
            </a:r>
          </a:p>
        </p:txBody>
      </p:sp>
      <p:sp>
        <p:nvSpPr>
          <p:cNvPr id="8" name="">
            <a:extLst xmlns:a="http://schemas.openxmlformats.org/drawingml/2006/main">
              <a:ext uri="{FF2B5EF4-FFF2-40B4-BE49-F238E27FC236}">
                <a16:creationId xmlns:a16="http://schemas.microsoft.com/office/drawing/2014/main" id="{BA74DD1F-D996-4508-8ED2-65E46808B94A}"/>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PU-B07-C33</a:t>
            </a:r>
          </a:p>
        </p:txBody>
      </p:sp>
      <p:sp>
        <p:nvSpPr>
          <p:cNvPr id="9" name="">
            <a:extLst xmlns:a="http://schemas.openxmlformats.org/drawingml/2006/main">
              <a:ext uri="{FF2B5EF4-FFF2-40B4-BE49-F238E27FC236}">
                <a16:creationId xmlns:a16="http://schemas.microsoft.com/office/drawing/2014/main" id="{6560051E-C5FE-4BBF-8A95-64CF6EE461B2}"/>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36407532-9399-4924-B1DD-40678CCF3619}"/>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068307482"/>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8A44865-52E1-4CD5-9F0F-D4F1614F886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V7_B_N13</a:t>
            </a:r>
          </a:p>
        </p:txBody>
      </p:sp>
      <p:sp>
        <p:nvSpPr>
          <p:cNvPr id="2" name="">
            <a:extLst xmlns:a="http://schemas.openxmlformats.org/drawingml/2006/main">
              <a:ext uri="{FF2B5EF4-FFF2-40B4-BE49-F238E27FC236}">
                <a16:creationId xmlns:a16="http://schemas.microsoft.com/office/drawing/2014/main" id="{EDB2B2DE-75B6-4A86-AF75-78442DCF322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447EA33-DF28-4448-9387-5D704A5346C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0AF0C27-CCDE-45A4-AC99-F722353B6A45}"/>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E391CD8E-79F8-4ED6-84EB-5D96282A8AAC}"/>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Emergency intelligence must connect verified evidence to authorized action.</a:t>
            </a:r>
          </a:p>
        </p:txBody>
      </p:sp>
      <p:sp>
        <p:nvSpPr>
          <p:cNvPr id="6" name="">
            <a:extLst xmlns:a="http://schemas.openxmlformats.org/drawingml/2006/main">
              <a:ext uri="{FF2B5EF4-FFF2-40B4-BE49-F238E27FC236}">
                <a16:creationId xmlns:a16="http://schemas.microsoft.com/office/drawing/2014/main" id="{816C2F28-B84C-4419-A9F1-34E0364DCE4C}"/>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0EF6DE1C-64D8-47B9-9CEF-590A045FF5BC}"/>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7A512DB-0E0E-4E2C-BD72-81D989003CD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Verified signal</a:t>
            </a:r>
          </a:p>
        </p:txBody>
      </p:sp>
      <p:sp>
        <p:nvSpPr>
          <p:cNvPr id="9" name="">
            <a:extLst xmlns:a="http://schemas.openxmlformats.org/drawingml/2006/main">
              <a:ext uri="{FF2B5EF4-FFF2-40B4-BE49-F238E27FC236}">
                <a16:creationId xmlns:a16="http://schemas.microsoft.com/office/drawing/2014/main" id="{B0CEC18F-A499-4F6A-B150-565191656685}"/>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FCA41FB5-9A8E-4690-9C25-D01EFB0D0949}"/>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Severity</a:t>
            </a:r>
          </a:p>
        </p:txBody>
      </p:sp>
      <p:sp>
        <p:nvSpPr>
          <p:cNvPr id="11" name="">
            <a:extLst xmlns:a="http://schemas.openxmlformats.org/drawingml/2006/main">
              <a:ext uri="{FF2B5EF4-FFF2-40B4-BE49-F238E27FC236}">
                <a16:creationId xmlns:a16="http://schemas.microsoft.com/office/drawing/2014/main" id="{A1C0AFBE-C016-46DA-9B5E-359DBEEC851C}"/>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77F2362C-2958-4EF7-BC13-C15AEEF9CA88}"/>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3" name="">
            <a:extLst xmlns:a="http://schemas.openxmlformats.org/drawingml/2006/main">
              <a:ext uri="{FF2B5EF4-FFF2-40B4-BE49-F238E27FC236}">
                <a16:creationId xmlns:a16="http://schemas.microsoft.com/office/drawing/2014/main" id="{65D821B1-62F0-4BAA-A7E9-5740B49D262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D3DA790D-9BAC-4CEC-9333-5C6ADD318CEB}"/>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Action owner</a:t>
            </a:r>
          </a:p>
        </p:txBody>
      </p:sp>
      <p:sp>
        <p:nvSpPr>
          <p:cNvPr id="15" name="">
            <a:extLst xmlns:a="http://schemas.openxmlformats.org/drawingml/2006/main">
              <a:ext uri="{FF2B5EF4-FFF2-40B4-BE49-F238E27FC236}">
                <a16:creationId xmlns:a16="http://schemas.microsoft.com/office/drawing/2014/main" id="{B4877A20-C339-43F9-B90F-84F6B8558D42}"/>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36BC90C0-9C46-4AA5-ACEA-4EA4A1359E86}"/>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Closure</a:t>
            </a:r>
          </a:p>
        </p:txBody>
      </p:sp>
      <p:sp>
        <p:nvSpPr>
          <p:cNvPr id="17" name="">
            <a:extLst xmlns:a="http://schemas.openxmlformats.org/drawingml/2006/main">
              <a:ext uri="{FF2B5EF4-FFF2-40B4-BE49-F238E27FC236}">
                <a16:creationId xmlns:a16="http://schemas.microsoft.com/office/drawing/2014/main" id="{03BB26AB-FDFF-4F33-B21E-5391C220049C}"/>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907773129"/>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241EA00-7B1C-4F8A-A88E-F636629C2C7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V7_B_N13</a:t>
            </a:r>
          </a:p>
        </p:txBody>
      </p:sp>
      <p:sp>
        <p:nvSpPr>
          <p:cNvPr id="2" name="">
            <a:extLst xmlns:a="http://schemas.openxmlformats.org/drawingml/2006/main">
              <a:ext uri="{FF2B5EF4-FFF2-40B4-BE49-F238E27FC236}">
                <a16:creationId xmlns:a16="http://schemas.microsoft.com/office/drawing/2014/main" id="{2829771D-0D3D-4566-AE20-CD34F0BBC52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98096FF7-4B29-42A0-9DC5-E9E48AE2859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6436F41-EB4C-4F3B-A48E-D18D3FBE5D3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C36EF8B-0658-4948-8DA8-91AD29A73EFB}"/>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6044EF4-2341-4460-A071-3D673FB619EC}"/>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1BBBB542-48E9-439C-908B-7669D2A671C6}"/>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Verified signal</a:t>
            </a:r>
          </a:p>
        </p:txBody>
      </p:sp>
      <p:sp>
        <p:nvSpPr>
          <p:cNvPr id="8" name="">
            <a:extLst xmlns:a="http://schemas.openxmlformats.org/drawingml/2006/main">
              <a:ext uri="{FF2B5EF4-FFF2-40B4-BE49-F238E27FC236}">
                <a16:creationId xmlns:a16="http://schemas.microsoft.com/office/drawing/2014/main" id="{E8176EE5-50A8-4348-84E6-752D3660B69A}"/>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D55704A-5F44-408A-8F5D-A29FC4C398FC}"/>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D2EF0613-7F9F-474F-97E0-0D5EC6CBA8C2}"/>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Severity</a:t>
            </a:r>
          </a:p>
        </p:txBody>
      </p:sp>
      <p:sp>
        <p:nvSpPr>
          <p:cNvPr id="11" name="">
            <a:extLst xmlns:a="http://schemas.openxmlformats.org/drawingml/2006/main">
              <a:ext uri="{FF2B5EF4-FFF2-40B4-BE49-F238E27FC236}">
                <a16:creationId xmlns:a16="http://schemas.microsoft.com/office/drawing/2014/main" id="{E0B45010-2220-405A-ABDE-EBCF35148C08}"/>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E1346BF6-C0D7-476F-952D-F7E435AD680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5384B95E-F4DB-48FC-ACBE-2E7519167309}"/>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14" name="">
            <a:extLst xmlns:a="http://schemas.openxmlformats.org/drawingml/2006/main">
              <a:ext uri="{FF2B5EF4-FFF2-40B4-BE49-F238E27FC236}">
                <a16:creationId xmlns:a16="http://schemas.microsoft.com/office/drawing/2014/main" id="{49759A92-E7F1-4477-8734-43E3947270F2}"/>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67D9138B-4306-4BF5-8B3F-423F268CBA51}"/>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735F9D5B-ED63-4A1E-8440-2BD783276224}"/>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Action owner</a:t>
            </a:r>
          </a:p>
        </p:txBody>
      </p:sp>
      <p:sp>
        <p:nvSpPr>
          <p:cNvPr id="17" name="">
            <a:extLst xmlns:a="http://schemas.openxmlformats.org/drawingml/2006/main">
              <a:ext uri="{FF2B5EF4-FFF2-40B4-BE49-F238E27FC236}">
                <a16:creationId xmlns:a16="http://schemas.microsoft.com/office/drawing/2014/main" id="{8AD40400-7A76-4FF4-8FC8-3BB65929D51A}"/>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A20BAD6-81C4-4418-B909-BA4186F293C3}"/>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5422D2D-3D24-4D00-BBB1-9CE7FE7E7C9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Closure</a:t>
            </a:r>
          </a:p>
        </p:txBody>
      </p:sp>
      <p:sp>
        <p:nvSpPr>
          <p:cNvPr id="20" name="">
            <a:extLst xmlns:a="http://schemas.openxmlformats.org/drawingml/2006/main">
              <a:ext uri="{FF2B5EF4-FFF2-40B4-BE49-F238E27FC236}">
                <a16:creationId xmlns:a16="http://schemas.microsoft.com/office/drawing/2014/main" id="{92A4F525-E2A0-4B46-8BBF-7933975BA07B}"/>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353247412"/>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F99336B-3489-4666-A01A-9B8B9CCE637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V7_B_N13</a:t>
            </a:r>
          </a:p>
        </p:txBody>
      </p:sp>
      <p:sp>
        <p:nvSpPr>
          <p:cNvPr id="2" name="">
            <a:extLst xmlns:a="http://schemas.openxmlformats.org/drawingml/2006/main">
              <a:ext uri="{FF2B5EF4-FFF2-40B4-BE49-F238E27FC236}">
                <a16:creationId xmlns:a16="http://schemas.microsoft.com/office/drawing/2014/main" id="{C1ED2B54-79D2-41DB-B807-7DA98AD12DF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B1CD905-78F0-4570-97F0-7BECC0F7834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564C301-0A81-4E3B-A4B7-9135EDF12EB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F31D6E3F-F620-4C40-8390-B0D125E80375}"/>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D99161DD-B009-453F-8437-9E248403DDF2}"/>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649FE10B-1B63-40E9-AE56-AFC63619A9F3}"/>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An incident brief links severity, resources, owners, review times, and escalation.</a:t>
            </a:r>
          </a:p>
        </p:txBody>
      </p:sp>
      <p:sp>
        <p:nvSpPr>
          <p:cNvPr id="8" name="">
            <a:extLst xmlns:a="http://schemas.openxmlformats.org/drawingml/2006/main">
              <a:ext uri="{FF2B5EF4-FFF2-40B4-BE49-F238E27FC236}">
                <a16:creationId xmlns:a16="http://schemas.microsoft.com/office/drawing/2014/main" id="{F129C27D-0765-4E64-8B58-8C38658BFEA8}"/>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3F06EEAF-0E22-4FC9-AF11-0E3282180FB1}"/>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EE36EF2-6A08-4AB1-944D-77C7EA065F9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C59DCD6D-1E6B-472E-B343-18ADF84EAB5C}"/>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679750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8B5ADC1-B3AF-4B11-B2F6-CB1E52E2E33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V7_B_N13</a:t>
            </a:r>
          </a:p>
        </p:txBody>
      </p:sp>
      <p:sp>
        <p:nvSpPr>
          <p:cNvPr id="2" name="">
            <a:extLst xmlns:a="http://schemas.openxmlformats.org/drawingml/2006/main">
              <a:ext uri="{FF2B5EF4-FFF2-40B4-BE49-F238E27FC236}">
                <a16:creationId xmlns:a16="http://schemas.microsoft.com/office/drawing/2014/main" id="{643AA190-1FBA-4D29-9B20-5E6A31C6D94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C0BD6380-94BD-4D0F-ABB2-86728B7D6ED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ECC782E-193B-4D20-9D47-1D9D10B2ED8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8196887-B7DE-4B3F-BB9F-012846ACC1E2}"/>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and validate an emergency decision brief and operating queue.</a:t>
            </a:r>
          </a:p>
        </p:txBody>
      </p:sp>
      <p:sp>
        <p:nvSpPr>
          <p:cNvPr id="6" name="">
            <a:extLst xmlns:a="http://schemas.openxmlformats.org/drawingml/2006/main">
              <a:ext uri="{FF2B5EF4-FFF2-40B4-BE49-F238E27FC236}">
                <a16:creationId xmlns:a16="http://schemas.microsoft.com/office/drawing/2014/main" id="{1711CABC-3272-49C1-932E-7D59AA09FA71}"/>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E6F3ABE-A1AB-4D18-99DB-AF2E436B01B5}"/>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063F8217-7497-4CE7-823E-2BBDA66ADD14}"/>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D38D94D2-53ED-41C7-B20A-56258D4C23DF}"/>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1AFBC0A-EE59-406F-90E7-0C6B1FFD1B61}"/>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196B751F-D4F9-43D9-BA8E-A71CE06A87B5}"/>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1BFB2471-99F7-404B-8821-1B874D2E572A}"/>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7EED982-B951-4F04-8380-112B3488500C}"/>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902D644-7B2D-4AF8-8014-1A166313E14F}"/>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54C743CC-C841-4EC3-9C30-C689B21A3A6E}"/>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A88710A-1521-4DF2-AE8A-4D0444283E8D}"/>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75F48629-3FEE-4FDF-839F-A7129B8FD955}"/>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995499597"/>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5CA8CD-B4FD-416D-B74B-24540D35879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V7_B_N13</a:t>
            </a:r>
          </a:p>
        </p:txBody>
      </p:sp>
      <p:sp>
        <p:nvSpPr>
          <p:cNvPr id="2" name="">
            <a:extLst xmlns:a="http://schemas.openxmlformats.org/drawingml/2006/main">
              <a:ext uri="{FF2B5EF4-FFF2-40B4-BE49-F238E27FC236}">
                <a16:creationId xmlns:a16="http://schemas.microsoft.com/office/drawing/2014/main" id="{68877CB7-4E80-421E-AD7F-DFAE3B8AAE7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C5B3D6F-D08C-43A0-B969-BAFC1D03E10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D58FE19-9DAE-4831-B7BA-1EDA48F9FEF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A7100E71-AAEF-4C3A-B9F8-AB4C4AEE7A2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9D121997-51B6-4674-AB62-3C12B61D249E}"/>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A4E74E4F-64FC-46B3-A5F7-C4AE13413741}"/>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1CEA0075-B0FB-48A4-9243-69E0DEC463BF}"/>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52B23B7-BB36-4BE5-93A4-238D03F0757C}"/>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66C8016-B205-4A63-9959-75D0C7C8F486}"/>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EAAE87F4-57DC-41C8-BABA-29953C69D83C}"/>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7566B33-8CBA-4215-A29A-95366284078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BA1226E0-F147-4DCB-BD89-04E44C968AF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8B862FEE-92E2-419C-B99B-87DAD791EC71}"/>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1377176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7A2DEA-C329-4F06-8379-2A6A69497B7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V7_B_N13</a:t>
            </a:r>
          </a:p>
        </p:txBody>
      </p:sp>
      <p:sp>
        <p:nvSpPr>
          <p:cNvPr id="2" name="">
            <a:extLst xmlns:a="http://schemas.openxmlformats.org/drawingml/2006/main">
              <a:ext uri="{FF2B5EF4-FFF2-40B4-BE49-F238E27FC236}">
                <a16:creationId xmlns:a16="http://schemas.microsoft.com/office/drawing/2014/main" id="{09A089F1-A34C-4C80-800E-770AC69771C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0DC351AA-B733-4F45-B79D-5C9F22A8EB7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A8426AD-2089-4925-ACDE-51FB6309C97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F1340457-1E65-4D2A-9C22-865E6EBB99B0}"/>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A49FB3E3-E5FF-4CBD-94B6-FCC6C8086608}"/>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FED0A18C-F0B2-46BA-B9B2-02999271A2CC}"/>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B2DB3450-5AF2-4BC9-BC5E-9ED82448A28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3F794C6-189B-4F46-82D6-DB363A83814E}"/>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44F43AD4-5EC7-46B7-9919-7119613C37D9}"/>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63824210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2C1688-43AE-4B92-ADA8-F78608FFC07C}"/>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40840943-8F48-45EC-B79A-9E6F9A1D1507}"/>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27C3FA02-939D-4991-8E71-583B813FE4ED}"/>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Verified signal</a:t>
            </a:r>
          </a:p>
        </p:txBody>
      </p:sp>
      <p:sp>
        <p:nvSpPr>
          <p:cNvPr id="4" name="">
            <a:extLst xmlns:a="http://schemas.openxmlformats.org/drawingml/2006/main">
              <a:ext uri="{FF2B5EF4-FFF2-40B4-BE49-F238E27FC236}">
                <a16:creationId xmlns:a16="http://schemas.microsoft.com/office/drawing/2014/main" id="{3C487D1D-3A8A-4D82-9B9E-609052276A1E}"/>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33D9942F-AE75-49B5-8D1A-92FF284CD53D}"/>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Severity</a:t>
            </a:r>
          </a:p>
        </p:txBody>
      </p:sp>
      <p:sp>
        <p:nvSpPr>
          <p:cNvPr id="6" name="">
            <a:extLst xmlns:a="http://schemas.openxmlformats.org/drawingml/2006/main">
              <a:ext uri="{FF2B5EF4-FFF2-40B4-BE49-F238E27FC236}">
                <a16:creationId xmlns:a16="http://schemas.microsoft.com/office/drawing/2014/main" id="{52073282-EAFD-4319-B7F6-6D3345BECB1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A879D49-BE74-44BD-9B16-4431A7BCCAFF}"/>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8" name="">
            <a:extLst xmlns:a="http://schemas.openxmlformats.org/drawingml/2006/main">
              <a:ext uri="{FF2B5EF4-FFF2-40B4-BE49-F238E27FC236}">
                <a16:creationId xmlns:a16="http://schemas.microsoft.com/office/drawing/2014/main" id="{5AF28AB0-860C-4290-B007-091EBB1676B6}"/>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1D7446A-DC3A-4BFB-BA95-7238E0907A11}"/>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Action owner</a:t>
            </a:r>
          </a:p>
        </p:txBody>
      </p:sp>
      <p:sp>
        <p:nvSpPr>
          <p:cNvPr id="10" name="">
            <a:extLst xmlns:a="http://schemas.openxmlformats.org/drawingml/2006/main">
              <a:ext uri="{FF2B5EF4-FFF2-40B4-BE49-F238E27FC236}">
                <a16:creationId xmlns:a16="http://schemas.microsoft.com/office/drawing/2014/main" id="{D1E56323-696F-4168-A11E-6D26005CAE62}"/>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52BAA7E2-41FB-4DD8-97FF-D50AAE44F86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Closure</a:t>
            </a:r>
          </a:p>
        </p:txBody>
      </p:sp>
      <p:sp>
        <p:nvSpPr>
          <p:cNvPr id="12" name="">
            <a:extLst xmlns:a="http://schemas.openxmlformats.org/drawingml/2006/main">
              <a:ext uri="{FF2B5EF4-FFF2-40B4-BE49-F238E27FC236}">
                <a16:creationId xmlns:a16="http://schemas.microsoft.com/office/drawing/2014/main" id="{EE37EDC3-62BC-4BFC-8B5E-E92400631FC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328520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2026-09-04T15:21:07.6930000Z</dcterms:created>
  <dcterms:modified xsi:type="dcterms:W3CDTF">2026-09-04T15:21:07.6930000Z</dcterms:modified>
</coreProperties>
</file>