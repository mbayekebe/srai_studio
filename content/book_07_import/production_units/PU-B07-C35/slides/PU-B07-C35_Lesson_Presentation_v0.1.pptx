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b3f177f35948ac" /><Relationship Type="http://schemas.openxmlformats.org/officeDocument/2006/relationships/extended-properties" Target="/docProps/app.xml" Id="Rf953a0caa56f4c3b" /><Relationship Type="http://schemas.openxmlformats.org/officeDocument/2006/relationships/officeDocument" Target="/ppt/presentation.xml" Id="Rd93b962113a7448a" /></Relationships>
</file>

<file path=ppt/presentation.xml><?xml version="1.0" encoding="utf-8"?>
<p:presentation xmlns:p="http://schemas.openxmlformats.org/presentationml/2006/main">
  <p:sldMasterIdLst>
    <p:sldMasterId xmlns:r="http://schemas.openxmlformats.org/officeDocument/2006/relationships" id="2147483648" r:id="Rf3d5de281c264e71"/>
  </p:sldMasterIdLst>
  <p:notesMasterIdLst>
    <p:notesMasterId xmlns:r="http://schemas.openxmlformats.org/officeDocument/2006/relationships" r:id="R85723fe3ad8d4e9c"/>
  </p:notesMasterIdLst>
  <p:sldIdLst>
    <p:sldId xmlns:r="http://schemas.openxmlformats.org/officeDocument/2006/relationships" id="256" r:id="R4fbbd92f32274062"/>
    <p:sldId xmlns:r="http://schemas.openxmlformats.org/officeDocument/2006/relationships" id="257" r:id="Rb3412232fd3c4ead"/>
    <p:sldId xmlns:r="http://schemas.openxmlformats.org/officeDocument/2006/relationships" id="258" r:id="R069e54ad8f144117"/>
    <p:sldId xmlns:r="http://schemas.openxmlformats.org/officeDocument/2006/relationships" id="259" r:id="Rd611f8bba49f42e4"/>
    <p:sldId xmlns:r="http://schemas.openxmlformats.org/officeDocument/2006/relationships" id="260" r:id="R09b16e5512514136"/>
    <p:sldId xmlns:r="http://schemas.openxmlformats.org/officeDocument/2006/relationships" id="261" r:id="R40a12d782d894206"/>
    <p:sldId xmlns:r="http://schemas.openxmlformats.org/officeDocument/2006/relationships" id="262" r:id="Ra3d6dc89d3074c61"/>
    <p:sldId xmlns:r="http://schemas.openxmlformats.org/officeDocument/2006/relationships" id="263" r:id="R44836921876c46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c35a385c914560" /><Relationship Type="http://schemas.openxmlformats.org/officeDocument/2006/relationships/slideMaster" Target="/ppt/slideMasters/slideMaster1.xml" Id="Rf3d5de281c264e71" /><Relationship Type="http://schemas.openxmlformats.org/officeDocument/2006/relationships/notesMaster" Target="/ppt/notesMasters/notesMaster1.xml" Id="R85723fe3ad8d4e9c" /><Relationship Type="http://schemas.openxmlformats.org/officeDocument/2006/relationships/presProps" Target="/ppt/presProps.xml" Id="R2e8d641730ec40a0" /><Relationship Type="http://schemas.openxmlformats.org/officeDocument/2006/relationships/tableStyles" Target="/ppt/tableStyles.xml" Id="R1d6dda223d0d4eb7" /><Relationship Type="http://schemas.openxmlformats.org/officeDocument/2006/relationships/slide" Target="/ppt/slides/slide1.xml" Id="R4fbbd92f32274062" /><Relationship Type="http://schemas.openxmlformats.org/officeDocument/2006/relationships/slide" Target="/ppt/slides/slide2.xml" Id="Rb3412232fd3c4ead" /><Relationship Type="http://schemas.openxmlformats.org/officeDocument/2006/relationships/slide" Target="/ppt/slides/slide3.xml" Id="R069e54ad8f144117" /><Relationship Type="http://schemas.openxmlformats.org/officeDocument/2006/relationships/slide" Target="/ppt/slides/slide4.xml" Id="Rd611f8bba49f42e4" /><Relationship Type="http://schemas.openxmlformats.org/officeDocument/2006/relationships/slide" Target="/ppt/slides/slide5.xml" Id="R09b16e5512514136" /><Relationship Type="http://schemas.openxmlformats.org/officeDocument/2006/relationships/slide" Target="/ppt/slides/slide6.xml" Id="R40a12d782d894206" /><Relationship Type="http://schemas.openxmlformats.org/officeDocument/2006/relationships/slide" Target="/ppt/slides/slide7.xml" Id="Ra3d6dc89d3074c61" /><Relationship Type="http://schemas.openxmlformats.org/officeDocument/2006/relationships/slide" Target="/ppt/slides/slide8.xml" Id="R44836921876c46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0432b4fb224b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8d511d39c1471b" /><Relationship Type="http://schemas.openxmlformats.org/officeDocument/2006/relationships/notesMaster" Target="/ppt/notesMasters/notesMaster1.xml" Id="Rffb65f14fdd343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b2b56ad7b8487a" /><Relationship Type="http://schemas.openxmlformats.org/officeDocument/2006/relationships/notesMaster" Target="/ppt/notesMasters/notesMaster1.xml" Id="R2fe767d9f6c846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cd12567a0f46ab" /><Relationship Type="http://schemas.openxmlformats.org/officeDocument/2006/relationships/notesMaster" Target="/ppt/notesMasters/notesMaster1.xml" Id="R345b95f0d31649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d0c82e1785432c" /><Relationship Type="http://schemas.openxmlformats.org/officeDocument/2006/relationships/notesMaster" Target="/ppt/notesMasters/notesMaster1.xml" Id="R1982619e393748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2f13973b68434c" /><Relationship Type="http://schemas.openxmlformats.org/officeDocument/2006/relationships/notesMaster" Target="/ppt/notesMasters/notesMaster1.xml" Id="R79ddab1f2e654a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8a3988aed9472f" /><Relationship Type="http://schemas.openxmlformats.org/officeDocument/2006/relationships/notesMaster" Target="/ppt/notesMasters/notesMaster1.xml" Id="R1ba472d6901741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3ab16eefc546b7" /><Relationship Type="http://schemas.openxmlformats.org/officeDocument/2006/relationships/notesMaster" Target="/ppt/notesMasters/notesMaster1.xml" Id="R8b633b688d154d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89342696a2498d" /><Relationship Type="http://schemas.openxmlformats.org/officeDocument/2006/relationships/notesMaster" Target="/ppt/notesMasters/notesMaster1.xml" Id="R0c87afa9481343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National Health Intelligence Capstone. This lesson begins with one principle: national intelligence must integrate evidence, uncertainty, authority, and action.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National intelligence must integrate evidence, uncertainty, authority, and action. The five controls shown here are Integrated evidence, Surveillance, Capacity, Equity, Accountability. Together, they prevent a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integrated evidence, move through surveillance and capacity, and finish with equity and accountability.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 national brief connects indicators, risks, resources, uncertainty, and authorized actions.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Assemble and validate an accountable national health decision product.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integrated evidence clear? Is surveillance documented? Is capacity testable? Is equity governed? And is accountability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d142ab128b4c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f8a4178e8e401d" /><Relationship Type="http://schemas.openxmlformats.org/officeDocument/2006/relationships/slideLayout" Target="/ppt/slideLayouts/slideLayout1.xml" Id="Rf86daeb288b243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6daeb288b243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c8eab775d8433c" /><Relationship Type="http://schemas.openxmlformats.org/officeDocument/2006/relationships/notesSlide" Target="/ppt/notesSlides/notesSlide1.xml" Id="R93e49581cab249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c73c53e2dd468d" /><Relationship Type="http://schemas.openxmlformats.org/officeDocument/2006/relationships/notesSlide" Target="/ppt/notesSlides/notesSlide2.xml" Id="R0a4ec376352741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9d91fca71a41ea" /><Relationship Type="http://schemas.openxmlformats.org/officeDocument/2006/relationships/notesSlide" Target="/ppt/notesSlides/notesSlide3.xml" Id="Raee505348f0e44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38fa5489874c60" /><Relationship Type="http://schemas.openxmlformats.org/officeDocument/2006/relationships/notesSlide" Target="/ppt/notesSlides/notesSlide4.xml" Id="Re3cb11e095a847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72ac2e4a974593" /><Relationship Type="http://schemas.openxmlformats.org/officeDocument/2006/relationships/notesSlide" Target="/ppt/notesSlides/notesSlide5.xml" Id="Re646cda035d545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6d92bfb28a4cd0" /><Relationship Type="http://schemas.openxmlformats.org/officeDocument/2006/relationships/notesSlide" Target="/ppt/notesSlides/notesSlide6.xml" Id="R2dcd3812032b45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fd3d34bd5a4652" /><Relationship Type="http://schemas.openxmlformats.org/officeDocument/2006/relationships/notesSlide" Target="/ppt/notesSlides/notesSlide7.xml" Id="R80c98b24c5d64d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82629901434ddf" /><Relationship Type="http://schemas.openxmlformats.org/officeDocument/2006/relationships/notesSlide" Target="/ppt/notesSlides/notesSlide8.xml" Id="R0d90c935d9a641f3"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7843EB-65F6-41B5-97FA-69A393728DB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0F87D5FD-9ACC-46C8-8D7E-8A4511197B5C}"/>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D2013FDD-EEBD-4794-8E8E-38863980906E}"/>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DDD2BD6A-4B21-44BB-9F57-34B8EA62D4BC}"/>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A4B85BA7-E3FB-4E2A-ABC4-D0C20355E82E}"/>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NATIONAL HEALTH INTELLIGENCE CAPSTONE</a:t>
            </a:r>
          </a:p>
        </p:txBody>
      </p:sp>
      <p:sp>
        <p:nvSpPr>
          <p:cNvPr id="6" name="">
            <a:extLst xmlns:a="http://schemas.openxmlformats.org/drawingml/2006/main">
              <a:ext uri="{FF2B5EF4-FFF2-40B4-BE49-F238E27FC236}">
                <a16:creationId xmlns:a16="http://schemas.microsoft.com/office/drawing/2014/main" id="{3ED0B8E7-888A-48EB-8B16-26F03AC9F1FE}"/>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National intelligence must integrate evidence, uncertainty, authority, and action.</a:t>
            </a:r>
          </a:p>
        </p:txBody>
      </p:sp>
      <p:sp>
        <p:nvSpPr>
          <p:cNvPr id="7" name="">
            <a:extLst xmlns:a="http://schemas.openxmlformats.org/drawingml/2006/main">
              <a:ext uri="{FF2B5EF4-FFF2-40B4-BE49-F238E27FC236}">
                <a16:creationId xmlns:a16="http://schemas.microsoft.com/office/drawing/2014/main" id="{C227A216-7E61-404A-837D-7B3433989168}"/>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V7_B_N15</a:t>
            </a:r>
          </a:p>
        </p:txBody>
      </p:sp>
      <p:sp>
        <p:nvSpPr>
          <p:cNvPr id="8" name="">
            <a:extLst xmlns:a="http://schemas.openxmlformats.org/drawingml/2006/main">
              <a:ext uri="{FF2B5EF4-FFF2-40B4-BE49-F238E27FC236}">
                <a16:creationId xmlns:a16="http://schemas.microsoft.com/office/drawing/2014/main" id="{A35937A8-A73F-44BC-B9C8-A43F157A176C}"/>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PU-B07-C35</a:t>
            </a:r>
          </a:p>
        </p:txBody>
      </p:sp>
      <p:sp>
        <p:nvSpPr>
          <p:cNvPr id="9" name="">
            <a:extLst xmlns:a="http://schemas.openxmlformats.org/drawingml/2006/main">
              <a:ext uri="{FF2B5EF4-FFF2-40B4-BE49-F238E27FC236}">
                <a16:creationId xmlns:a16="http://schemas.microsoft.com/office/drawing/2014/main" id="{6B9504EC-8927-48B3-A1BB-4B105EB594B8}"/>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0FFC226C-54A1-4B88-8D31-2CA56F9EB01A}"/>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78283937"/>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08EE650-9CD2-40B9-BDCA-4E425177837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V7_B_N15</a:t>
            </a:r>
          </a:p>
        </p:txBody>
      </p:sp>
      <p:sp>
        <p:nvSpPr>
          <p:cNvPr id="2" name="">
            <a:extLst xmlns:a="http://schemas.openxmlformats.org/drawingml/2006/main">
              <a:ext uri="{FF2B5EF4-FFF2-40B4-BE49-F238E27FC236}">
                <a16:creationId xmlns:a16="http://schemas.microsoft.com/office/drawing/2014/main" id="{F02A31FF-7218-4210-BA40-4ED69198A26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EBA2E244-36A5-4002-B125-4519F5139A6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3A7159F-76F1-4F3D-B230-9B22A38D8550}"/>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4F84AE08-9E4C-4EBF-A89C-D1AD3FFFC551}"/>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National intelligence must integrate evidence, uncertainty, authority, and action.</a:t>
            </a:r>
          </a:p>
        </p:txBody>
      </p:sp>
      <p:sp>
        <p:nvSpPr>
          <p:cNvPr id="6" name="">
            <a:extLst xmlns:a="http://schemas.openxmlformats.org/drawingml/2006/main">
              <a:ext uri="{FF2B5EF4-FFF2-40B4-BE49-F238E27FC236}">
                <a16:creationId xmlns:a16="http://schemas.microsoft.com/office/drawing/2014/main" id="{8BE65390-0BB9-4CAF-BCCC-48961C91AE2E}"/>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AAE7DDD8-3297-4A43-9298-102E4DFED484}"/>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B465AE72-33F8-40D3-A1DA-70117687F26C}"/>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Integrated evidence</a:t>
            </a:r>
          </a:p>
        </p:txBody>
      </p:sp>
      <p:sp>
        <p:nvSpPr>
          <p:cNvPr id="9" name="">
            <a:extLst xmlns:a="http://schemas.openxmlformats.org/drawingml/2006/main">
              <a:ext uri="{FF2B5EF4-FFF2-40B4-BE49-F238E27FC236}">
                <a16:creationId xmlns:a16="http://schemas.microsoft.com/office/drawing/2014/main" id="{89E3C8CC-A474-4D53-998A-F732009B2EFD}"/>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61EE50C4-B927-4C99-A5C4-759D9D392A60}"/>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Surveillance</a:t>
            </a:r>
          </a:p>
        </p:txBody>
      </p:sp>
      <p:sp>
        <p:nvSpPr>
          <p:cNvPr id="11" name="">
            <a:extLst xmlns:a="http://schemas.openxmlformats.org/drawingml/2006/main">
              <a:ext uri="{FF2B5EF4-FFF2-40B4-BE49-F238E27FC236}">
                <a16:creationId xmlns:a16="http://schemas.microsoft.com/office/drawing/2014/main" id="{835AEDC4-8645-4052-B7A1-A662E8974B6D}"/>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2C779A06-0D77-49BA-83A3-8947EACB8397}"/>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Capacity</a:t>
            </a:r>
          </a:p>
        </p:txBody>
      </p:sp>
      <p:sp>
        <p:nvSpPr>
          <p:cNvPr id="13" name="">
            <a:extLst xmlns:a="http://schemas.openxmlformats.org/drawingml/2006/main">
              <a:ext uri="{FF2B5EF4-FFF2-40B4-BE49-F238E27FC236}">
                <a16:creationId xmlns:a16="http://schemas.microsoft.com/office/drawing/2014/main" id="{21AF8139-6BB2-4C9D-9759-E2EDAF701EAC}"/>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F63B528A-425A-419B-AD51-71D799AEEEDF}"/>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Equity</a:t>
            </a:r>
          </a:p>
        </p:txBody>
      </p:sp>
      <p:sp>
        <p:nvSpPr>
          <p:cNvPr id="15" name="">
            <a:extLst xmlns:a="http://schemas.openxmlformats.org/drawingml/2006/main">
              <a:ext uri="{FF2B5EF4-FFF2-40B4-BE49-F238E27FC236}">
                <a16:creationId xmlns:a16="http://schemas.microsoft.com/office/drawing/2014/main" id="{818AE9A4-2568-4ACE-978D-5EB965A5A024}"/>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D89433B5-4E1E-47AD-9F97-EB29CEC58CA7}"/>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Accountability</a:t>
            </a:r>
          </a:p>
        </p:txBody>
      </p:sp>
      <p:sp>
        <p:nvSpPr>
          <p:cNvPr id="17" name="">
            <a:extLst xmlns:a="http://schemas.openxmlformats.org/drawingml/2006/main">
              <a:ext uri="{FF2B5EF4-FFF2-40B4-BE49-F238E27FC236}">
                <a16:creationId xmlns:a16="http://schemas.microsoft.com/office/drawing/2014/main" id="{088E7DE3-987F-43AE-B1BA-8A0A1C361D6D}"/>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2059723436"/>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7BC9E29-0497-4475-B5E4-2EE6A0D4B42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V7_B_N15</a:t>
            </a:r>
          </a:p>
        </p:txBody>
      </p:sp>
      <p:sp>
        <p:nvSpPr>
          <p:cNvPr id="2" name="">
            <a:extLst xmlns:a="http://schemas.openxmlformats.org/drawingml/2006/main">
              <a:ext uri="{FF2B5EF4-FFF2-40B4-BE49-F238E27FC236}">
                <a16:creationId xmlns:a16="http://schemas.microsoft.com/office/drawing/2014/main" id="{91535EE3-4B5E-4958-B86B-3F58C20D910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70C12BD8-E135-483A-B3BE-9A7E8247C4E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F2449ED-677B-4570-90B8-29ABAB52C53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7658B0C3-7006-4528-B7D7-F0801DE4413A}"/>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5DC25059-62D1-4945-841A-25C53DF20A8B}"/>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17B9C1DA-E5E1-4744-8531-D4BD273EFFEC}"/>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Integrated evidence</a:t>
            </a:r>
          </a:p>
        </p:txBody>
      </p:sp>
      <p:sp>
        <p:nvSpPr>
          <p:cNvPr id="8" name="">
            <a:extLst xmlns:a="http://schemas.openxmlformats.org/drawingml/2006/main">
              <a:ext uri="{FF2B5EF4-FFF2-40B4-BE49-F238E27FC236}">
                <a16:creationId xmlns:a16="http://schemas.microsoft.com/office/drawing/2014/main" id="{8B29EEFA-D1C1-4F16-9317-582F40F91C87}"/>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4DEC40A-E761-4AD2-9D8B-5E16C7430E84}"/>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875627CF-8452-4262-B709-9A5FCB02D17B}"/>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Surveillance</a:t>
            </a:r>
          </a:p>
        </p:txBody>
      </p:sp>
      <p:sp>
        <p:nvSpPr>
          <p:cNvPr id="11" name="">
            <a:extLst xmlns:a="http://schemas.openxmlformats.org/drawingml/2006/main">
              <a:ext uri="{FF2B5EF4-FFF2-40B4-BE49-F238E27FC236}">
                <a16:creationId xmlns:a16="http://schemas.microsoft.com/office/drawing/2014/main" id="{E455C5DC-028C-4F86-B18C-FDE80F353F1E}"/>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2B45B79A-5B96-4805-96A3-AD2DF4722120}"/>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9DCCAAB0-62C4-4871-9E61-0A21F80D6D8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Capacity</a:t>
            </a:r>
          </a:p>
        </p:txBody>
      </p:sp>
      <p:sp>
        <p:nvSpPr>
          <p:cNvPr id="14" name="">
            <a:extLst xmlns:a="http://schemas.openxmlformats.org/drawingml/2006/main">
              <a:ext uri="{FF2B5EF4-FFF2-40B4-BE49-F238E27FC236}">
                <a16:creationId xmlns:a16="http://schemas.microsoft.com/office/drawing/2014/main" id="{273B4237-1E97-4ABF-A3B9-CC8ECDB13185}"/>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8351FE62-F460-4EC5-A0FB-3980B90CEE0E}"/>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82B9895D-578A-4AF6-9925-2B25F487FA17}"/>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Equity</a:t>
            </a:r>
          </a:p>
        </p:txBody>
      </p:sp>
      <p:sp>
        <p:nvSpPr>
          <p:cNvPr id="17" name="">
            <a:extLst xmlns:a="http://schemas.openxmlformats.org/drawingml/2006/main">
              <a:ext uri="{FF2B5EF4-FFF2-40B4-BE49-F238E27FC236}">
                <a16:creationId xmlns:a16="http://schemas.microsoft.com/office/drawing/2014/main" id="{1AFACEF0-3918-4C44-A8B0-CA0B9C880FE8}"/>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4C0B1DD9-96F1-437D-8E8D-FEC1C44B2222}"/>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0925E39B-4745-4BB9-B28B-F532817CF37D}"/>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Accountability</a:t>
            </a:r>
          </a:p>
        </p:txBody>
      </p:sp>
      <p:sp>
        <p:nvSpPr>
          <p:cNvPr id="20" name="">
            <a:extLst xmlns:a="http://schemas.openxmlformats.org/drawingml/2006/main">
              <a:ext uri="{FF2B5EF4-FFF2-40B4-BE49-F238E27FC236}">
                <a16:creationId xmlns:a16="http://schemas.microsoft.com/office/drawing/2014/main" id="{7844959E-9A7A-477A-88CF-9D44A5AC51E2}"/>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930378545"/>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573BEB-D220-4E05-8F11-9EA2DA6DA2B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V7_B_N15</a:t>
            </a:r>
          </a:p>
        </p:txBody>
      </p:sp>
      <p:sp>
        <p:nvSpPr>
          <p:cNvPr id="2" name="">
            <a:extLst xmlns:a="http://schemas.openxmlformats.org/drawingml/2006/main">
              <a:ext uri="{FF2B5EF4-FFF2-40B4-BE49-F238E27FC236}">
                <a16:creationId xmlns:a16="http://schemas.microsoft.com/office/drawing/2014/main" id="{5F949D90-21D3-4AAD-90F7-ABB3CE35078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168643D2-B3A2-424C-B560-9C5014220E7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49B0636-5BE3-4DCA-B643-96111F45368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C458F5C0-80DC-4B04-83D2-CBDC985D0A3F}"/>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EEDB0654-A2B0-4B40-9D33-E80DD96E30E1}"/>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437EFD5-5909-44FE-983C-BDDB7867F6FC}"/>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national brief connects indicators, risks, resources, uncertainty, and authorized actions.</a:t>
            </a:r>
          </a:p>
        </p:txBody>
      </p:sp>
      <p:sp>
        <p:nvSpPr>
          <p:cNvPr id="8" name="">
            <a:extLst xmlns:a="http://schemas.openxmlformats.org/drawingml/2006/main">
              <a:ext uri="{FF2B5EF4-FFF2-40B4-BE49-F238E27FC236}">
                <a16:creationId xmlns:a16="http://schemas.microsoft.com/office/drawing/2014/main" id="{4C96EB6C-90F2-49FB-82AA-459A6C225B67}"/>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232A795E-FA50-4936-9050-C0D75BE26C2D}"/>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A735C8E5-562A-4D62-902E-04A53296D0FC}"/>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B145AED5-3C87-409F-95B3-7D83F99F3CD1}"/>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379446846"/>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C841EC2-CBFD-4470-9020-C57FF8B82D0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V7_B_N15</a:t>
            </a:r>
          </a:p>
        </p:txBody>
      </p:sp>
      <p:sp>
        <p:nvSpPr>
          <p:cNvPr id="2" name="">
            <a:extLst xmlns:a="http://schemas.openxmlformats.org/drawingml/2006/main">
              <a:ext uri="{FF2B5EF4-FFF2-40B4-BE49-F238E27FC236}">
                <a16:creationId xmlns:a16="http://schemas.microsoft.com/office/drawing/2014/main" id="{286DC4BE-66F5-4230-8721-666FF554C92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3161CBA4-E126-403C-9197-93413174662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D886EED-ECD6-495C-825F-7783AFC5956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E85C2583-E507-4EAF-BD1D-23914D911D34}"/>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Assemble and validate an accountable national health decision product.</a:t>
            </a:r>
          </a:p>
        </p:txBody>
      </p:sp>
      <p:sp>
        <p:nvSpPr>
          <p:cNvPr id="6" name="">
            <a:extLst xmlns:a="http://schemas.openxmlformats.org/drawingml/2006/main">
              <a:ext uri="{FF2B5EF4-FFF2-40B4-BE49-F238E27FC236}">
                <a16:creationId xmlns:a16="http://schemas.microsoft.com/office/drawing/2014/main" id="{10B437EA-6159-4FFF-9B8C-2A513444F959}"/>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84EDAB5F-17A3-4D17-98FE-42BAB13C501A}"/>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5B13F6C0-0F4A-4D14-AE9A-252F74449821}"/>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DF5091A1-5AAC-4110-A917-F2C84E001AD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7CF74398-E3D6-48A7-88A1-8CB647854AEA}"/>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8804A8F9-819F-4A01-BFBC-D49E44061176}"/>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7894D0BF-9CF1-49FE-94DD-52A53AC0C69B}"/>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6A59635D-76C9-409F-A554-FE1E311515DA}"/>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7D0CACD5-7BD8-43AE-8655-08DE8DFD0084}"/>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C0E1293A-D5E5-4E19-A82F-9FD60A4BD0CE}"/>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9F9014B4-5D73-480D-8831-5FCFA5F75412}"/>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D0EB3C07-DFB7-45A3-8867-1CB26AC8E362}"/>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450341479"/>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1DE406A-4A88-4B75-B311-56C55ACE644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V7_B_N15</a:t>
            </a:r>
          </a:p>
        </p:txBody>
      </p:sp>
      <p:sp>
        <p:nvSpPr>
          <p:cNvPr id="2" name="">
            <a:extLst xmlns:a="http://schemas.openxmlformats.org/drawingml/2006/main">
              <a:ext uri="{FF2B5EF4-FFF2-40B4-BE49-F238E27FC236}">
                <a16:creationId xmlns:a16="http://schemas.microsoft.com/office/drawing/2014/main" id="{7A1B8C47-86A3-48E9-A77C-634641CB8C6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66042CC2-D699-4CCD-90EF-65828843137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4714B73-7898-47AC-8C33-8761333D593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0DEECABF-A16A-43C8-A5E7-12DE3567FDA9}"/>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1FA1162E-2033-4B7D-8D29-DE2982045F99}"/>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96209F13-B36F-4F38-918D-F8BF45A1A3A1}"/>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BAF5D771-FA42-4157-AAE4-80B760E42ED6}"/>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39D46C92-EA1B-4FFD-BA66-FF56FAADC6BA}"/>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EFB0D41B-FB32-49B4-BB8E-07274B41A15B}"/>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00F5A2A9-1660-4496-B857-0A6ABB1212C5}"/>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666ABD5A-281D-4A7D-9D5E-E96E5E5E628C}"/>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D5395721-D54F-4EC1-A3AE-7A5E9D26DF9E}"/>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FB07A9F2-7DA7-4709-89A2-2FC6EDC2A44C}"/>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989734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CFA521-B000-46DC-B089-F94E442F336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V7_B_N15</a:t>
            </a:r>
          </a:p>
        </p:txBody>
      </p:sp>
      <p:sp>
        <p:nvSpPr>
          <p:cNvPr id="2" name="">
            <a:extLst xmlns:a="http://schemas.openxmlformats.org/drawingml/2006/main">
              <a:ext uri="{FF2B5EF4-FFF2-40B4-BE49-F238E27FC236}">
                <a16:creationId xmlns:a16="http://schemas.microsoft.com/office/drawing/2014/main" id="{DF56F08E-950A-4CD7-9001-11AFFF5ED39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D77BB1C3-7AF2-4FA8-8539-1946F5051A4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5CE7331-3193-455E-96D0-411C030D3F3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1679A8D9-F749-4D15-A25D-426C71E1BF17}"/>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527DDBFC-1D25-46CC-940C-9B3D92EE5730}"/>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62B53886-3B2C-46DF-A062-B53913B0862A}"/>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EB0C82AC-BFAE-4B98-BC62-5F18D85E484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875E13DC-27FB-4EF6-86DD-2A8462D5E572}"/>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76D8F0BE-2D56-49C6-BAE0-4A62197D2372}"/>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973401667"/>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4B4D5C-A7D9-4EDE-A1AC-BBD1C770FFFD}"/>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16BA78E6-BC5F-46E8-A468-080532BBB8B6}"/>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5AEB9D43-9D3C-4375-A969-186DBD8DC354}"/>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Integrated evidence</a:t>
            </a:r>
          </a:p>
        </p:txBody>
      </p:sp>
      <p:sp>
        <p:nvSpPr>
          <p:cNvPr id="4" name="">
            <a:extLst xmlns:a="http://schemas.openxmlformats.org/drawingml/2006/main">
              <a:ext uri="{FF2B5EF4-FFF2-40B4-BE49-F238E27FC236}">
                <a16:creationId xmlns:a16="http://schemas.microsoft.com/office/drawing/2014/main" id="{713E0B47-09BF-4622-9E1E-85A8B26046C0}"/>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943CED39-387D-4490-912B-80E22AB704BC}"/>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Surveillance</a:t>
            </a:r>
          </a:p>
        </p:txBody>
      </p:sp>
      <p:sp>
        <p:nvSpPr>
          <p:cNvPr id="6" name="">
            <a:extLst xmlns:a="http://schemas.openxmlformats.org/drawingml/2006/main">
              <a:ext uri="{FF2B5EF4-FFF2-40B4-BE49-F238E27FC236}">
                <a16:creationId xmlns:a16="http://schemas.microsoft.com/office/drawing/2014/main" id="{4FF54D9A-2F2B-4BDA-A131-78566859A8A7}"/>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343930BA-F126-4B60-AF8B-754697532771}"/>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Capacity</a:t>
            </a:r>
          </a:p>
        </p:txBody>
      </p:sp>
      <p:sp>
        <p:nvSpPr>
          <p:cNvPr id="8" name="">
            <a:extLst xmlns:a="http://schemas.openxmlformats.org/drawingml/2006/main">
              <a:ext uri="{FF2B5EF4-FFF2-40B4-BE49-F238E27FC236}">
                <a16:creationId xmlns:a16="http://schemas.microsoft.com/office/drawing/2014/main" id="{E705D4DD-2C2E-426C-B630-A2B2434A9457}"/>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A3A730F6-1DDD-4735-A860-48A23A6762B0}"/>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Equity</a:t>
            </a:r>
          </a:p>
        </p:txBody>
      </p:sp>
      <p:sp>
        <p:nvSpPr>
          <p:cNvPr id="10" name="">
            <a:extLst xmlns:a="http://schemas.openxmlformats.org/drawingml/2006/main">
              <a:ext uri="{FF2B5EF4-FFF2-40B4-BE49-F238E27FC236}">
                <a16:creationId xmlns:a16="http://schemas.microsoft.com/office/drawing/2014/main" id="{CF248EA5-02E1-46AB-8345-5C49160BA9E7}"/>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475B795F-A17C-40EB-8FDF-753CE4516D20}"/>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Accountability</a:t>
            </a:r>
          </a:p>
        </p:txBody>
      </p:sp>
      <p:sp>
        <p:nvSpPr>
          <p:cNvPr id="12" name="">
            <a:extLst xmlns:a="http://schemas.openxmlformats.org/drawingml/2006/main">
              <a:ext uri="{FF2B5EF4-FFF2-40B4-BE49-F238E27FC236}">
                <a16:creationId xmlns:a16="http://schemas.microsoft.com/office/drawing/2014/main" id="{96BDC940-4EEC-4FDF-A8F6-E19B243EE918}"/>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21114588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2026-09-04T15:21:08.6290000Z</dcterms:created>
  <dcterms:modified xsi:type="dcterms:W3CDTF">2026-09-04T15:21:08.6290000Z</dcterms:modified>
</coreProperties>
</file>