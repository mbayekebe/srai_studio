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abe47a3d064720" /><Relationship Type="http://schemas.openxmlformats.org/officeDocument/2006/relationships/extended-properties" Target="/docProps/app.xml" Id="R1df70cecc5074956" /><Relationship Type="http://schemas.openxmlformats.org/officeDocument/2006/relationships/officeDocument" Target="/ppt/presentation.xml" Id="Rd5ec347f4ee042f8" /></Relationships>
</file>

<file path=ppt/presentation.xml><?xml version="1.0" encoding="utf-8"?>
<p:presentation xmlns:p="http://schemas.openxmlformats.org/presentationml/2006/main">
  <p:sldMasterIdLst>
    <p:sldMasterId xmlns:r="http://schemas.openxmlformats.org/officeDocument/2006/relationships" id="2147483648" r:id="Rdce13be5b2514f61"/>
  </p:sldMasterIdLst>
  <p:notesMasterIdLst>
    <p:notesMasterId xmlns:r="http://schemas.openxmlformats.org/officeDocument/2006/relationships" r:id="R5fabb75ba7f7410e"/>
  </p:notesMasterIdLst>
  <p:sldIdLst>
    <p:sldId xmlns:r="http://schemas.openxmlformats.org/officeDocument/2006/relationships" id="256" r:id="Rcc5739bbf1fc4be7"/>
    <p:sldId xmlns:r="http://schemas.openxmlformats.org/officeDocument/2006/relationships" id="257" r:id="R6e187fe3a18d4322"/>
    <p:sldId xmlns:r="http://schemas.openxmlformats.org/officeDocument/2006/relationships" id="258" r:id="Rfd7b9f9a6c75409f"/>
    <p:sldId xmlns:r="http://schemas.openxmlformats.org/officeDocument/2006/relationships" id="259" r:id="Racdcce27f92344e9"/>
    <p:sldId xmlns:r="http://schemas.openxmlformats.org/officeDocument/2006/relationships" id="260" r:id="R0366202de0ec44a9"/>
    <p:sldId xmlns:r="http://schemas.openxmlformats.org/officeDocument/2006/relationships" id="261" r:id="Rfea43c4d5cb44e27"/>
    <p:sldId xmlns:r="http://schemas.openxmlformats.org/officeDocument/2006/relationships" id="262" r:id="Rcc7f059ef8864198"/>
    <p:sldId xmlns:r="http://schemas.openxmlformats.org/officeDocument/2006/relationships" id="263" r:id="Rfb6e14e7f3634b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9025fa864543e4" /><Relationship Type="http://schemas.openxmlformats.org/officeDocument/2006/relationships/slideMaster" Target="/ppt/slideMasters/slideMaster1.xml" Id="Rdce13be5b2514f61" /><Relationship Type="http://schemas.openxmlformats.org/officeDocument/2006/relationships/notesMaster" Target="/ppt/notesMasters/notesMaster1.xml" Id="R5fabb75ba7f7410e" /><Relationship Type="http://schemas.openxmlformats.org/officeDocument/2006/relationships/presProps" Target="/ppt/presProps.xml" Id="R94d19e50d7ce4b40" /><Relationship Type="http://schemas.openxmlformats.org/officeDocument/2006/relationships/tableStyles" Target="/ppt/tableStyles.xml" Id="R03406f9a41d3451d" /><Relationship Type="http://schemas.openxmlformats.org/officeDocument/2006/relationships/slide" Target="/ppt/slides/slide1.xml" Id="Rcc5739bbf1fc4be7" /><Relationship Type="http://schemas.openxmlformats.org/officeDocument/2006/relationships/slide" Target="/ppt/slides/slide2.xml" Id="R6e187fe3a18d4322" /><Relationship Type="http://schemas.openxmlformats.org/officeDocument/2006/relationships/slide" Target="/ppt/slides/slide3.xml" Id="Rfd7b9f9a6c75409f" /><Relationship Type="http://schemas.openxmlformats.org/officeDocument/2006/relationships/slide" Target="/ppt/slides/slide4.xml" Id="Racdcce27f92344e9" /><Relationship Type="http://schemas.openxmlformats.org/officeDocument/2006/relationships/slide" Target="/ppt/slides/slide5.xml" Id="R0366202de0ec44a9" /><Relationship Type="http://schemas.openxmlformats.org/officeDocument/2006/relationships/slide" Target="/ppt/slides/slide6.xml" Id="Rfea43c4d5cb44e27" /><Relationship Type="http://schemas.openxmlformats.org/officeDocument/2006/relationships/slide" Target="/ppt/slides/slide7.xml" Id="Rcc7f059ef8864198" /><Relationship Type="http://schemas.openxmlformats.org/officeDocument/2006/relationships/slide" Target="/ppt/slides/slide8.xml" Id="Rfb6e14e7f3634b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8a2549bed48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646d3e4a244914" /><Relationship Type="http://schemas.openxmlformats.org/officeDocument/2006/relationships/notesMaster" Target="/ppt/notesMasters/notesMaster1.xml" Id="Rc23298aa64474a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d09be73ba14b5b" /><Relationship Type="http://schemas.openxmlformats.org/officeDocument/2006/relationships/notesMaster" Target="/ppt/notesMasters/notesMaster1.xml" Id="Rfb715162469241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a8bdade6a44785" /><Relationship Type="http://schemas.openxmlformats.org/officeDocument/2006/relationships/notesMaster" Target="/ppt/notesMasters/notesMaster1.xml" Id="R95f066dd2e9e4c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82890d2abc496d" /><Relationship Type="http://schemas.openxmlformats.org/officeDocument/2006/relationships/notesMaster" Target="/ppt/notesMasters/notesMaster1.xml" Id="Rf12d2f478be34a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3ae79f58ce4ada" /><Relationship Type="http://schemas.openxmlformats.org/officeDocument/2006/relationships/notesMaster" Target="/ppt/notesMasters/notesMaster1.xml" Id="Rdb35005850cd4f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d775bda0364ad9" /><Relationship Type="http://schemas.openxmlformats.org/officeDocument/2006/relationships/notesMaster" Target="/ppt/notesMasters/notesMaster1.xml" Id="Re6a518d49bc741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7e49bb667d471f" /><Relationship Type="http://schemas.openxmlformats.org/officeDocument/2006/relationships/notesMaster" Target="/ppt/notesMasters/notesMaster1.xml" Id="R3527d02b58c045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9acf6f90174018" /><Relationship Type="http://schemas.openxmlformats.org/officeDocument/2006/relationships/notesMaster" Target="/ppt/notesMasters/notesMaster1.xml" Id="R28fa032c6ccb4d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National Habitat Intelligence Capstone. This lesson begins with one principle: national habitat intelligence must integrate evidence, safeguards, authority, and action.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National habitat intelligence must integrate evidence, safeguards, authority, and action. The five controls shown here are Integrated evidence, Service gaps, Risk, Investment, Accountability.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integrated evidence, move through service gaps and risk, and finish with investment and accountability.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national brief connects geography, services, risks, investments, owners, and safeguards.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Assemble and validate an accountable national habitat decision product.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integrated evidence clear? Is service gaps documented? Is risk testable? Is investment governed? And is accountability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V7_D_N15,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6c39e8f61249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e85277f5b04bae" /><Relationship Type="http://schemas.openxmlformats.org/officeDocument/2006/relationships/slideLayout" Target="/ppt/slideLayouts/slideLayout1.xml" Id="R04086d9a034f41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086d9a034f41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8579883d6a49ff" /><Relationship Type="http://schemas.openxmlformats.org/officeDocument/2006/relationships/notesSlide" Target="/ppt/notesSlides/notesSlide1.xml" Id="R0866ba5e9b6d44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301240e21b4451" /><Relationship Type="http://schemas.openxmlformats.org/officeDocument/2006/relationships/notesSlide" Target="/ppt/notesSlides/notesSlide2.xml" Id="R12e985853f4441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74d3259ac54a80" /><Relationship Type="http://schemas.openxmlformats.org/officeDocument/2006/relationships/notesSlide" Target="/ppt/notesSlides/notesSlide3.xml" Id="R6db5c4939d5145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33f9badd08437d" /><Relationship Type="http://schemas.openxmlformats.org/officeDocument/2006/relationships/notesSlide" Target="/ppt/notesSlides/notesSlide4.xml" Id="R48113577f13f47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fcfb0802824ab6" /><Relationship Type="http://schemas.openxmlformats.org/officeDocument/2006/relationships/notesSlide" Target="/ppt/notesSlides/notesSlide5.xml" Id="R99b872afb83e41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6d7d46cffe4242" /><Relationship Type="http://schemas.openxmlformats.org/officeDocument/2006/relationships/notesSlide" Target="/ppt/notesSlides/notesSlide6.xml" Id="R8a4d891e372e48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7ff9c87e1e46e1" /><Relationship Type="http://schemas.openxmlformats.org/officeDocument/2006/relationships/notesSlide" Target="/ppt/notesSlides/notesSlide7.xml" Id="R60ae9fff065242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fe2598715c4d74" /><Relationship Type="http://schemas.openxmlformats.org/officeDocument/2006/relationships/notesSlide" Target="/ppt/notesSlides/notesSlide8.xml" Id="Rea7cf83172064563"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7F247E-9574-4A36-A308-92CCD7EFB13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5F428BF6-2D7E-49CF-BAA6-B3A993272847}"/>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30073107-36AD-45D2-9568-137273590251}"/>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C0593973-FD8C-439F-83EB-63C391AC7D61}"/>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579E37D1-89DF-4101-BE08-6003F4A68306}"/>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NATIONAL HABITAT INTELLIGENCE CAPSTONE</a:t>
            </a:r>
          </a:p>
        </p:txBody>
      </p:sp>
      <p:sp>
        <p:nvSpPr>
          <p:cNvPr id="6" name="">
            <a:extLst xmlns:a="http://schemas.openxmlformats.org/drawingml/2006/main">
              <a:ext uri="{FF2B5EF4-FFF2-40B4-BE49-F238E27FC236}">
                <a16:creationId xmlns:a16="http://schemas.microsoft.com/office/drawing/2014/main" id="{C714F8E4-7F66-47B6-B911-1F73B5AF4C80}"/>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National habitat intelligence must integrate evidence, safeguards, authority, and action.</a:t>
            </a:r>
          </a:p>
        </p:txBody>
      </p:sp>
      <p:sp>
        <p:nvSpPr>
          <p:cNvPr id="7" name="">
            <a:extLst xmlns:a="http://schemas.openxmlformats.org/drawingml/2006/main">
              <a:ext uri="{FF2B5EF4-FFF2-40B4-BE49-F238E27FC236}">
                <a16:creationId xmlns:a16="http://schemas.microsoft.com/office/drawing/2014/main" id="{9E7DD7CD-23F8-4ED8-9676-9FCC563B62AF}"/>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V7_D_N15</a:t>
            </a:r>
          </a:p>
        </p:txBody>
      </p:sp>
      <p:sp>
        <p:nvSpPr>
          <p:cNvPr id="8" name="">
            <a:extLst xmlns:a="http://schemas.openxmlformats.org/drawingml/2006/main">
              <a:ext uri="{FF2B5EF4-FFF2-40B4-BE49-F238E27FC236}">
                <a16:creationId xmlns:a16="http://schemas.microsoft.com/office/drawing/2014/main" id="{39855AA5-23A7-4CCE-A730-36F8C0F9FDCD}"/>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PU-B07-C65</a:t>
            </a:r>
          </a:p>
        </p:txBody>
      </p:sp>
      <p:sp>
        <p:nvSpPr>
          <p:cNvPr id="9" name="">
            <a:extLst xmlns:a="http://schemas.openxmlformats.org/drawingml/2006/main">
              <a:ext uri="{FF2B5EF4-FFF2-40B4-BE49-F238E27FC236}">
                <a16:creationId xmlns:a16="http://schemas.microsoft.com/office/drawing/2014/main" id="{8EEC00DD-2F89-4EE2-B12E-4285E311A765}"/>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09B8E2A5-4728-444D-8AC1-4A13B04FACB7}"/>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878501903"/>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57793D1-1BCC-4B8A-8334-DBC0DB62644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V7_D_N15</a:t>
            </a:r>
          </a:p>
        </p:txBody>
      </p:sp>
      <p:sp>
        <p:nvSpPr>
          <p:cNvPr id="2" name="">
            <a:extLst xmlns:a="http://schemas.openxmlformats.org/drawingml/2006/main">
              <a:ext uri="{FF2B5EF4-FFF2-40B4-BE49-F238E27FC236}">
                <a16:creationId xmlns:a16="http://schemas.microsoft.com/office/drawing/2014/main" id="{7446CD59-B228-40A7-8F5F-625F6BE6D19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39E7A9C4-95E4-43A3-BF8A-DED2877CBFB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45930A5-ED37-4846-808B-545BB5736F41}"/>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5BF035F1-C76E-40DA-B7E9-3391EA55F90F}"/>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National habitat intelligence must integrate evidence, safeguards, authority, and action.</a:t>
            </a:r>
          </a:p>
        </p:txBody>
      </p:sp>
      <p:sp>
        <p:nvSpPr>
          <p:cNvPr id="6" name="">
            <a:extLst xmlns:a="http://schemas.openxmlformats.org/drawingml/2006/main">
              <a:ext uri="{FF2B5EF4-FFF2-40B4-BE49-F238E27FC236}">
                <a16:creationId xmlns:a16="http://schemas.microsoft.com/office/drawing/2014/main" id="{D5B42C0F-CF71-401A-99F5-C3319604E33B}"/>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3B33DC96-E57F-418D-9102-0FD49F45ABA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91A861B-304B-48D5-9FE2-D56A9045259D}"/>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Integrated evidence</a:t>
            </a:r>
          </a:p>
        </p:txBody>
      </p:sp>
      <p:sp>
        <p:nvSpPr>
          <p:cNvPr id="9" name="">
            <a:extLst xmlns:a="http://schemas.openxmlformats.org/drawingml/2006/main">
              <a:ext uri="{FF2B5EF4-FFF2-40B4-BE49-F238E27FC236}">
                <a16:creationId xmlns:a16="http://schemas.microsoft.com/office/drawing/2014/main" id="{1C08FCDC-8587-4561-8011-C55C6D408D5A}"/>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F2B4E1DA-2E6F-4232-BAD1-EB4F5456B3A7}"/>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Service gaps</a:t>
            </a:r>
          </a:p>
        </p:txBody>
      </p:sp>
      <p:sp>
        <p:nvSpPr>
          <p:cNvPr id="11" name="">
            <a:extLst xmlns:a="http://schemas.openxmlformats.org/drawingml/2006/main">
              <a:ext uri="{FF2B5EF4-FFF2-40B4-BE49-F238E27FC236}">
                <a16:creationId xmlns:a16="http://schemas.microsoft.com/office/drawing/2014/main" id="{398C2E9B-0716-40B9-B625-DA8569D39864}"/>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BA6C4D29-0B75-45CF-9308-ACF7B24DDF7B}"/>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Risk</a:t>
            </a:r>
          </a:p>
        </p:txBody>
      </p:sp>
      <p:sp>
        <p:nvSpPr>
          <p:cNvPr id="13" name="">
            <a:extLst xmlns:a="http://schemas.openxmlformats.org/drawingml/2006/main">
              <a:ext uri="{FF2B5EF4-FFF2-40B4-BE49-F238E27FC236}">
                <a16:creationId xmlns:a16="http://schemas.microsoft.com/office/drawing/2014/main" id="{66D02A27-A663-47A3-97FB-D81DA7A36E91}"/>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811DA358-1C47-47E2-93E6-D2A911A65F24}"/>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Investment</a:t>
            </a:r>
          </a:p>
        </p:txBody>
      </p:sp>
      <p:sp>
        <p:nvSpPr>
          <p:cNvPr id="15" name="">
            <a:extLst xmlns:a="http://schemas.openxmlformats.org/drawingml/2006/main">
              <a:ext uri="{FF2B5EF4-FFF2-40B4-BE49-F238E27FC236}">
                <a16:creationId xmlns:a16="http://schemas.microsoft.com/office/drawing/2014/main" id="{A0B6F028-B1D4-4342-A48B-3D767A581AE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2FB5C1F4-CB5E-4213-BAB5-512954845ED2}"/>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Accountability</a:t>
            </a:r>
          </a:p>
        </p:txBody>
      </p:sp>
      <p:sp>
        <p:nvSpPr>
          <p:cNvPr id="17" name="">
            <a:extLst xmlns:a="http://schemas.openxmlformats.org/drawingml/2006/main">
              <a:ext uri="{FF2B5EF4-FFF2-40B4-BE49-F238E27FC236}">
                <a16:creationId xmlns:a16="http://schemas.microsoft.com/office/drawing/2014/main" id="{1A3C2F42-0262-498D-B5CF-3AFAD8B99C0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398195352"/>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3D48C3D-EB60-4E55-8B0F-95582C89306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V7_D_N15</a:t>
            </a:r>
          </a:p>
        </p:txBody>
      </p:sp>
      <p:sp>
        <p:nvSpPr>
          <p:cNvPr id="2" name="">
            <a:extLst xmlns:a="http://schemas.openxmlformats.org/drawingml/2006/main">
              <a:ext uri="{FF2B5EF4-FFF2-40B4-BE49-F238E27FC236}">
                <a16:creationId xmlns:a16="http://schemas.microsoft.com/office/drawing/2014/main" id="{1E022879-A041-4F61-86EF-66481AD53A7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C2A89BEF-D826-4BA8-B681-7B8ACF7270F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67BEA7B-BF0A-4177-BCA7-1CA7E4DF397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0C7FEE7-745E-498F-854A-F8554038DF28}"/>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B0A64466-98AF-4975-ACBF-984BD4464FB4}"/>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97B24ACC-C850-4768-A29C-2A497534EF1A}"/>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Integrated evidence</a:t>
            </a:r>
          </a:p>
        </p:txBody>
      </p:sp>
      <p:sp>
        <p:nvSpPr>
          <p:cNvPr id="8" name="">
            <a:extLst xmlns:a="http://schemas.openxmlformats.org/drawingml/2006/main">
              <a:ext uri="{FF2B5EF4-FFF2-40B4-BE49-F238E27FC236}">
                <a16:creationId xmlns:a16="http://schemas.microsoft.com/office/drawing/2014/main" id="{F5971653-7600-4D90-952E-CE639005BAB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0FB558E6-2750-4DDF-BB5D-21093F0BF330}"/>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F050A30B-4DB9-4048-AEDC-2F45F609759E}"/>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Service gaps</a:t>
            </a:r>
          </a:p>
        </p:txBody>
      </p:sp>
      <p:sp>
        <p:nvSpPr>
          <p:cNvPr id="11" name="">
            <a:extLst xmlns:a="http://schemas.openxmlformats.org/drawingml/2006/main">
              <a:ext uri="{FF2B5EF4-FFF2-40B4-BE49-F238E27FC236}">
                <a16:creationId xmlns:a16="http://schemas.microsoft.com/office/drawing/2014/main" id="{C9EB3899-2745-4206-8378-6A96811EC38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0CCECA8-2635-4B8E-BE34-3F007902008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03E23A29-64EE-4371-B461-4D8A9B029AA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Risk</a:t>
            </a:r>
          </a:p>
        </p:txBody>
      </p:sp>
      <p:sp>
        <p:nvSpPr>
          <p:cNvPr id="14" name="">
            <a:extLst xmlns:a="http://schemas.openxmlformats.org/drawingml/2006/main">
              <a:ext uri="{FF2B5EF4-FFF2-40B4-BE49-F238E27FC236}">
                <a16:creationId xmlns:a16="http://schemas.microsoft.com/office/drawing/2014/main" id="{AF609A5C-D7B3-401F-916C-92AA2226A496}"/>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E570A3EB-F0FC-46CA-B2A9-DD6B6995D934}"/>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1261126A-4351-4A79-942A-8EBDFE3B0934}"/>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Investment</a:t>
            </a:r>
          </a:p>
        </p:txBody>
      </p:sp>
      <p:sp>
        <p:nvSpPr>
          <p:cNvPr id="17" name="">
            <a:extLst xmlns:a="http://schemas.openxmlformats.org/drawingml/2006/main">
              <a:ext uri="{FF2B5EF4-FFF2-40B4-BE49-F238E27FC236}">
                <a16:creationId xmlns:a16="http://schemas.microsoft.com/office/drawing/2014/main" id="{200A1CB0-A308-4433-9D6F-A1F0371B8331}"/>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91D4306-CF11-479B-9DE2-D9EAA271AE55}"/>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3E3D9D38-7CAC-449B-A8CA-68E98469F2C6}"/>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Accountability</a:t>
            </a:r>
          </a:p>
        </p:txBody>
      </p:sp>
      <p:sp>
        <p:nvSpPr>
          <p:cNvPr id="20" name="">
            <a:extLst xmlns:a="http://schemas.openxmlformats.org/drawingml/2006/main">
              <a:ext uri="{FF2B5EF4-FFF2-40B4-BE49-F238E27FC236}">
                <a16:creationId xmlns:a16="http://schemas.microsoft.com/office/drawing/2014/main" id="{3BDCBC07-2EE8-4C3C-A878-5A4E2F7E966E}"/>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55555302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53E731-BA57-4E56-AA34-AD8FEABBB00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V7_D_N15</a:t>
            </a:r>
          </a:p>
        </p:txBody>
      </p:sp>
      <p:sp>
        <p:nvSpPr>
          <p:cNvPr id="2" name="">
            <a:extLst xmlns:a="http://schemas.openxmlformats.org/drawingml/2006/main">
              <a:ext uri="{FF2B5EF4-FFF2-40B4-BE49-F238E27FC236}">
                <a16:creationId xmlns:a16="http://schemas.microsoft.com/office/drawing/2014/main" id="{7BB61C3B-B602-4D8A-8D01-9F0D773FC33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56079DF6-44AF-47CF-BAC3-25E50816EF2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9F76BAC-3E56-4165-9C46-0DE460B049A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4182596-798E-4213-B3EC-885745ABB0E9}"/>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1EA579E-602D-403D-885E-96C2F9D333BC}"/>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375D94D3-06B8-4F5A-89F9-424EC1708E68}"/>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national brief connects geography, services, risks, investments, owners, and safeguards.</a:t>
            </a:r>
          </a:p>
        </p:txBody>
      </p:sp>
      <p:sp>
        <p:nvSpPr>
          <p:cNvPr id="8" name="">
            <a:extLst xmlns:a="http://schemas.openxmlformats.org/drawingml/2006/main">
              <a:ext uri="{FF2B5EF4-FFF2-40B4-BE49-F238E27FC236}">
                <a16:creationId xmlns:a16="http://schemas.microsoft.com/office/drawing/2014/main" id="{14D93A96-562D-4841-A9F2-F991634899D4}"/>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F19C7577-C618-47A7-8AF3-2D4ABDB6AB1C}"/>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66CA6D0-13BC-45C7-97EB-186AF43AECBA}"/>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3E096EA0-9BA0-4762-9A38-AF7CCCB44353}"/>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948188285"/>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D2D374C-8C77-40A2-B3D9-25B18F3AD23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V7_D_N15</a:t>
            </a:r>
          </a:p>
        </p:txBody>
      </p:sp>
      <p:sp>
        <p:nvSpPr>
          <p:cNvPr id="2" name="">
            <a:extLst xmlns:a="http://schemas.openxmlformats.org/drawingml/2006/main">
              <a:ext uri="{FF2B5EF4-FFF2-40B4-BE49-F238E27FC236}">
                <a16:creationId xmlns:a16="http://schemas.microsoft.com/office/drawing/2014/main" id="{7B9B103E-4B4F-496E-B9DD-A0FE9393749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F6ED3E83-C95B-414F-9B66-D431814D4B4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9510DEA-E30A-4B7D-B37D-E1EE007AD69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4E56A9CB-34F3-4BF4-9350-230522F53DA3}"/>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Assemble and validate an accountable national habitat decision product.</a:t>
            </a:r>
          </a:p>
        </p:txBody>
      </p:sp>
      <p:sp>
        <p:nvSpPr>
          <p:cNvPr id="6" name="">
            <a:extLst xmlns:a="http://schemas.openxmlformats.org/drawingml/2006/main">
              <a:ext uri="{FF2B5EF4-FFF2-40B4-BE49-F238E27FC236}">
                <a16:creationId xmlns:a16="http://schemas.microsoft.com/office/drawing/2014/main" id="{6E7037ED-8C8D-4B4F-A5EE-48B0C99B6A4A}"/>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6A68245-FAFA-4A97-9020-9B90F754653C}"/>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62D8F83D-45B3-425B-82D1-7B2453E8CEA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E46685D7-2E7C-4D1F-AA96-E85089E01CD9}"/>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049FEEB-AB71-456C-BCB4-67454039A103}"/>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03CB450E-D207-424E-8305-79B24D2B2826}"/>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DA0AA8D7-E0BD-4DE2-B3CA-A8D515489679}"/>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3CD9C648-969F-423E-B1D1-60554F4627CD}"/>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689F5C49-5022-4257-81FF-709B0DCFBDA9}"/>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53D5317-814D-41F1-BC22-F6B1BD94414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A3DFA3F-2F34-42A5-84CD-B0B3FC9BE308}"/>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44AB41E7-FCBA-4329-B03E-C3B6B38CD4B7}"/>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63747926"/>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D167A2-9BDB-4ED6-B360-F06D64791CD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V7_D_N15</a:t>
            </a:r>
          </a:p>
        </p:txBody>
      </p:sp>
      <p:sp>
        <p:nvSpPr>
          <p:cNvPr id="2" name="">
            <a:extLst xmlns:a="http://schemas.openxmlformats.org/drawingml/2006/main">
              <a:ext uri="{FF2B5EF4-FFF2-40B4-BE49-F238E27FC236}">
                <a16:creationId xmlns:a16="http://schemas.microsoft.com/office/drawing/2014/main" id="{382D1671-3C55-477C-A1B8-7F6F8409B9D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42FCE1F7-4AA6-476F-A236-5C8DF542F9D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37C0FD2-0566-4CF4-BE35-3E392821022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DBFC299-3DAE-4997-ACA0-54371E216B1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89F86B6E-3B1D-43F2-8B5D-3201BEB0E9EC}"/>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7E9FDEAD-80C5-44EC-BFA6-B01972DF11A0}"/>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A3EE2768-051A-44F5-B624-39A4908FFEEE}"/>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9CC65214-53A6-45A7-A10F-B6563C4A1BB1}"/>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6A3E643A-3AF3-42B9-A4CE-D90D41F85134}"/>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937D5AAA-C7D6-401B-A685-B826CBEBDACD}"/>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5B4C3441-E5BC-46A3-AAE8-92FEEEDB36E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186B3329-285C-4AAD-975E-691F0A04E6AF}"/>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9A0AC31C-97A7-4187-8583-1320FE54CD32}"/>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30471742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371815-4C88-4308-973E-43C45B9FC9A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V7_D_N15</a:t>
            </a:r>
          </a:p>
        </p:txBody>
      </p:sp>
      <p:sp>
        <p:nvSpPr>
          <p:cNvPr id="2" name="">
            <a:extLst xmlns:a="http://schemas.openxmlformats.org/drawingml/2006/main">
              <a:ext uri="{FF2B5EF4-FFF2-40B4-BE49-F238E27FC236}">
                <a16:creationId xmlns:a16="http://schemas.microsoft.com/office/drawing/2014/main" id="{6D619F8E-6E80-4552-9BB6-1145590569A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9BE2492-7066-4555-B517-7C1D77498B4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9B2E3A9-35CE-486F-A6F8-3D3FD6851F8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6253F713-0E7F-4DF0-A2F1-F2B7C2E5ECD6}"/>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4AF47F7E-37DB-4CA4-A4CB-A982ACC79B10}"/>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7F044A3F-B30C-4023-9B0E-993D5624E527}"/>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33194A8D-3882-476F-85DA-D30F4C77C68A}"/>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61A121E-FB82-4A43-B01E-E9DB61EA7690}"/>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9D5965B3-70AE-49A6-9EBC-B6E70477B5E3}"/>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2073322858"/>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75CD7E4-9726-4E9D-B0BA-62AB4A546AC7}"/>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12B6CF26-0348-47D1-86A7-2AE9372FC7F6}"/>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2327DC0D-261A-480B-8754-4F41BC496875}"/>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Integrated evidence</a:t>
            </a:r>
          </a:p>
        </p:txBody>
      </p:sp>
      <p:sp>
        <p:nvSpPr>
          <p:cNvPr id="4" name="">
            <a:extLst xmlns:a="http://schemas.openxmlformats.org/drawingml/2006/main">
              <a:ext uri="{FF2B5EF4-FFF2-40B4-BE49-F238E27FC236}">
                <a16:creationId xmlns:a16="http://schemas.microsoft.com/office/drawing/2014/main" id="{27937A25-90BE-4F19-8F9F-84054316D5FE}"/>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1A67C533-2C52-49FF-9782-9072BC2E64E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Service gaps</a:t>
            </a:r>
          </a:p>
        </p:txBody>
      </p:sp>
      <p:sp>
        <p:nvSpPr>
          <p:cNvPr id="6" name="">
            <a:extLst xmlns:a="http://schemas.openxmlformats.org/drawingml/2006/main">
              <a:ext uri="{FF2B5EF4-FFF2-40B4-BE49-F238E27FC236}">
                <a16:creationId xmlns:a16="http://schemas.microsoft.com/office/drawing/2014/main" id="{3B11403C-177E-478A-961C-256AD1B0E2D9}"/>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A5A15039-9D9D-429B-994E-152B3AEB22CA}"/>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Risk</a:t>
            </a:r>
          </a:p>
        </p:txBody>
      </p:sp>
      <p:sp>
        <p:nvSpPr>
          <p:cNvPr id="8" name="">
            <a:extLst xmlns:a="http://schemas.openxmlformats.org/drawingml/2006/main">
              <a:ext uri="{FF2B5EF4-FFF2-40B4-BE49-F238E27FC236}">
                <a16:creationId xmlns:a16="http://schemas.microsoft.com/office/drawing/2014/main" id="{D1D91F4D-CD77-49A9-A007-A02239EED94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11C73263-CADB-4613-A0FE-DAECEACB162C}"/>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Investment</a:t>
            </a:r>
          </a:p>
        </p:txBody>
      </p:sp>
      <p:sp>
        <p:nvSpPr>
          <p:cNvPr id="10" name="">
            <a:extLst xmlns:a="http://schemas.openxmlformats.org/drawingml/2006/main">
              <a:ext uri="{FF2B5EF4-FFF2-40B4-BE49-F238E27FC236}">
                <a16:creationId xmlns:a16="http://schemas.microsoft.com/office/drawing/2014/main" id="{AD2AD05E-08CE-4267-985E-45D5B217B3CF}"/>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207B0956-BD00-4FC0-AA11-F02CA3FEE19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Accountability</a:t>
            </a:r>
          </a:p>
        </p:txBody>
      </p:sp>
      <p:sp>
        <p:nvSpPr>
          <p:cNvPr id="12" name="">
            <a:extLst xmlns:a="http://schemas.openxmlformats.org/drawingml/2006/main">
              <a:ext uri="{FF2B5EF4-FFF2-40B4-BE49-F238E27FC236}">
                <a16:creationId xmlns:a16="http://schemas.microsoft.com/office/drawing/2014/main" id="{EBD2A957-C213-4E49-8FC0-6CD4E6A66F0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049859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2026-09-04T15:49:29.0880000Z</dcterms:created>
  <dcterms:modified xsi:type="dcterms:W3CDTF">2026-09-04T15:49:29.0880000Z</dcterms:modified>
</coreProperties>
</file>