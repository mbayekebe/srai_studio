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824dfc0a8143e4" /><Relationship Type="http://schemas.openxmlformats.org/officeDocument/2006/relationships/extended-properties" Target="/docProps/app.xml" Id="Rcd65ae10a2074ca7" /><Relationship Type="http://schemas.openxmlformats.org/officeDocument/2006/relationships/officeDocument" Target="/ppt/presentation.xml" Id="R39ecf626cb29441f" /></Relationships>
</file>

<file path=ppt/presentation.xml><?xml version="1.0" encoding="utf-8"?>
<p:presentation xmlns:p="http://schemas.openxmlformats.org/presentationml/2006/main">
  <p:sldMasterIdLst>
    <p:sldMasterId xmlns:r="http://schemas.openxmlformats.org/officeDocument/2006/relationships" id="2147483648" r:id="R2e096ed7ee8146df"/>
  </p:sldMasterIdLst>
  <p:notesMasterIdLst>
    <p:notesMasterId xmlns:r="http://schemas.openxmlformats.org/officeDocument/2006/relationships" r:id="Rb95aaae0c5d94c24"/>
  </p:notesMasterIdLst>
  <p:sldIdLst>
    <p:sldId xmlns:r="http://schemas.openxmlformats.org/officeDocument/2006/relationships" id="256" r:id="R011c6f4a419b47d1"/>
    <p:sldId xmlns:r="http://schemas.openxmlformats.org/officeDocument/2006/relationships" id="257" r:id="R1eab75550aba4c7c"/>
    <p:sldId xmlns:r="http://schemas.openxmlformats.org/officeDocument/2006/relationships" id="258" r:id="Ra77cdb406b7b44af"/>
    <p:sldId xmlns:r="http://schemas.openxmlformats.org/officeDocument/2006/relationships" id="259" r:id="R7a9648376c6b4e16"/>
    <p:sldId xmlns:r="http://schemas.openxmlformats.org/officeDocument/2006/relationships" id="260" r:id="R35fb0abc68df43a1"/>
    <p:sldId xmlns:r="http://schemas.openxmlformats.org/officeDocument/2006/relationships" id="261" r:id="R30a45aa36ee14520"/>
    <p:sldId xmlns:r="http://schemas.openxmlformats.org/officeDocument/2006/relationships" id="262" r:id="Rac925fa5b2d147b6"/>
    <p:sldId xmlns:r="http://schemas.openxmlformats.org/officeDocument/2006/relationships" id="263" r:id="R5c155360587f4ca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f85f9382bc4cb6" /><Relationship Type="http://schemas.openxmlformats.org/officeDocument/2006/relationships/slideMaster" Target="/ppt/slideMasters/slideMaster1.xml" Id="R2e096ed7ee8146df" /><Relationship Type="http://schemas.openxmlformats.org/officeDocument/2006/relationships/notesMaster" Target="/ppt/notesMasters/notesMaster1.xml" Id="Rb95aaae0c5d94c24" /><Relationship Type="http://schemas.openxmlformats.org/officeDocument/2006/relationships/presProps" Target="/ppt/presProps.xml" Id="R9c3350d8ecc84a0b" /><Relationship Type="http://schemas.openxmlformats.org/officeDocument/2006/relationships/tableStyles" Target="/ppt/tableStyles.xml" Id="R8062fec827ef4a31" /><Relationship Type="http://schemas.openxmlformats.org/officeDocument/2006/relationships/slide" Target="/ppt/slides/slide1.xml" Id="R011c6f4a419b47d1" /><Relationship Type="http://schemas.openxmlformats.org/officeDocument/2006/relationships/slide" Target="/ppt/slides/slide2.xml" Id="R1eab75550aba4c7c" /><Relationship Type="http://schemas.openxmlformats.org/officeDocument/2006/relationships/slide" Target="/ppt/slides/slide3.xml" Id="Ra77cdb406b7b44af" /><Relationship Type="http://schemas.openxmlformats.org/officeDocument/2006/relationships/slide" Target="/ppt/slides/slide4.xml" Id="R7a9648376c6b4e16" /><Relationship Type="http://schemas.openxmlformats.org/officeDocument/2006/relationships/slide" Target="/ppt/slides/slide5.xml" Id="R35fb0abc68df43a1" /><Relationship Type="http://schemas.openxmlformats.org/officeDocument/2006/relationships/slide" Target="/ppt/slides/slide6.xml" Id="R30a45aa36ee14520" /><Relationship Type="http://schemas.openxmlformats.org/officeDocument/2006/relationships/slide" Target="/ppt/slides/slide7.xml" Id="Rac925fa5b2d147b6" /><Relationship Type="http://schemas.openxmlformats.org/officeDocument/2006/relationships/slide" Target="/ppt/slides/slide8.xml" Id="R5c155360587f4c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3e315864e647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6d64f514cd457d" /><Relationship Type="http://schemas.openxmlformats.org/officeDocument/2006/relationships/notesMaster" Target="/ppt/notesMasters/notesMaster1.xml" Id="Ra2c07715264d46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77c5f4ae524f39" /><Relationship Type="http://schemas.openxmlformats.org/officeDocument/2006/relationships/notesMaster" Target="/ppt/notesMasters/notesMaster1.xml" Id="R8da088fe89794c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6b790edbe64eff" /><Relationship Type="http://schemas.openxmlformats.org/officeDocument/2006/relationships/notesMaster" Target="/ppt/notesMasters/notesMaster1.xml" Id="Rbdfffa05c4f44a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480256b6784648" /><Relationship Type="http://schemas.openxmlformats.org/officeDocument/2006/relationships/notesMaster" Target="/ppt/notesMasters/notesMaster1.xml" Id="R0f8aee43d30542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05a4065e0e4d09" /><Relationship Type="http://schemas.openxmlformats.org/officeDocument/2006/relationships/notesMaster" Target="/ppt/notesMasters/notesMaster1.xml" Id="Rd72dc8105ea14d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af6e5661f443e3" /><Relationship Type="http://schemas.openxmlformats.org/officeDocument/2006/relationships/notesMaster" Target="/ppt/notesMasters/notesMaster1.xml" Id="Rcfe23150034547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2dff7f273c741a3" /><Relationship Type="http://schemas.openxmlformats.org/officeDocument/2006/relationships/notesMaster" Target="/ppt/notesMasters/notesMaster1.xml" Id="R17fa2fddd19c4f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cd21c0503849c1" /><Relationship Type="http://schemas.openxmlformats.org/officeDocument/2006/relationships/notesMaster" Target="/ppt/notesMasters/notesMaster1.xml" Id="R482bd4bae45b4e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Housing Need Beyond Counts. This lesson begins with one principle: housing need includes adequacy, affordability, location, and security.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V7_D_N01,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Housing need includes adequacy, affordability, location, and security. The five controls shown here are Household need, Adequacy, Affordability, Location, Supply. Together, they prevent a habitat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V7_D_N01,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household need, move through adequacy and affordability, and finish with location and supply.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V7_D_N01,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habitat example. A city compares households, rents, incomes, vacancies, quality, and location before intervention.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V7_D_N01,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Build a housing-need profile and test affordability, adequacy, and uncertainty.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V7_D_N01,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habitat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V7_D_N01,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V7_D_N01,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household need clear? Is adequacy documented? Is affordability testable? Is location governed? And is supply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V7_D_N01,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b60add01764d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585548afad41ed" /><Relationship Type="http://schemas.openxmlformats.org/officeDocument/2006/relationships/slideLayout" Target="/ppt/slideLayouts/slideLayout1.xml" Id="Raeaef36d8a6146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aef36d8a6146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3f4ecf410c24419" /><Relationship Type="http://schemas.openxmlformats.org/officeDocument/2006/relationships/notesSlide" Target="/ppt/notesSlides/notesSlide1.xml" Id="R5c8319329a5048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3606ef190144b4b" /><Relationship Type="http://schemas.openxmlformats.org/officeDocument/2006/relationships/notesSlide" Target="/ppt/notesSlides/notesSlide2.xml" Id="R5a91232a207f46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0c9d8a2c9384ba8" /><Relationship Type="http://schemas.openxmlformats.org/officeDocument/2006/relationships/notesSlide" Target="/ppt/notesSlides/notesSlide3.xml" Id="R19c31641cfa64f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427c26b14294c33" /><Relationship Type="http://schemas.openxmlformats.org/officeDocument/2006/relationships/notesSlide" Target="/ppt/notesSlides/notesSlide4.xml" Id="R6395e750a7d646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dbb173812d54c34" /><Relationship Type="http://schemas.openxmlformats.org/officeDocument/2006/relationships/notesSlide" Target="/ppt/notesSlides/notesSlide5.xml" Id="Ref7d1727d9624c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a183c1bac184cf1" /><Relationship Type="http://schemas.openxmlformats.org/officeDocument/2006/relationships/notesSlide" Target="/ppt/notesSlides/notesSlide6.xml" Id="R062b272863a047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eb9cbe5d9684f9a" /><Relationship Type="http://schemas.openxmlformats.org/officeDocument/2006/relationships/notesSlide" Target="/ppt/notesSlides/notesSlide7.xml" Id="R0b2d5bb1029f45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eb20b6b8e8c4f92" /><Relationship Type="http://schemas.openxmlformats.org/officeDocument/2006/relationships/notesSlide" Target="/ppt/notesSlides/notesSlide8.xml" Id="R0f2cb16cca3e468b"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712B563-9FB9-4A4C-A0DC-59BBE5651CD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40A9AF5E-6675-4FB9-90CC-944B70EAD685}"/>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E5A22A91-FE1A-4A68-B75D-0FCC6B82A93F}"/>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592D4D94-20E7-45D3-A69B-32E1C3CD1C10}"/>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HABITAT TRACK</a:t>
            </a:r>
          </a:p>
        </p:txBody>
      </p:sp>
      <p:sp>
        <p:nvSpPr>
          <p:cNvPr id="5" name="">
            <a:extLst xmlns:a="http://schemas.openxmlformats.org/drawingml/2006/main">
              <a:ext uri="{FF2B5EF4-FFF2-40B4-BE49-F238E27FC236}">
                <a16:creationId xmlns:a16="http://schemas.microsoft.com/office/drawing/2014/main" id="{32DBB772-E7CD-43FD-BE7D-840EE3F58719}"/>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HOUSING NEED BEYOND COUNTS</a:t>
            </a:r>
          </a:p>
        </p:txBody>
      </p:sp>
      <p:sp>
        <p:nvSpPr>
          <p:cNvPr id="6" name="">
            <a:extLst xmlns:a="http://schemas.openxmlformats.org/drawingml/2006/main">
              <a:ext uri="{FF2B5EF4-FFF2-40B4-BE49-F238E27FC236}">
                <a16:creationId xmlns:a16="http://schemas.microsoft.com/office/drawing/2014/main" id="{DE9567A5-8910-4D4C-AFDC-626794FF06B9}"/>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Housing need includes adequacy, affordability, location, and security.</a:t>
            </a:r>
          </a:p>
        </p:txBody>
      </p:sp>
      <p:sp>
        <p:nvSpPr>
          <p:cNvPr id="7" name="">
            <a:extLst xmlns:a="http://schemas.openxmlformats.org/drawingml/2006/main">
              <a:ext uri="{FF2B5EF4-FFF2-40B4-BE49-F238E27FC236}">
                <a16:creationId xmlns:a16="http://schemas.microsoft.com/office/drawing/2014/main" id="{239B3D46-C4A3-4B7B-81C5-FB6708A0641C}"/>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V7_D_N01</a:t>
            </a:r>
          </a:p>
        </p:txBody>
      </p:sp>
      <p:sp>
        <p:nvSpPr>
          <p:cNvPr id="8" name="">
            <a:extLst xmlns:a="http://schemas.openxmlformats.org/drawingml/2006/main">
              <a:ext uri="{FF2B5EF4-FFF2-40B4-BE49-F238E27FC236}">
                <a16:creationId xmlns:a16="http://schemas.microsoft.com/office/drawing/2014/main" id="{FD014B34-F406-4CFD-8A08-9CA267D50D7E}"/>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PU-B07-C51</a:t>
            </a:r>
          </a:p>
        </p:txBody>
      </p:sp>
      <p:sp>
        <p:nvSpPr>
          <p:cNvPr id="9" name="">
            <a:extLst xmlns:a="http://schemas.openxmlformats.org/drawingml/2006/main">
              <a:ext uri="{FF2B5EF4-FFF2-40B4-BE49-F238E27FC236}">
                <a16:creationId xmlns:a16="http://schemas.microsoft.com/office/drawing/2014/main" id="{B60946F2-2FFE-49CE-AFB1-8AEB9FD4752F}"/>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DBB802F4-0ADB-4611-A96D-EAE8FD677A00}"/>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798395668"/>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E03AFEE-88FB-4E82-88DF-C4C4E72FB0A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V7_D_N01</a:t>
            </a:r>
          </a:p>
        </p:txBody>
      </p:sp>
      <p:sp>
        <p:nvSpPr>
          <p:cNvPr id="2" name="">
            <a:extLst xmlns:a="http://schemas.openxmlformats.org/drawingml/2006/main">
              <a:ext uri="{FF2B5EF4-FFF2-40B4-BE49-F238E27FC236}">
                <a16:creationId xmlns:a16="http://schemas.microsoft.com/office/drawing/2014/main" id="{29A5D6F1-EEA6-4901-B1E0-826400A9E82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4420E9A7-6CBE-49D7-8A6E-C6B425ABEAE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B43103FC-C40B-4EFB-8009-063D05E4C50F}"/>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679B204B-CF55-4C38-B3CC-C31B7657E4AA}"/>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Housing need includes adequacy, affordability, location, and security.</a:t>
            </a:r>
          </a:p>
        </p:txBody>
      </p:sp>
      <p:sp>
        <p:nvSpPr>
          <p:cNvPr id="6" name="">
            <a:extLst xmlns:a="http://schemas.openxmlformats.org/drawingml/2006/main">
              <a:ext uri="{FF2B5EF4-FFF2-40B4-BE49-F238E27FC236}">
                <a16:creationId xmlns:a16="http://schemas.microsoft.com/office/drawing/2014/main" id="{5646E941-0FAD-494F-A263-A5FB60429732}"/>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6D607FC3-460F-4410-B89D-11D5222330DA}"/>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4298DBCA-D49B-42C0-BBAB-363C0DC4015F}"/>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Household need</a:t>
            </a:r>
          </a:p>
        </p:txBody>
      </p:sp>
      <p:sp>
        <p:nvSpPr>
          <p:cNvPr id="9" name="">
            <a:extLst xmlns:a="http://schemas.openxmlformats.org/drawingml/2006/main">
              <a:ext uri="{FF2B5EF4-FFF2-40B4-BE49-F238E27FC236}">
                <a16:creationId xmlns:a16="http://schemas.microsoft.com/office/drawing/2014/main" id="{AB5079D1-A736-4713-AD12-2F5E949BB286}"/>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015AF99E-D009-4A22-8459-A5FBDD92395D}"/>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Adequacy</a:t>
            </a:r>
          </a:p>
        </p:txBody>
      </p:sp>
      <p:sp>
        <p:nvSpPr>
          <p:cNvPr id="11" name="">
            <a:extLst xmlns:a="http://schemas.openxmlformats.org/drawingml/2006/main">
              <a:ext uri="{FF2B5EF4-FFF2-40B4-BE49-F238E27FC236}">
                <a16:creationId xmlns:a16="http://schemas.microsoft.com/office/drawing/2014/main" id="{EDAB235A-06E1-49FA-B959-826D4B6F7176}"/>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FA28EDD2-C40A-4D66-8E13-C8AB63915D8E}"/>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Affordability</a:t>
            </a:r>
          </a:p>
        </p:txBody>
      </p:sp>
      <p:sp>
        <p:nvSpPr>
          <p:cNvPr id="13" name="">
            <a:extLst xmlns:a="http://schemas.openxmlformats.org/drawingml/2006/main">
              <a:ext uri="{FF2B5EF4-FFF2-40B4-BE49-F238E27FC236}">
                <a16:creationId xmlns:a16="http://schemas.microsoft.com/office/drawing/2014/main" id="{3DD7867E-229A-42F0-9968-02D637B90EB3}"/>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2B8DCFAC-F0B9-4ADD-AEF8-C2B4C169912F}"/>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Location</a:t>
            </a:r>
          </a:p>
        </p:txBody>
      </p:sp>
      <p:sp>
        <p:nvSpPr>
          <p:cNvPr id="15" name="">
            <a:extLst xmlns:a="http://schemas.openxmlformats.org/drawingml/2006/main">
              <a:ext uri="{FF2B5EF4-FFF2-40B4-BE49-F238E27FC236}">
                <a16:creationId xmlns:a16="http://schemas.microsoft.com/office/drawing/2014/main" id="{5164E5ED-C3A3-4F4C-8351-EAC2EA878759}"/>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C28F15EE-8ECF-4E4A-903B-7C9CC88BD87E}"/>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Supply</a:t>
            </a:r>
          </a:p>
        </p:txBody>
      </p:sp>
      <p:sp>
        <p:nvSpPr>
          <p:cNvPr id="17" name="">
            <a:extLst xmlns:a="http://schemas.openxmlformats.org/drawingml/2006/main">
              <a:ext uri="{FF2B5EF4-FFF2-40B4-BE49-F238E27FC236}">
                <a16:creationId xmlns:a16="http://schemas.microsoft.com/office/drawing/2014/main" id="{A0702A83-5DA3-47D3-85B6-8C40B63F38B5}"/>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884055296"/>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8F93571-7CB6-41C6-A137-682AEE2C433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V7_D_N01</a:t>
            </a:r>
          </a:p>
        </p:txBody>
      </p:sp>
      <p:sp>
        <p:nvSpPr>
          <p:cNvPr id="2" name="">
            <a:extLst xmlns:a="http://schemas.openxmlformats.org/drawingml/2006/main">
              <a:ext uri="{FF2B5EF4-FFF2-40B4-BE49-F238E27FC236}">
                <a16:creationId xmlns:a16="http://schemas.microsoft.com/office/drawing/2014/main" id="{2F943A3D-B07D-4CFA-9B78-DAE15EACA25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5FCF89A7-B8A2-4F77-BB2F-8660331F39C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B4613F9-DD8E-452F-8B48-A051AA35149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8FEF5B12-337D-418A-9BCE-9984FD843F25}"/>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78FD6BA3-A889-42F4-9E5D-2B5D2D49C512}"/>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35AEC36E-B2CA-42B7-8092-4D96C9F6BB0C}"/>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Household need</a:t>
            </a:r>
          </a:p>
        </p:txBody>
      </p:sp>
      <p:sp>
        <p:nvSpPr>
          <p:cNvPr id="8" name="">
            <a:extLst xmlns:a="http://schemas.openxmlformats.org/drawingml/2006/main">
              <a:ext uri="{FF2B5EF4-FFF2-40B4-BE49-F238E27FC236}">
                <a16:creationId xmlns:a16="http://schemas.microsoft.com/office/drawing/2014/main" id="{D443B49F-DB19-49D4-8464-E7E17B8F285C}"/>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15508389-FC35-432D-B738-89C47795AC18}"/>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855FEBAE-9BCF-444F-A283-212CF9ACBF55}"/>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Adequacy</a:t>
            </a:r>
          </a:p>
        </p:txBody>
      </p:sp>
      <p:sp>
        <p:nvSpPr>
          <p:cNvPr id="11" name="">
            <a:extLst xmlns:a="http://schemas.openxmlformats.org/drawingml/2006/main">
              <a:ext uri="{FF2B5EF4-FFF2-40B4-BE49-F238E27FC236}">
                <a16:creationId xmlns:a16="http://schemas.microsoft.com/office/drawing/2014/main" id="{6B43BCD8-E684-4D4B-89B6-49C0A7D90385}"/>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94202BD7-CC09-484B-9EE4-9CE568D584A3}"/>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B43DD365-B289-410C-9352-C48067FB6150}"/>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Affordability</a:t>
            </a:r>
          </a:p>
        </p:txBody>
      </p:sp>
      <p:sp>
        <p:nvSpPr>
          <p:cNvPr id="14" name="">
            <a:extLst xmlns:a="http://schemas.openxmlformats.org/drawingml/2006/main">
              <a:ext uri="{FF2B5EF4-FFF2-40B4-BE49-F238E27FC236}">
                <a16:creationId xmlns:a16="http://schemas.microsoft.com/office/drawing/2014/main" id="{370F8F1A-39D3-4FFE-9329-8A9BE34AA654}"/>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191B069E-A301-4E24-B914-53BBAA60CACF}"/>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26E5C785-30E3-4021-93E5-03D37DD4FFEF}"/>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Location</a:t>
            </a:r>
          </a:p>
        </p:txBody>
      </p:sp>
      <p:sp>
        <p:nvSpPr>
          <p:cNvPr id="17" name="">
            <a:extLst xmlns:a="http://schemas.openxmlformats.org/drawingml/2006/main">
              <a:ext uri="{FF2B5EF4-FFF2-40B4-BE49-F238E27FC236}">
                <a16:creationId xmlns:a16="http://schemas.microsoft.com/office/drawing/2014/main" id="{FA5CB854-9C57-40C8-9C43-243AFC5996B4}"/>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026817FD-8A44-4E3E-9BE0-9D9DF108AC04}"/>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4354A42B-0DBD-4806-B1DA-DEF2217F20A8}"/>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Supply</a:t>
            </a:r>
          </a:p>
        </p:txBody>
      </p:sp>
      <p:sp>
        <p:nvSpPr>
          <p:cNvPr id="20" name="">
            <a:extLst xmlns:a="http://schemas.openxmlformats.org/drawingml/2006/main">
              <a:ext uri="{FF2B5EF4-FFF2-40B4-BE49-F238E27FC236}">
                <a16:creationId xmlns:a16="http://schemas.microsoft.com/office/drawing/2014/main" id="{EDF9AB4D-BF11-4AB0-85C4-2C363DFB97D2}"/>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34926267"/>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A553030-966D-409A-865A-F2F4020FE92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V7_D_N01</a:t>
            </a:r>
          </a:p>
        </p:txBody>
      </p:sp>
      <p:sp>
        <p:nvSpPr>
          <p:cNvPr id="2" name="">
            <a:extLst xmlns:a="http://schemas.openxmlformats.org/drawingml/2006/main">
              <a:ext uri="{FF2B5EF4-FFF2-40B4-BE49-F238E27FC236}">
                <a16:creationId xmlns:a16="http://schemas.microsoft.com/office/drawing/2014/main" id="{A128E00E-5F03-4DBB-9617-B3A33C1D4A5B}"/>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79D5E445-7E8F-4AF3-92A2-CB605C6ED5D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269EEC9-76E4-4E10-B099-D0124D7D904A}"/>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7F22FCF0-CE1B-4506-AEC0-078D7306C10D}"/>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C682FAAB-2C18-4E11-A88C-9DC2A096A502}"/>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C9488716-4052-44A8-A39A-D8FE0442725E}"/>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city compares households, rents, incomes, vacancies, quality, and location before intervention.</a:t>
            </a:r>
          </a:p>
        </p:txBody>
      </p:sp>
      <p:sp>
        <p:nvSpPr>
          <p:cNvPr id="8" name="">
            <a:extLst xmlns:a="http://schemas.openxmlformats.org/drawingml/2006/main">
              <a:ext uri="{FF2B5EF4-FFF2-40B4-BE49-F238E27FC236}">
                <a16:creationId xmlns:a16="http://schemas.microsoft.com/office/drawing/2014/main" id="{382FC0DF-D1CA-427E-9161-4F0254623C4D}"/>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F6FBE40F-A07E-4ACA-979B-14646FE77515}"/>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2EFE27FE-2382-4FAE-B833-994899C38639}"/>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57DFA192-FAD3-4555-800E-B30412BBE14E}"/>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202839925"/>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35B866C-6E21-430C-BB8A-61B9BD338E73}"/>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V7_D_N01</a:t>
            </a:r>
          </a:p>
        </p:txBody>
      </p:sp>
      <p:sp>
        <p:nvSpPr>
          <p:cNvPr id="2" name="">
            <a:extLst xmlns:a="http://schemas.openxmlformats.org/drawingml/2006/main">
              <a:ext uri="{FF2B5EF4-FFF2-40B4-BE49-F238E27FC236}">
                <a16:creationId xmlns:a16="http://schemas.microsoft.com/office/drawing/2014/main" id="{0DC7DFE3-C382-4ED6-B5E0-D8C6DF75F00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14D9F5C3-33A3-4DF1-89EB-566A8691FEF3}"/>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02C898A-37C5-40B2-A6E9-06CC61A7EA79}"/>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5ABD83AB-48C7-4131-84E8-234D9DB5B8F4}"/>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Build a housing-need profile and test affordability, adequacy, and uncertainty.</a:t>
            </a:r>
          </a:p>
        </p:txBody>
      </p:sp>
      <p:sp>
        <p:nvSpPr>
          <p:cNvPr id="6" name="">
            <a:extLst xmlns:a="http://schemas.openxmlformats.org/drawingml/2006/main">
              <a:ext uri="{FF2B5EF4-FFF2-40B4-BE49-F238E27FC236}">
                <a16:creationId xmlns:a16="http://schemas.microsoft.com/office/drawing/2014/main" id="{B67F9EC2-A211-4FDE-94EF-5BF762371565}"/>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4B15E811-F296-4AD7-8245-4F0618E890F3}"/>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0FB7A2A9-47B5-4547-90FC-DC87D057A722}"/>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B8329B9C-A758-4B56-8F02-4A2AD7E850DF}"/>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B22E4AFE-C128-48D4-9501-9967B27DE970}"/>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4B62FDE0-8C3B-4257-A85F-A67A93B54435}"/>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C77C52AB-28AC-4D03-8A77-2C09D2C2D5B0}"/>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8567CF00-AC8E-447A-A1E5-C1C39711265A}"/>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CED46C48-B200-40BB-BDC4-5E66A3E8105E}"/>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E4AE7F55-A5DE-4128-9A2D-9E58EB1C5BDB}"/>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E9706FDD-4A99-409E-91F0-FB11F713320A}"/>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46FE08ED-4E3F-4E86-B508-8A1301805830}"/>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985092591"/>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616177A-1DFB-4E59-A1B8-F071801C64C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V7_D_N01</a:t>
            </a:r>
          </a:p>
        </p:txBody>
      </p:sp>
      <p:sp>
        <p:nvSpPr>
          <p:cNvPr id="2" name="">
            <a:extLst xmlns:a="http://schemas.openxmlformats.org/drawingml/2006/main">
              <a:ext uri="{FF2B5EF4-FFF2-40B4-BE49-F238E27FC236}">
                <a16:creationId xmlns:a16="http://schemas.microsoft.com/office/drawing/2014/main" id="{540CA9DB-F07A-4811-B5FF-484E4B28884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399D2853-8A0D-4208-818F-F8771B9E959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4E10D40-82EA-4873-ABB9-BC819ACFEDCB}"/>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8D62ADFD-61DE-4684-8FE6-9D18EDCB7D55}"/>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7BC53E3C-FCBA-42F1-B381-6D202D1C1121}"/>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2729E565-873A-4E9B-943E-2050A9D88749}"/>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81C8E705-65E7-40BC-B103-AAC177DBCDCC}"/>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0B72E13D-1737-45D4-9AF4-CB2868C6C5A3}"/>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843C4066-A889-4985-AC16-363E77E91B91}"/>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E02A2B38-4A59-48CB-948D-1DC23AD59E0E}"/>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AE2832A5-BFAC-4B78-B6D0-F2696839BDEB}"/>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40DEE2E2-DAFC-4F78-98CE-C131A6D1CFC0}"/>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7A156B77-655C-43F2-8D57-D6A0744BAAC2}"/>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285492950"/>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E6AA724-BD51-4A50-A8E8-721B018A250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V7_D_N01</a:t>
            </a:r>
          </a:p>
        </p:txBody>
      </p:sp>
      <p:sp>
        <p:nvSpPr>
          <p:cNvPr id="2" name="">
            <a:extLst xmlns:a="http://schemas.openxmlformats.org/drawingml/2006/main">
              <a:ext uri="{FF2B5EF4-FFF2-40B4-BE49-F238E27FC236}">
                <a16:creationId xmlns:a16="http://schemas.microsoft.com/office/drawing/2014/main" id="{7BA0E68F-AF8E-4A31-843A-BBC19114306E}"/>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9386A42A-F4D9-4B1F-BE74-E8C1408F9F6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C9A7918-A18A-4D8A-9C21-6DB80CCED0DA}"/>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C8BC70DA-FF40-4E72-8E46-C14D3B706B24}"/>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A750306B-D2DB-40E5-961C-C6B442146748}"/>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CEA68FD3-257C-4724-A304-23F4CDE99B1B}"/>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D6311103-45A0-45D5-8898-ADF848DBB9ED}"/>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A4D8B75B-C4A2-4F6C-BAF3-7725BAA2596D}"/>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8487CE97-C6D1-4CB6-85B7-B64816599557}"/>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280693845"/>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B9CA778-D27A-4654-984C-343C6D8936A4}"/>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AD1B0712-B909-4F21-94FB-119EACC73CC8}"/>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B6472A16-8024-4CF1-8935-798E40664502}"/>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Household need</a:t>
            </a:r>
          </a:p>
        </p:txBody>
      </p:sp>
      <p:sp>
        <p:nvSpPr>
          <p:cNvPr id="4" name="">
            <a:extLst xmlns:a="http://schemas.openxmlformats.org/drawingml/2006/main">
              <a:ext uri="{FF2B5EF4-FFF2-40B4-BE49-F238E27FC236}">
                <a16:creationId xmlns:a16="http://schemas.microsoft.com/office/drawing/2014/main" id="{CBD5DE2D-FE62-4648-8883-34B6EDA4AEA6}"/>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EC249337-5B60-48DA-B9ED-03D5F42BEDBA}"/>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Adequacy</a:t>
            </a:r>
          </a:p>
        </p:txBody>
      </p:sp>
      <p:sp>
        <p:nvSpPr>
          <p:cNvPr id="6" name="">
            <a:extLst xmlns:a="http://schemas.openxmlformats.org/drawingml/2006/main">
              <a:ext uri="{FF2B5EF4-FFF2-40B4-BE49-F238E27FC236}">
                <a16:creationId xmlns:a16="http://schemas.microsoft.com/office/drawing/2014/main" id="{A8D38C8B-1055-416B-BC5E-9394F53B0C87}"/>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26F1A1B4-9008-4B85-A4A3-E33F8D2E6F2C}"/>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Affordability</a:t>
            </a:r>
          </a:p>
        </p:txBody>
      </p:sp>
      <p:sp>
        <p:nvSpPr>
          <p:cNvPr id="8" name="">
            <a:extLst xmlns:a="http://schemas.openxmlformats.org/drawingml/2006/main">
              <a:ext uri="{FF2B5EF4-FFF2-40B4-BE49-F238E27FC236}">
                <a16:creationId xmlns:a16="http://schemas.microsoft.com/office/drawing/2014/main" id="{6105F18E-B652-4BB9-BAE6-7AB571A6889D}"/>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D3F2D2AA-077E-4210-B547-20FE859A8B2E}"/>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Location</a:t>
            </a:r>
          </a:p>
        </p:txBody>
      </p:sp>
      <p:sp>
        <p:nvSpPr>
          <p:cNvPr id="10" name="">
            <a:extLst xmlns:a="http://schemas.openxmlformats.org/drawingml/2006/main">
              <a:ext uri="{FF2B5EF4-FFF2-40B4-BE49-F238E27FC236}">
                <a16:creationId xmlns:a16="http://schemas.microsoft.com/office/drawing/2014/main" id="{E0828B26-DEA3-4E26-942D-B2FA76095AF7}"/>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3C9105CC-A490-46E5-875C-00476B4621E7}"/>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Supply</a:t>
            </a:r>
          </a:p>
        </p:txBody>
      </p:sp>
      <p:sp>
        <p:nvSpPr>
          <p:cNvPr id="12" name="">
            <a:extLst xmlns:a="http://schemas.openxmlformats.org/drawingml/2006/main">
              <a:ext uri="{FF2B5EF4-FFF2-40B4-BE49-F238E27FC236}">
                <a16:creationId xmlns:a16="http://schemas.microsoft.com/office/drawing/2014/main" id="{B6795E31-A709-41C2-B76E-92EA14831702}"/>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3672651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2026-09-04T15:40:12.2760000Z</dcterms:created>
  <dcterms:modified xsi:type="dcterms:W3CDTF">2026-09-04T15:40:12.2760000Z</dcterms:modified>
</coreProperties>
</file>