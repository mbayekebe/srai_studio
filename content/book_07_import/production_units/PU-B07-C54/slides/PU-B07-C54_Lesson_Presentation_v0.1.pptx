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5f410fd10642ca" /><Relationship Type="http://schemas.openxmlformats.org/officeDocument/2006/relationships/extended-properties" Target="/docProps/app.xml" Id="Rd5b64cd531604983" /><Relationship Type="http://schemas.openxmlformats.org/officeDocument/2006/relationships/officeDocument" Target="/ppt/presentation.xml" Id="R567946dbe5ee4d1e" /></Relationships>
</file>

<file path=ppt/presentation.xml><?xml version="1.0" encoding="utf-8"?>
<p:presentation xmlns:p="http://schemas.openxmlformats.org/presentationml/2006/main">
  <p:sldMasterIdLst>
    <p:sldMasterId xmlns:r="http://schemas.openxmlformats.org/officeDocument/2006/relationships" id="2147483648" r:id="R74054d9a179a4c81"/>
  </p:sldMasterIdLst>
  <p:notesMasterIdLst>
    <p:notesMasterId xmlns:r="http://schemas.openxmlformats.org/officeDocument/2006/relationships" r:id="R1c66651ec9a94b86"/>
  </p:notesMasterIdLst>
  <p:sldIdLst>
    <p:sldId xmlns:r="http://schemas.openxmlformats.org/officeDocument/2006/relationships" id="256" r:id="R8e08bef11b8c4be7"/>
    <p:sldId xmlns:r="http://schemas.openxmlformats.org/officeDocument/2006/relationships" id="257" r:id="R3f7ec73e3f064f74"/>
    <p:sldId xmlns:r="http://schemas.openxmlformats.org/officeDocument/2006/relationships" id="258" r:id="R457c38e2d7854287"/>
    <p:sldId xmlns:r="http://schemas.openxmlformats.org/officeDocument/2006/relationships" id="259" r:id="Rf39da561bc844274"/>
    <p:sldId xmlns:r="http://schemas.openxmlformats.org/officeDocument/2006/relationships" id="260" r:id="R2d4a5775f01b478d"/>
    <p:sldId xmlns:r="http://schemas.openxmlformats.org/officeDocument/2006/relationships" id="261" r:id="Rf1299be862ed4c73"/>
    <p:sldId xmlns:r="http://schemas.openxmlformats.org/officeDocument/2006/relationships" id="262" r:id="R558c895d1cd24c8f"/>
    <p:sldId xmlns:r="http://schemas.openxmlformats.org/officeDocument/2006/relationships" id="263" r:id="R12b692783c9640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6bb95b21284d95" /><Relationship Type="http://schemas.openxmlformats.org/officeDocument/2006/relationships/slideMaster" Target="/ppt/slideMasters/slideMaster1.xml" Id="R74054d9a179a4c81" /><Relationship Type="http://schemas.openxmlformats.org/officeDocument/2006/relationships/notesMaster" Target="/ppt/notesMasters/notesMaster1.xml" Id="R1c66651ec9a94b86" /><Relationship Type="http://schemas.openxmlformats.org/officeDocument/2006/relationships/presProps" Target="/ppt/presProps.xml" Id="R20406292a6504566" /><Relationship Type="http://schemas.openxmlformats.org/officeDocument/2006/relationships/tableStyles" Target="/ppt/tableStyles.xml" Id="Re5f9ff0dd5974376" /><Relationship Type="http://schemas.openxmlformats.org/officeDocument/2006/relationships/slide" Target="/ppt/slides/slide1.xml" Id="R8e08bef11b8c4be7" /><Relationship Type="http://schemas.openxmlformats.org/officeDocument/2006/relationships/slide" Target="/ppt/slides/slide2.xml" Id="R3f7ec73e3f064f74" /><Relationship Type="http://schemas.openxmlformats.org/officeDocument/2006/relationships/slide" Target="/ppt/slides/slide3.xml" Id="R457c38e2d7854287" /><Relationship Type="http://schemas.openxmlformats.org/officeDocument/2006/relationships/slide" Target="/ppt/slides/slide4.xml" Id="Rf39da561bc844274" /><Relationship Type="http://schemas.openxmlformats.org/officeDocument/2006/relationships/slide" Target="/ppt/slides/slide5.xml" Id="R2d4a5775f01b478d" /><Relationship Type="http://schemas.openxmlformats.org/officeDocument/2006/relationships/slide" Target="/ppt/slides/slide6.xml" Id="Rf1299be862ed4c73" /><Relationship Type="http://schemas.openxmlformats.org/officeDocument/2006/relationships/slide" Target="/ppt/slides/slide7.xml" Id="R558c895d1cd24c8f" /><Relationship Type="http://schemas.openxmlformats.org/officeDocument/2006/relationships/slide" Target="/ppt/slides/slide8.xml" Id="R12b692783c9640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a5d62f667a4e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acc86c481c4b25" /><Relationship Type="http://schemas.openxmlformats.org/officeDocument/2006/relationships/notesMaster" Target="/ppt/notesMasters/notesMaster1.xml" Id="R592cdb9e06d04b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05f77e109741b9" /><Relationship Type="http://schemas.openxmlformats.org/officeDocument/2006/relationships/notesMaster" Target="/ppt/notesMasters/notesMaster1.xml" Id="R1636ba7dd0b940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62dfe957414d8b" /><Relationship Type="http://schemas.openxmlformats.org/officeDocument/2006/relationships/notesMaster" Target="/ppt/notesMasters/notesMaster1.xml" Id="R7cbcf8490d7540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ed13e6785a4e75" /><Relationship Type="http://schemas.openxmlformats.org/officeDocument/2006/relationships/notesMaster" Target="/ppt/notesMasters/notesMaster1.xml" Id="R3f9f7896b3c347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6ef2bbd5a54fbc" /><Relationship Type="http://schemas.openxmlformats.org/officeDocument/2006/relationships/notesMaster" Target="/ppt/notesMasters/notesMaster1.xml" Id="R38358f26c5f948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e1aa17d04046fd" /><Relationship Type="http://schemas.openxmlformats.org/officeDocument/2006/relationships/notesMaster" Target="/ppt/notesMasters/notesMaster1.xml" Id="Ra33b50440b544e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e9820c6fd24836" /><Relationship Type="http://schemas.openxmlformats.org/officeDocument/2006/relationships/notesMaster" Target="/ppt/notesMasters/notesMaster1.xml" Id="R925ae67b8af846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2b08e816844269" /><Relationship Type="http://schemas.openxmlformats.org/officeDocument/2006/relationships/notesMaster" Target="/ppt/notesMasters/notesMaster1.xml" Id="Raac992bd686c40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Shelter Before Disaster. This lesson begins with one principle: shelter planning must connect hazards, people, access, capacity, and protection.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Shelter planning must connect hazards, people, access, capacity, and protection. The five controls shown here are Hazard, Exposure, Accessibility, Capacity, Safeguarding.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hazard, move through exposure and accessibility, and finish with capacity and safeguarding.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flood scenario is tested against needs, accessible routes, shelter capacity, and backups.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shelter plan and test accessibility, capacity, uncertainty, and safeguards.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hazard clear? Is exposure documented? Is accessibility testable? Is capacity governed? And is safeguarding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a7f30d2b845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c9480f0695404a" /><Relationship Type="http://schemas.openxmlformats.org/officeDocument/2006/relationships/slideLayout" Target="/ppt/slideLayouts/slideLayout1.xml" Id="R80dd1097aaba4b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d1097aaba4b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53706a28c94175" /><Relationship Type="http://schemas.openxmlformats.org/officeDocument/2006/relationships/notesSlide" Target="/ppt/notesSlides/notesSlide1.xml" Id="R496314a11d1842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3e4564399c42f7" /><Relationship Type="http://schemas.openxmlformats.org/officeDocument/2006/relationships/notesSlide" Target="/ppt/notesSlides/notesSlide2.xml" Id="R832276b6daff4e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ed978fd0794ed6" /><Relationship Type="http://schemas.openxmlformats.org/officeDocument/2006/relationships/notesSlide" Target="/ppt/notesSlides/notesSlide3.xml" Id="R2aa192ec286d4f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8a2437a6e94fb2" /><Relationship Type="http://schemas.openxmlformats.org/officeDocument/2006/relationships/notesSlide" Target="/ppt/notesSlides/notesSlide4.xml" Id="R917e118431d1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8726d795aa42b0" /><Relationship Type="http://schemas.openxmlformats.org/officeDocument/2006/relationships/notesSlide" Target="/ppt/notesSlides/notesSlide5.xml" Id="R865cd6fbc31046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24135d962e4bfc" /><Relationship Type="http://schemas.openxmlformats.org/officeDocument/2006/relationships/notesSlide" Target="/ppt/notesSlides/notesSlide6.xml" Id="R213b679ba2ae41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b6119d96c947c1" /><Relationship Type="http://schemas.openxmlformats.org/officeDocument/2006/relationships/notesSlide" Target="/ppt/notesSlides/notesSlide7.xml" Id="Rc47a98029be047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02a8aea2884cc3" /><Relationship Type="http://schemas.openxmlformats.org/officeDocument/2006/relationships/notesSlide" Target="/ppt/notesSlides/notesSlide8.xml" Id="R84228da9512c4cfe"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2744E9-5A39-44CD-8726-933EF445664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5F73787D-107D-4D8B-B44E-5A01D4FA7298}"/>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51DBB79-F5B5-4CC6-8FAA-B539583A05F3}"/>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1BBC2C2-E94C-4262-8D82-6BD9DAA7902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D008D33C-48F7-4214-968F-B573EA78825D}"/>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SHELTER BEFORE DISASTER</a:t>
            </a:r>
          </a:p>
        </p:txBody>
      </p:sp>
      <p:sp>
        <p:nvSpPr>
          <p:cNvPr id="6" name="">
            <a:extLst xmlns:a="http://schemas.openxmlformats.org/drawingml/2006/main">
              <a:ext uri="{FF2B5EF4-FFF2-40B4-BE49-F238E27FC236}">
                <a16:creationId xmlns:a16="http://schemas.microsoft.com/office/drawing/2014/main" id="{A3C454DB-B7B5-4E5F-B15D-B0E95DB209CC}"/>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Shelter planning must connect hazards, people, access, capacity, and protection.</a:t>
            </a:r>
          </a:p>
        </p:txBody>
      </p:sp>
      <p:sp>
        <p:nvSpPr>
          <p:cNvPr id="7" name="">
            <a:extLst xmlns:a="http://schemas.openxmlformats.org/drawingml/2006/main">
              <a:ext uri="{FF2B5EF4-FFF2-40B4-BE49-F238E27FC236}">
                <a16:creationId xmlns:a16="http://schemas.microsoft.com/office/drawing/2014/main" id="{2BD0C354-DC07-4FA9-810E-8FFA15B07B56}"/>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V7_D_N04</a:t>
            </a:r>
          </a:p>
        </p:txBody>
      </p:sp>
      <p:sp>
        <p:nvSpPr>
          <p:cNvPr id="8" name="">
            <a:extLst xmlns:a="http://schemas.openxmlformats.org/drawingml/2006/main">
              <a:ext uri="{FF2B5EF4-FFF2-40B4-BE49-F238E27FC236}">
                <a16:creationId xmlns:a16="http://schemas.microsoft.com/office/drawing/2014/main" id="{806151A3-577A-47CD-9748-D6D4EB562B38}"/>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PU-B07-C54</a:t>
            </a:r>
          </a:p>
        </p:txBody>
      </p:sp>
      <p:sp>
        <p:nvSpPr>
          <p:cNvPr id="9" name="">
            <a:extLst xmlns:a="http://schemas.openxmlformats.org/drawingml/2006/main">
              <a:ext uri="{FF2B5EF4-FFF2-40B4-BE49-F238E27FC236}">
                <a16:creationId xmlns:a16="http://schemas.microsoft.com/office/drawing/2014/main" id="{B059A391-C4F7-414D-851C-C0042956A29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1345C518-333B-4F75-92F0-E769B21A9BC7}"/>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602490783"/>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51C934B-A4C2-4A92-9749-2D2D8D2E163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4EB242E1-D39D-4BF4-92B6-2C151D8B366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AA38C393-96EE-49ED-A6D2-853626FC1AC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45A366D-79BF-49F3-8821-2810BF140500}"/>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F54C7FDE-BA3E-4208-8606-D9C528E0D5E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Shelter planning must connect hazards, people, access, capacity, and protection.</a:t>
            </a:r>
          </a:p>
        </p:txBody>
      </p:sp>
      <p:sp>
        <p:nvSpPr>
          <p:cNvPr id="6" name="">
            <a:extLst xmlns:a="http://schemas.openxmlformats.org/drawingml/2006/main">
              <a:ext uri="{FF2B5EF4-FFF2-40B4-BE49-F238E27FC236}">
                <a16:creationId xmlns:a16="http://schemas.microsoft.com/office/drawing/2014/main" id="{576B4967-4419-451E-8708-C7861CF895B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849E990-06DB-4ED2-9133-56FE2E4B5A19}"/>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F567B0E5-9336-4E66-85D2-43BE51B5F1ED}"/>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Hazard</a:t>
            </a:r>
          </a:p>
        </p:txBody>
      </p:sp>
      <p:sp>
        <p:nvSpPr>
          <p:cNvPr id="9" name="">
            <a:extLst xmlns:a="http://schemas.openxmlformats.org/drawingml/2006/main">
              <a:ext uri="{FF2B5EF4-FFF2-40B4-BE49-F238E27FC236}">
                <a16:creationId xmlns:a16="http://schemas.microsoft.com/office/drawing/2014/main" id="{FE72C822-358A-42EB-9398-F5F3F8FBF26A}"/>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B8CD8A41-8D12-455F-8701-F4564694F12D}"/>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Exposure</a:t>
            </a:r>
          </a:p>
        </p:txBody>
      </p:sp>
      <p:sp>
        <p:nvSpPr>
          <p:cNvPr id="11" name="">
            <a:extLst xmlns:a="http://schemas.openxmlformats.org/drawingml/2006/main">
              <a:ext uri="{FF2B5EF4-FFF2-40B4-BE49-F238E27FC236}">
                <a16:creationId xmlns:a16="http://schemas.microsoft.com/office/drawing/2014/main" id="{391CBABE-09B0-492D-9058-FF613B1C1D06}"/>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BAA3D9E1-9785-4AC4-A2E8-423F41227D56}"/>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Accessibility</a:t>
            </a:r>
          </a:p>
        </p:txBody>
      </p:sp>
      <p:sp>
        <p:nvSpPr>
          <p:cNvPr id="13" name="">
            <a:extLst xmlns:a="http://schemas.openxmlformats.org/drawingml/2006/main">
              <a:ext uri="{FF2B5EF4-FFF2-40B4-BE49-F238E27FC236}">
                <a16:creationId xmlns:a16="http://schemas.microsoft.com/office/drawing/2014/main" id="{3419FF81-C915-45CC-813D-FB9EA9010826}"/>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E146CC82-C119-4C3E-B4F8-2F285EACAB66}"/>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5" name="">
            <a:extLst xmlns:a="http://schemas.openxmlformats.org/drawingml/2006/main">
              <a:ext uri="{FF2B5EF4-FFF2-40B4-BE49-F238E27FC236}">
                <a16:creationId xmlns:a16="http://schemas.microsoft.com/office/drawing/2014/main" id="{4B28A181-A9A4-44E6-9BCB-6020A19B7E2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4C3B330-D514-46AB-9954-9A7EF759C0C3}"/>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Safeguarding</a:t>
            </a:r>
          </a:p>
        </p:txBody>
      </p:sp>
      <p:sp>
        <p:nvSpPr>
          <p:cNvPr id="17" name="">
            <a:extLst xmlns:a="http://schemas.openxmlformats.org/drawingml/2006/main">
              <a:ext uri="{FF2B5EF4-FFF2-40B4-BE49-F238E27FC236}">
                <a16:creationId xmlns:a16="http://schemas.microsoft.com/office/drawing/2014/main" id="{DE307F8D-4EEA-429F-94A5-5A8034012A1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40050017"/>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689EC8D-7BCD-47ED-895D-548E5B998F5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7788A4EB-B4E2-4818-A51D-A1EF8CAA811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1DDC410-5AA2-4C47-B3E6-20672A18537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92A604D-0BF4-4379-9886-7D5C5B65DC9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68C948D0-3F63-49FF-86C7-976B080C056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673881E-A1BD-4D93-90DC-B6225D31758D}"/>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C1B5DC27-5BCD-4A7A-8D6D-0B6CE0D49BD8}"/>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Hazard</a:t>
            </a:r>
          </a:p>
        </p:txBody>
      </p:sp>
      <p:sp>
        <p:nvSpPr>
          <p:cNvPr id="8" name="">
            <a:extLst xmlns:a="http://schemas.openxmlformats.org/drawingml/2006/main">
              <a:ext uri="{FF2B5EF4-FFF2-40B4-BE49-F238E27FC236}">
                <a16:creationId xmlns:a16="http://schemas.microsoft.com/office/drawing/2014/main" id="{7F26E2E6-C7AC-409F-B95B-B3A9801E845A}"/>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5D51105-E9DD-4426-9F89-8A4F6C395B82}"/>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54D0F2E-7639-4E76-A80B-5CA145503830}"/>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Exposure</a:t>
            </a:r>
          </a:p>
        </p:txBody>
      </p:sp>
      <p:sp>
        <p:nvSpPr>
          <p:cNvPr id="11" name="">
            <a:extLst xmlns:a="http://schemas.openxmlformats.org/drawingml/2006/main">
              <a:ext uri="{FF2B5EF4-FFF2-40B4-BE49-F238E27FC236}">
                <a16:creationId xmlns:a16="http://schemas.microsoft.com/office/drawing/2014/main" id="{D2910062-E08A-4CEF-BC33-70B851A610F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576E463-0152-469F-872C-D6ADF7E2F0BE}"/>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D565A760-340B-4459-AA58-471FAA8EB6C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Accessibility</a:t>
            </a:r>
          </a:p>
        </p:txBody>
      </p:sp>
      <p:sp>
        <p:nvSpPr>
          <p:cNvPr id="14" name="">
            <a:extLst xmlns:a="http://schemas.openxmlformats.org/drawingml/2006/main">
              <a:ext uri="{FF2B5EF4-FFF2-40B4-BE49-F238E27FC236}">
                <a16:creationId xmlns:a16="http://schemas.microsoft.com/office/drawing/2014/main" id="{46A62781-2281-482B-95C1-D222B47B986F}"/>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6E92A154-AC5D-462C-B5C2-9031C453431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78B76389-195C-4B21-A586-0F1ACFA29B6C}"/>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17" name="">
            <a:extLst xmlns:a="http://schemas.openxmlformats.org/drawingml/2006/main">
              <a:ext uri="{FF2B5EF4-FFF2-40B4-BE49-F238E27FC236}">
                <a16:creationId xmlns:a16="http://schemas.microsoft.com/office/drawing/2014/main" id="{6F2F6489-C4D6-4E91-87C4-5328C554E4F9}"/>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B595FE2-6629-4DED-8AEF-03146946268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6CFB9815-CBAC-47B9-AAFA-6B77C3A805CD}"/>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Safeguarding</a:t>
            </a:r>
          </a:p>
        </p:txBody>
      </p:sp>
      <p:sp>
        <p:nvSpPr>
          <p:cNvPr id="20" name="">
            <a:extLst xmlns:a="http://schemas.openxmlformats.org/drawingml/2006/main">
              <a:ext uri="{FF2B5EF4-FFF2-40B4-BE49-F238E27FC236}">
                <a16:creationId xmlns:a16="http://schemas.microsoft.com/office/drawing/2014/main" id="{881D938A-5922-47E6-AA90-68BFD32DF33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016580325"/>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187C3A-9B50-4B42-9FE4-B795EF524EB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BA2485DC-D173-4511-89E0-A77E68E0EC8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1DDA6695-821C-431B-A771-FE92E6DB34D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C37D746-FF69-4ACE-A46B-017FA1BE5AF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DA2CDE8-FF69-4267-902F-9757D1567E19}"/>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60A82610-E1A1-4661-A860-0946C3BAA99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E378904-DAB2-4263-96A2-D91F8B66529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flood scenario is tested against needs, accessible routes, shelter capacity, and backups.</a:t>
            </a:r>
          </a:p>
        </p:txBody>
      </p:sp>
      <p:sp>
        <p:nvSpPr>
          <p:cNvPr id="8" name="">
            <a:extLst xmlns:a="http://schemas.openxmlformats.org/drawingml/2006/main">
              <a:ext uri="{FF2B5EF4-FFF2-40B4-BE49-F238E27FC236}">
                <a16:creationId xmlns:a16="http://schemas.microsoft.com/office/drawing/2014/main" id="{40D0A8D5-D5ED-4D75-88DA-81BA1DDFD6A0}"/>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6EAA74A-194B-43EE-8C34-170AA840A910}"/>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0B0E62E4-EC8E-4181-B094-B1E64D2A2BE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38A9B979-BDB3-4575-9454-2A610E922730}"/>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094788442"/>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53B9292-5493-4887-8138-8451F51E1AA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89BC9E14-FE67-4C7B-87A4-EBF122F4955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4ED6830-722F-4057-AA4C-28A59B1F641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2C5051D-9532-48BE-B2BF-D6BBEBE4195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C7506CA3-2CE6-4AEC-A3C9-64B83F612D02}"/>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shelter plan and test accessibility, capacity, uncertainty, and safeguards.</a:t>
            </a:r>
          </a:p>
        </p:txBody>
      </p:sp>
      <p:sp>
        <p:nvSpPr>
          <p:cNvPr id="6" name="">
            <a:extLst xmlns:a="http://schemas.openxmlformats.org/drawingml/2006/main">
              <a:ext uri="{FF2B5EF4-FFF2-40B4-BE49-F238E27FC236}">
                <a16:creationId xmlns:a16="http://schemas.microsoft.com/office/drawing/2014/main" id="{251E9D3A-DF93-46DD-B030-FA337F4B310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D4F04C3-CC10-4771-89AF-0E668BB507D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328EB6DF-2E36-4CBF-8325-45E76034A11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A2C6BBC2-DCC9-45E7-9769-912118E4960B}"/>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5A27C42-BB41-4CB0-929D-3EF04CFD0192}"/>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D3D45EDD-F4A3-4721-9795-7BB62F42EA0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FB5C61CB-A0DB-47D7-A731-56146050F585}"/>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835366D8-3F17-45D1-B568-364398CC432F}"/>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5284183-B8F8-4832-B1E2-B89979110F4D}"/>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6EAE3F4A-B005-426F-8896-894A90DA3420}"/>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885BBDC1-FC2F-48A5-9C52-9642D7DECCE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D5C15315-7D21-4682-8410-C8484AFF46AF}"/>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3614050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F46256-BF63-4686-8AC5-343544200FE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0BEE8FD5-CBCE-4FE7-BE46-7792B753C34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58589EFB-AEE7-402C-8737-5CFA321343A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EAA5DB4-DE37-4B0A-89C8-99AB11017B1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F4D66C44-011E-46EF-A4B4-EDC60C9624E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803D2DF-ADFB-43F1-967E-52BB5FCED118}"/>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E63D4B29-B853-458B-9A21-FEBAF11C63D2}"/>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D7C34C2B-CA04-44F2-B941-76C81257FE20}"/>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7088E860-E99F-42B9-B9CC-21241095FBFF}"/>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A662E98B-D8A0-44C4-BB09-0691FE875CA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87029F00-D06A-49C3-AAF1-2DD15E692E5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479F1B23-8439-4F4E-BDA1-013F4744035A}"/>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F5B13580-E89B-48CB-A700-D648D0D5C52A}"/>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E461F31-B3A5-4354-A859-F320D6889A20}"/>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62816573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4E3890-9534-4155-970D-43EB1FABB54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V7_D_N04</a:t>
            </a:r>
          </a:p>
        </p:txBody>
      </p:sp>
      <p:sp>
        <p:nvSpPr>
          <p:cNvPr id="2" name="">
            <a:extLst xmlns:a="http://schemas.openxmlformats.org/drawingml/2006/main">
              <a:ext uri="{FF2B5EF4-FFF2-40B4-BE49-F238E27FC236}">
                <a16:creationId xmlns:a16="http://schemas.microsoft.com/office/drawing/2014/main" id="{381874A6-C303-4F09-8BCF-31EAB6AC7A8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557432A1-B8DC-4543-B383-588FCD82AC2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4C1C00E-9185-4397-B417-FFFE51C623A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3E4875A-0F85-412C-AC78-BA66C056F024}"/>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E11FABE3-876E-4084-A6F3-9EFA57933B26}"/>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1CEC91E2-8E69-40E3-A248-54943D6983EF}"/>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7F1A4366-BC3E-4C96-9B32-243E5FE6EBF2}"/>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7C2C0642-3684-48D9-ACC1-E9389CB42E29}"/>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A4D819D-FCA7-4736-8887-0C9599A6E3AC}"/>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22246287"/>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811A8A-391E-4127-A728-34DB4536375B}"/>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0B4ABE11-D4E4-48B3-B200-464A460C6D59}"/>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6C2A066F-17B6-48A3-8D72-11B2B826306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Hazard</a:t>
            </a:r>
          </a:p>
        </p:txBody>
      </p:sp>
      <p:sp>
        <p:nvSpPr>
          <p:cNvPr id="4" name="">
            <a:extLst xmlns:a="http://schemas.openxmlformats.org/drawingml/2006/main">
              <a:ext uri="{FF2B5EF4-FFF2-40B4-BE49-F238E27FC236}">
                <a16:creationId xmlns:a16="http://schemas.microsoft.com/office/drawing/2014/main" id="{411B41CD-6255-4C0C-8D74-9488EA3B9338}"/>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22C6D262-C7FB-4D3D-BC84-005BEDAD109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Exposure</a:t>
            </a:r>
          </a:p>
        </p:txBody>
      </p:sp>
      <p:sp>
        <p:nvSpPr>
          <p:cNvPr id="6" name="">
            <a:extLst xmlns:a="http://schemas.openxmlformats.org/drawingml/2006/main">
              <a:ext uri="{FF2B5EF4-FFF2-40B4-BE49-F238E27FC236}">
                <a16:creationId xmlns:a16="http://schemas.microsoft.com/office/drawing/2014/main" id="{6EB302BE-3438-4801-B776-8E7AB16748C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10CC1947-D1E6-4160-A283-894A2AB6DB38}"/>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Accessibility</a:t>
            </a:r>
          </a:p>
        </p:txBody>
      </p:sp>
      <p:sp>
        <p:nvSpPr>
          <p:cNvPr id="8" name="">
            <a:extLst xmlns:a="http://schemas.openxmlformats.org/drawingml/2006/main">
              <a:ext uri="{FF2B5EF4-FFF2-40B4-BE49-F238E27FC236}">
                <a16:creationId xmlns:a16="http://schemas.microsoft.com/office/drawing/2014/main" id="{FE3FB083-D65F-419C-9D54-BEDF6D8D2D6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F8AD886A-4625-4064-A0B0-958CD71884A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10" name="">
            <a:extLst xmlns:a="http://schemas.openxmlformats.org/drawingml/2006/main">
              <a:ext uri="{FF2B5EF4-FFF2-40B4-BE49-F238E27FC236}">
                <a16:creationId xmlns:a16="http://schemas.microsoft.com/office/drawing/2014/main" id="{812CF992-C164-47D9-B4F5-E14B7E09D21E}"/>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D60CC10A-001E-4D86-A432-C3A80966712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Safeguarding</a:t>
            </a:r>
          </a:p>
        </p:txBody>
      </p:sp>
      <p:sp>
        <p:nvSpPr>
          <p:cNvPr id="12" name="">
            <a:extLst xmlns:a="http://schemas.openxmlformats.org/drawingml/2006/main">
              <a:ext uri="{FF2B5EF4-FFF2-40B4-BE49-F238E27FC236}">
                <a16:creationId xmlns:a16="http://schemas.microsoft.com/office/drawing/2014/main" id="{76721254-AC53-4CC9-A6E9-CD2169837CB2}"/>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555238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2026-09-04T15:40:14.6640000Z</dcterms:created>
  <dcterms:modified xsi:type="dcterms:W3CDTF">2026-09-04T15:40:14.6640000Z</dcterms:modified>
</coreProperties>
</file>