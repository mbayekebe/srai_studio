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aa2c913604dc9" /><Relationship Type="http://schemas.openxmlformats.org/officeDocument/2006/relationships/extended-properties" Target="/docProps/app.xml" Id="R254223f697314183" /><Relationship Type="http://schemas.openxmlformats.org/officeDocument/2006/relationships/officeDocument" Target="/ppt/presentation.xml" Id="R216b230159de49f4" /></Relationships>
</file>

<file path=ppt/presentation.xml><?xml version="1.0" encoding="utf-8"?>
<p:presentation xmlns:p="http://schemas.openxmlformats.org/presentationml/2006/main">
  <p:sldMasterIdLst>
    <p:sldMasterId xmlns:r="http://schemas.openxmlformats.org/officeDocument/2006/relationships" id="2147483648" r:id="R0301433483f84d83"/>
  </p:sldMasterIdLst>
  <p:notesMasterIdLst>
    <p:notesMasterId xmlns:r="http://schemas.openxmlformats.org/officeDocument/2006/relationships" r:id="R60dd0eae791c4ca6"/>
  </p:notesMasterIdLst>
  <p:sldIdLst>
    <p:sldId xmlns:r="http://schemas.openxmlformats.org/officeDocument/2006/relationships" id="256" r:id="Ra84a3735e61c4c84"/>
    <p:sldId xmlns:r="http://schemas.openxmlformats.org/officeDocument/2006/relationships" id="257" r:id="R2410e8cf4872445b"/>
    <p:sldId xmlns:r="http://schemas.openxmlformats.org/officeDocument/2006/relationships" id="258" r:id="R801b765562994d61"/>
    <p:sldId xmlns:r="http://schemas.openxmlformats.org/officeDocument/2006/relationships" id="259" r:id="R67f95b1bfc224aca"/>
    <p:sldId xmlns:r="http://schemas.openxmlformats.org/officeDocument/2006/relationships" id="260" r:id="R45658deda8a94c53"/>
    <p:sldId xmlns:r="http://schemas.openxmlformats.org/officeDocument/2006/relationships" id="261" r:id="Rff745401803941b9"/>
    <p:sldId xmlns:r="http://schemas.openxmlformats.org/officeDocument/2006/relationships" id="262" r:id="R4c48982ab4d0492a"/>
    <p:sldId xmlns:r="http://schemas.openxmlformats.org/officeDocument/2006/relationships" id="263" r:id="R7bca251360484e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02379ae8b94f18" /><Relationship Type="http://schemas.openxmlformats.org/officeDocument/2006/relationships/slideMaster" Target="/ppt/slideMasters/slideMaster1.xml" Id="R0301433483f84d83" /><Relationship Type="http://schemas.openxmlformats.org/officeDocument/2006/relationships/notesMaster" Target="/ppt/notesMasters/notesMaster1.xml" Id="R60dd0eae791c4ca6" /><Relationship Type="http://schemas.openxmlformats.org/officeDocument/2006/relationships/presProps" Target="/ppt/presProps.xml" Id="R38f5c5da11964aa8" /><Relationship Type="http://schemas.openxmlformats.org/officeDocument/2006/relationships/tableStyles" Target="/ppt/tableStyles.xml" Id="R321cea8e60434439" /><Relationship Type="http://schemas.openxmlformats.org/officeDocument/2006/relationships/slide" Target="/ppt/slides/slide1.xml" Id="Ra84a3735e61c4c84" /><Relationship Type="http://schemas.openxmlformats.org/officeDocument/2006/relationships/slide" Target="/ppt/slides/slide2.xml" Id="R2410e8cf4872445b" /><Relationship Type="http://schemas.openxmlformats.org/officeDocument/2006/relationships/slide" Target="/ppt/slides/slide3.xml" Id="R801b765562994d61" /><Relationship Type="http://schemas.openxmlformats.org/officeDocument/2006/relationships/slide" Target="/ppt/slides/slide4.xml" Id="R67f95b1bfc224aca" /><Relationship Type="http://schemas.openxmlformats.org/officeDocument/2006/relationships/slide" Target="/ppt/slides/slide5.xml" Id="R45658deda8a94c53" /><Relationship Type="http://schemas.openxmlformats.org/officeDocument/2006/relationships/slide" Target="/ppt/slides/slide6.xml" Id="Rff745401803941b9" /><Relationship Type="http://schemas.openxmlformats.org/officeDocument/2006/relationships/slide" Target="/ppt/slides/slide7.xml" Id="R4c48982ab4d0492a" /><Relationship Type="http://schemas.openxmlformats.org/officeDocument/2006/relationships/slide" Target="/ppt/slides/slide8.xml" Id="R7bca251360484e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d147c58dbc4e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99b923242844dd" /><Relationship Type="http://schemas.openxmlformats.org/officeDocument/2006/relationships/notesMaster" Target="/ppt/notesMasters/notesMaster1.xml" Id="R206fdca8dc8e47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2d9d0fd89b4962" /><Relationship Type="http://schemas.openxmlformats.org/officeDocument/2006/relationships/notesMaster" Target="/ppt/notesMasters/notesMaster1.xml" Id="Re356f94565824f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88d77a529c4af1" /><Relationship Type="http://schemas.openxmlformats.org/officeDocument/2006/relationships/notesMaster" Target="/ppt/notesMasters/notesMaster1.xml" Id="R1371267e13ef4b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3c535965a2495e" /><Relationship Type="http://schemas.openxmlformats.org/officeDocument/2006/relationships/notesMaster" Target="/ppt/notesMasters/notesMaster1.xml" Id="Rf7d4286c9a614b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c7108f0f554fa4" /><Relationship Type="http://schemas.openxmlformats.org/officeDocument/2006/relationships/notesMaster" Target="/ppt/notesMasters/notesMaster1.xml" Id="R3be86107f2d040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6e095ea20b4ce4" /><Relationship Type="http://schemas.openxmlformats.org/officeDocument/2006/relationships/notesMaster" Target="/ppt/notesMasters/notesMaster1.xml" Id="Rffd2a8b62d8c44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3f539e4d1f4322" /><Relationship Type="http://schemas.openxmlformats.org/officeDocument/2006/relationships/notesMaster" Target="/ppt/notesMasters/notesMaster1.xml" Id="R00da8ffdcac944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10ccf64c24cbf" /><Relationship Type="http://schemas.openxmlformats.org/officeDocument/2006/relationships/notesMaster" Target="/ppt/notesMasters/notesMaster1.xml" Id="R472e83eaf70046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One Service Picture, Three Different Systems. This lesson begins with one principle: wash service requires infrastructure, delivery, and household experience.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WASH service requires infrastructure, delivery, and household experience. The five controls shown here are Infrastructure, Operations, Household evidence, Reliability, Quality.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infrastructure, move through operations and household evidence, and finish with reliability and quality.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municipality reconciles network, provider, and household evidence before declaring service.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Reconcile three WASH evidence systems and test service-quality claims.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infrastructure clear? Is operations documented? Is household evidence testable? Is reliability governed? And is quality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5b8aecefa044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245cab42d64d21" /><Relationship Type="http://schemas.openxmlformats.org/officeDocument/2006/relationships/slideLayout" Target="/ppt/slideLayouts/slideLayout1.xml" Id="R0a0fca6f6d034e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0fca6f6d034e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0472eafe114bb4" /><Relationship Type="http://schemas.openxmlformats.org/officeDocument/2006/relationships/notesSlide" Target="/ppt/notesSlides/notesSlide1.xml" Id="Rf2ef77f0ce7644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c67aac169443c3" /><Relationship Type="http://schemas.openxmlformats.org/officeDocument/2006/relationships/notesSlide" Target="/ppt/notesSlides/notesSlide2.xml" Id="R3213481ec5da49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86c4a93df348e9" /><Relationship Type="http://schemas.openxmlformats.org/officeDocument/2006/relationships/notesSlide" Target="/ppt/notesSlides/notesSlide3.xml" Id="R468adb633d324f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58de774bf45ba" /><Relationship Type="http://schemas.openxmlformats.org/officeDocument/2006/relationships/notesSlide" Target="/ppt/notesSlides/notesSlide4.xml" Id="Rc50ab5dd1ddd46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c8ffe4e7944461" /><Relationship Type="http://schemas.openxmlformats.org/officeDocument/2006/relationships/notesSlide" Target="/ppt/notesSlides/notesSlide5.xml" Id="R910df3a14307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14382b4397467d" /><Relationship Type="http://schemas.openxmlformats.org/officeDocument/2006/relationships/notesSlide" Target="/ppt/notesSlides/notesSlide6.xml" Id="R22c7610af83b43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3451f78bf34969" /><Relationship Type="http://schemas.openxmlformats.org/officeDocument/2006/relationships/notesSlide" Target="/ppt/notesSlides/notesSlide7.xml" Id="R72069e6f4a4741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3d9927a3a544ce" /><Relationship Type="http://schemas.openxmlformats.org/officeDocument/2006/relationships/notesSlide" Target="/ppt/notesSlides/notesSlide8.xml" Id="R6fa9113c38b4444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C102B7-67FE-4CFF-898A-4587E5EE175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74A5680B-5170-4FC6-AC27-7BE1462E25DD}"/>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71011121-202A-41DE-AE44-8D3D04185BF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20885C3-CB93-464C-AE6A-C9F43F2C71E5}"/>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21BC6476-13FD-4CEE-9E3A-53CD8B5B42F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ONE SERVICE PICTURE, THREE DIFFERENT SYSTEMS</a:t>
            </a:r>
          </a:p>
        </p:txBody>
      </p:sp>
      <p:sp>
        <p:nvSpPr>
          <p:cNvPr id="6" name="">
            <a:extLst xmlns:a="http://schemas.openxmlformats.org/drawingml/2006/main">
              <a:ext uri="{FF2B5EF4-FFF2-40B4-BE49-F238E27FC236}">
                <a16:creationId xmlns:a16="http://schemas.microsoft.com/office/drawing/2014/main" id="{4CF92438-B7B1-40D8-B023-F8F149EBAC0E}"/>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WASH service requires infrastructure, delivery, and household experience.</a:t>
            </a:r>
          </a:p>
        </p:txBody>
      </p:sp>
      <p:sp>
        <p:nvSpPr>
          <p:cNvPr id="7" name="">
            <a:extLst xmlns:a="http://schemas.openxmlformats.org/drawingml/2006/main">
              <a:ext uri="{FF2B5EF4-FFF2-40B4-BE49-F238E27FC236}">
                <a16:creationId xmlns:a16="http://schemas.microsoft.com/office/drawing/2014/main" id="{E0126A1F-3C96-4B69-B414-8461CA745507}"/>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V7_D_N05</a:t>
            </a:r>
          </a:p>
        </p:txBody>
      </p:sp>
      <p:sp>
        <p:nvSpPr>
          <p:cNvPr id="8" name="">
            <a:extLst xmlns:a="http://schemas.openxmlformats.org/drawingml/2006/main">
              <a:ext uri="{FF2B5EF4-FFF2-40B4-BE49-F238E27FC236}">
                <a16:creationId xmlns:a16="http://schemas.microsoft.com/office/drawing/2014/main" id="{69011D7C-CB7B-42B5-B1C0-222F112F5554}"/>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PU-B07-C55</a:t>
            </a:r>
          </a:p>
        </p:txBody>
      </p:sp>
      <p:sp>
        <p:nvSpPr>
          <p:cNvPr id="9" name="">
            <a:extLst xmlns:a="http://schemas.openxmlformats.org/drawingml/2006/main">
              <a:ext uri="{FF2B5EF4-FFF2-40B4-BE49-F238E27FC236}">
                <a16:creationId xmlns:a16="http://schemas.microsoft.com/office/drawing/2014/main" id="{32B9A15E-A763-489A-9E64-7FAA4F5C2C12}"/>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CE400FC-5630-423E-A898-89FB425ED26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68408122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972964-2A93-460D-A13A-B933998224A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8838F508-7D61-45B1-B6D2-1567BFAA5ED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A22F07ED-1AEC-46D8-9D93-B37488E654E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75E1309-6055-4433-BA7D-901859AAB86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C2349F22-A343-43FF-9A3A-15365FF22999}"/>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WASH service requires infrastructure, delivery, and household experience.</a:t>
            </a:r>
          </a:p>
        </p:txBody>
      </p:sp>
      <p:sp>
        <p:nvSpPr>
          <p:cNvPr id="6" name="">
            <a:extLst xmlns:a="http://schemas.openxmlformats.org/drawingml/2006/main">
              <a:ext uri="{FF2B5EF4-FFF2-40B4-BE49-F238E27FC236}">
                <a16:creationId xmlns:a16="http://schemas.microsoft.com/office/drawing/2014/main" id="{CB962916-5836-4294-B05C-EE31BBCB44BA}"/>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08B53EDB-0123-4791-BFD7-B77384C7A6E6}"/>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1DB523AD-1E4D-45F6-8A5B-3EB4836E2D68}"/>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Infrastructure</a:t>
            </a:r>
          </a:p>
        </p:txBody>
      </p:sp>
      <p:sp>
        <p:nvSpPr>
          <p:cNvPr id="9" name="">
            <a:extLst xmlns:a="http://schemas.openxmlformats.org/drawingml/2006/main">
              <a:ext uri="{FF2B5EF4-FFF2-40B4-BE49-F238E27FC236}">
                <a16:creationId xmlns:a16="http://schemas.microsoft.com/office/drawing/2014/main" id="{587F7A97-ED37-41A9-A625-B4B1B1423AC7}"/>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36932ACD-3379-4B43-8B8E-9BF8520CC73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Operations</a:t>
            </a:r>
          </a:p>
        </p:txBody>
      </p:sp>
      <p:sp>
        <p:nvSpPr>
          <p:cNvPr id="11" name="">
            <a:extLst xmlns:a="http://schemas.openxmlformats.org/drawingml/2006/main">
              <a:ext uri="{FF2B5EF4-FFF2-40B4-BE49-F238E27FC236}">
                <a16:creationId xmlns:a16="http://schemas.microsoft.com/office/drawing/2014/main" id="{D5628F67-9F16-4CAE-9FFB-EE483F4A0EF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60E9BD2-97E7-4BA6-9466-8B2F67891793}"/>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Household evidence</a:t>
            </a:r>
          </a:p>
        </p:txBody>
      </p:sp>
      <p:sp>
        <p:nvSpPr>
          <p:cNvPr id="13" name="">
            <a:extLst xmlns:a="http://schemas.openxmlformats.org/drawingml/2006/main">
              <a:ext uri="{FF2B5EF4-FFF2-40B4-BE49-F238E27FC236}">
                <a16:creationId xmlns:a16="http://schemas.microsoft.com/office/drawing/2014/main" id="{95A85351-676E-4713-8AC4-15E23ECBDA1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1D87BED4-D362-4686-946A-2EFEE7A716E2}"/>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Reliability</a:t>
            </a:r>
          </a:p>
        </p:txBody>
      </p:sp>
      <p:sp>
        <p:nvSpPr>
          <p:cNvPr id="15" name="">
            <a:extLst xmlns:a="http://schemas.openxmlformats.org/drawingml/2006/main">
              <a:ext uri="{FF2B5EF4-FFF2-40B4-BE49-F238E27FC236}">
                <a16:creationId xmlns:a16="http://schemas.microsoft.com/office/drawing/2014/main" id="{A2D22526-967B-4FC8-BD17-6A9B6DDC8B3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1B4693C0-F8DE-46A4-A892-D071BF1A7283}"/>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Quality</a:t>
            </a:r>
          </a:p>
        </p:txBody>
      </p:sp>
      <p:sp>
        <p:nvSpPr>
          <p:cNvPr id="17" name="">
            <a:extLst xmlns:a="http://schemas.openxmlformats.org/drawingml/2006/main">
              <a:ext uri="{FF2B5EF4-FFF2-40B4-BE49-F238E27FC236}">
                <a16:creationId xmlns:a16="http://schemas.microsoft.com/office/drawing/2014/main" id="{A74D9BD3-8A96-42CF-9FCA-DDD211D59C09}"/>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573617171"/>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93B2FC1-98E6-48A9-984E-37538D439A8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604CC99A-2B5C-485E-AABD-25A08008E54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4857C92E-4D68-4586-B8A0-29340A28F0C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6C7053C-6C8B-4349-A5CD-B5FEBDE0EA3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36DC1957-F935-4852-BD20-6DFB3A77AE3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DEBAADDB-2A91-4BB1-B35A-65410CCF9886}"/>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C01DD76F-BC3B-4362-867C-256D3D5E1E6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Infrastructure</a:t>
            </a:r>
          </a:p>
        </p:txBody>
      </p:sp>
      <p:sp>
        <p:nvSpPr>
          <p:cNvPr id="8" name="">
            <a:extLst xmlns:a="http://schemas.openxmlformats.org/drawingml/2006/main">
              <a:ext uri="{FF2B5EF4-FFF2-40B4-BE49-F238E27FC236}">
                <a16:creationId xmlns:a16="http://schemas.microsoft.com/office/drawing/2014/main" id="{6856E2AF-B016-423D-9898-F8BE8478D458}"/>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63937B3-5AD5-4244-B681-5EA37E82F5B8}"/>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2B9E2A22-5B91-4AB2-B451-495D3667F44F}"/>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Operations</a:t>
            </a:r>
          </a:p>
        </p:txBody>
      </p:sp>
      <p:sp>
        <p:nvSpPr>
          <p:cNvPr id="11" name="">
            <a:extLst xmlns:a="http://schemas.openxmlformats.org/drawingml/2006/main">
              <a:ext uri="{FF2B5EF4-FFF2-40B4-BE49-F238E27FC236}">
                <a16:creationId xmlns:a16="http://schemas.microsoft.com/office/drawing/2014/main" id="{6B0915DE-B964-48A7-814B-6C749613BDB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055D993-D31E-4EC8-9748-9A6FDED4F4B7}"/>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8595EB35-B7FC-44B2-BC77-3D7179489260}"/>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Household evidence</a:t>
            </a:r>
          </a:p>
        </p:txBody>
      </p:sp>
      <p:sp>
        <p:nvSpPr>
          <p:cNvPr id="14" name="">
            <a:extLst xmlns:a="http://schemas.openxmlformats.org/drawingml/2006/main">
              <a:ext uri="{FF2B5EF4-FFF2-40B4-BE49-F238E27FC236}">
                <a16:creationId xmlns:a16="http://schemas.microsoft.com/office/drawing/2014/main" id="{857D827E-8EE2-40BD-AF8C-1D156F7DDFFD}"/>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8722034-05BC-44D7-AA31-6B720D2AB4C0}"/>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E48019C2-F24C-408E-9AEF-0651176FD83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Reliability</a:t>
            </a:r>
          </a:p>
        </p:txBody>
      </p:sp>
      <p:sp>
        <p:nvSpPr>
          <p:cNvPr id="17" name="">
            <a:extLst xmlns:a="http://schemas.openxmlformats.org/drawingml/2006/main">
              <a:ext uri="{FF2B5EF4-FFF2-40B4-BE49-F238E27FC236}">
                <a16:creationId xmlns:a16="http://schemas.microsoft.com/office/drawing/2014/main" id="{12AE629F-79A4-4DA6-9796-1378553F9F9E}"/>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13D02ED-F597-4C48-BB60-E9EFC93DFA7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8002939C-6317-4D45-B064-FDE178E8B9B5}"/>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Quality</a:t>
            </a:r>
          </a:p>
        </p:txBody>
      </p:sp>
      <p:sp>
        <p:nvSpPr>
          <p:cNvPr id="20" name="">
            <a:extLst xmlns:a="http://schemas.openxmlformats.org/drawingml/2006/main">
              <a:ext uri="{FF2B5EF4-FFF2-40B4-BE49-F238E27FC236}">
                <a16:creationId xmlns:a16="http://schemas.microsoft.com/office/drawing/2014/main" id="{D9B51D2B-A989-4E07-913E-021F07D34E2D}"/>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2625171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B53658-FA05-4974-B477-9DB48C6F264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4106F91F-F324-44AB-A9EF-7A694FE3696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F964CC1E-BBBD-4DDE-ACB9-0D42A8EFFEE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34DDC9F-9387-4F0F-9DCD-4539CBB15BD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1CD0435-4DE8-4BFF-A7AF-C3DCE17BCC3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21CAFB6F-1E26-403F-9C32-9744ED85E30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A9CFB6E-4A4E-4660-98C1-6865BB37899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municipality reconciles network, provider, and household evidence before declaring service.</a:t>
            </a:r>
          </a:p>
        </p:txBody>
      </p:sp>
      <p:sp>
        <p:nvSpPr>
          <p:cNvPr id="8" name="">
            <a:extLst xmlns:a="http://schemas.openxmlformats.org/drawingml/2006/main">
              <a:ext uri="{FF2B5EF4-FFF2-40B4-BE49-F238E27FC236}">
                <a16:creationId xmlns:a16="http://schemas.microsoft.com/office/drawing/2014/main" id="{65205773-A8CF-4F15-A4E7-033CB6961DA1}"/>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1685C705-0E8F-4400-A8BF-EB8BE071D53F}"/>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29685D70-6C64-4383-B330-ED11BF8218F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0C81AF5-AA06-4AA5-8992-3162E41934F2}"/>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82730475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E34D34A-AE61-47B6-A623-0909BCDBE40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60F7144F-C8F7-491C-B930-70E54261852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94672542-C12E-4265-B1E0-1013F40FFA8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D11BC65-3C78-42D5-8485-3EB6A1CF399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9C5CBD04-D6B2-4E9D-95C6-E8C27F185634}"/>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Reconcile three WASH evidence systems and test service-quality claims.</a:t>
            </a:r>
          </a:p>
        </p:txBody>
      </p:sp>
      <p:sp>
        <p:nvSpPr>
          <p:cNvPr id="6" name="">
            <a:extLst xmlns:a="http://schemas.openxmlformats.org/drawingml/2006/main">
              <a:ext uri="{FF2B5EF4-FFF2-40B4-BE49-F238E27FC236}">
                <a16:creationId xmlns:a16="http://schemas.microsoft.com/office/drawing/2014/main" id="{4C0463ED-7A8F-4C8F-8BC9-C8C8F10CC49E}"/>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F005B9E-49C2-47E1-8355-9E34E58E851A}"/>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608930BF-C249-44D1-8BEE-FECD507D1BCB}"/>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9F8D63B-69E3-4D27-B584-F2BDECEB8BA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1C3A943-1F0E-406D-91E7-A36187FAD99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A23258FA-9445-4A67-8D08-89F4EB5EB3E6}"/>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32289F2E-514D-4E6A-909A-F59775D5485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0AACF6A-7508-4CE9-9427-76461C6B4D1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F784C0ED-B9EF-4769-B371-5332C2E2A695}"/>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17131B28-5256-496C-9725-DCF6C8242F1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C56DDEB-C399-42F2-93FF-293B1069607D}"/>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B504802D-E9B7-4495-A604-C8811509F269}"/>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09034714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C2A712-D892-4E5D-AB1B-5D3F33701F5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B197AA61-B683-4D51-8579-18564C045DE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075D3A56-5F4B-4ED7-854B-A8FE4B5309C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AC51F48-E184-4F37-9596-E1A0DC2BED6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CDC1D9E-1FA2-4FF0-87BF-5D83596B9BC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C263F1D5-AB00-426D-BF6B-4929FF9B4D22}"/>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8114149-AB81-4F26-A3CF-8DE9B5163DA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305271F0-950C-494D-8835-CD43CEE1EB2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4DA6963C-CF0E-46ED-89D1-DDCC60DA18FA}"/>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7E34C9D-C20E-4183-8E0D-960AE397628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C71CABAB-CA1A-4D89-9124-07E8727C151A}"/>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AC9AC4B-5FA5-4BBA-8972-C6CBF5CFE382}"/>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82EBAC16-427E-46ED-93C0-32CFEC4039D2}"/>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64D5BF0-1431-4766-BDE8-01102AC3C159}"/>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67203991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633C76-44CB-4E06-AAC9-4A2E797A174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V7_D_N05</a:t>
            </a:r>
          </a:p>
        </p:txBody>
      </p:sp>
      <p:sp>
        <p:nvSpPr>
          <p:cNvPr id="2" name="">
            <a:extLst xmlns:a="http://schemas.openxmlformats.org/drawingml/2006/main">
              <a:ext uri="{FF2B5EF4-FFF2-40B4-BE49-F238E27FC236}">
                <a16:creationId xmlns:a16="http://schemas.microsoft.com/office/drawing/2014/main" id="{6823DECD-6D26-4776-A3A3-16AD593D3B3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04E20FC7-EDE2-4236-BBD8-2C0ABAB3D6E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41C8B1A-70C1-461A-B7EA-D9D63EA70D9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2410280-86EF-488A-9751-0C3D195E1A5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B0A68F7-D0AB-48BB-8154-26734959E17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44A5BABF-4980-4ABF-8692-F3DB257B63B3}"/>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7C2FCE2-EEE1-4203-93CD-1FA674D0D145}"/>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AA33176-F2CA-4B14-8A8E-47760D1EA39C}"/>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08F0109-634C-4402-A7BB-332A11553615}"/>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8456947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6D87F1-C272-4723-8266-BCC811EE98FA}"/>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204BB58-76BE-44FB-8FAB-8FE5D37EB233}"/>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78E31AB5-DA4E-4131-A12B-E5F6AF80B1A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Infrastructure</a:t>
            </a:r>
          </a:p>
        </p:txBody>
      </p:sp>
      <p:sp>
        <p:nvSpPr>
          <p:cNvPr id="4" name="">
            <a:extLst xmlns:a="http://schemas.openxmlformats.org/drawingml/2006/main">
              <a:ext uri="{FF2B5EF4-FFF2-40B4-BE49-F238E27FC236}">
                <a16:creationId xmlns:a16="http://schemas.microsoft.com/office/drawing/2014/main" id="{7775967A-7D2D-4C59-BF69-7EEA5574967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23199BA5-A78F-4D24-B4A6-328F122BF7A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Operations</a:t>
            </a:r>
          </a:p>
        </p:txBody>
      </p:sp>
      <p:sp>
        <p:nvSpPr>
          <p:cNvPr id="6" name="">
            <a:extLst xmlns:a="http://schemas.openxmlformats.org/drawingml/2006/main">
              <a:ext uri="{FF2B5EF4-FFF2-40B4-BE49-F238E27FC236}">
                <a16:creationId xmlns:a16="http://schemas.microsoft.com/office/drawing/2014/main" id="{FC763B36-820F-473C-9588-A27F72B3789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070917CF-072D-4B3A-9181-5E9658FEFB85}"/>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Household evidence</a:t>
            </a:r>
          </a:p>
        </p:txBody>
      </p:sp>
      <p:sp>
        <p:nvSpPr>
          <p:cNvPr id="8" name="">
            <a:extLst xmlns:a="http://schemas.openxmlformats.org/drawingml/2006/main">
              <a:ext uri="{FF2B5EF4-FFF2-40B4-BE49-F238E27FC236}">
                <a16:creationId xmlns:a16="http://schemas.microsoft.com/office/drawing/2014/main" id="{9412169F-FA6F-49B1-ABB0-5EFED5C8A9A4}"/>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B4E2227-CD23-4815-AC08-A1C654FA647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Reliability</a:t>
            </a:r>
          </a:p>
        </p:txBody>
      </p:sp>
      <p:sp>
        <p:nvSpPr>
          <p:cNvPr id="10" name="">
            <a:extLst xmlns:a="http://schemas.openxmlformats.org/drawingml/2006/main">
              <a:ext uri="{FF2B5EF4-FFF2-40B4-BE49-F238E27FC236}">
                <a16:creationId xmlns:a16="http://schemas.microsoft.com/office/drawing/2014/main" id="{6ACD6D45-9145-44D1-B220-15811C8BA6A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86E76BD5-1544-421F-90FC-9A7DC1EEF1C1}"/>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Quality</a:t>
            </a:r>
          </a:p>
        </p:txBody>
      </p:sp>
      <p:sp>
        <p:nvSpPr>
          <p:cNvPr id="12" name="">
            <a:extLst xmlns:a="http://schemas.openxmlformats.org/drawingml/2006/main">
              <a:ext uri="{FF2B5EF4-FFF2-40B4-BE49-F238E27FC236}">
                <a16:creationId xmlns:a16="http://schemas.microsoft.com/office/drawing/2014/main" id="{C2676B1E-5CED-4841-B9C2-81CB7F0C26FA}"/>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5216368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2026-09-04T15:40:15.1360000Z</dcterms:created>
  <dcterms:modified xsi:type="dcterms:W3CDTF">2026-09-04T15:40:15.1360000Z</dcterms:modified>
</coreProperties>
</file>