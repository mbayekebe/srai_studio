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62adeb3af94400" /><Relationship Type="http://schemas.openxmlformats.org/officeDocument/2006/relationships/extended-properties" Target="/docProps/app.xml" Id="R89faa21ee8924d38" /><Relationship Type="http://schemas.openxmlformats.org/officeDocument/2006/relationships/officeDocument" Target="/ppt/presentation.xml" Id="R379ba1fbd6ac4c82" /></Relationships>
</file>

<file path=ppt/presentation.xml><?xml version="1.0" encoding="utf-8"?>
<p:presentation xmlns:p="http://schemas.openxmlformats.org/presentationml/2006/main">
  <p:sldMasterIdLst>
    <p:sldMasterId xmlns:r="http://schemas.openxmlformats.org/officeDocument/2006/relationships" id="2147483648" r:id="R256f82d4f96f48cc"/>
  </p:sldMasterIdLst>
  <p:notesMasterIdLst>
    <p:notesMasterId xmlns:r="http://schemas.openxmlformats.org/officeDocument/2006/relationships" r:id="Rc90a764efc34415a"/>
  </p:notesMasterIdLst>
  <p:sldIdLst>
    <p:sldId xmlns:r="http://schemas.openxmlformats.org/officeDocument/2006/relationships" id="256" r:id="R1b8db66ab6a24606"/>
    <p:sldId xmlns:r="http://schemas.openxmlformats.org/officeDocument/2006/relationships" id="257" r:id="Re032033cf7eb4c2a"/>
    <p:sldId xmlns:r="http://schemas.openxmlformats.org/officeDocument/2006/relationships" id="258" r:id="Reb621ee25d8c439f"/>
    <p:sldId xmlns:r="http://schemas.openxmlformats.org/officeDocument/2006/relationships" id="259" r:id="R3408c96b7d8f4de5"/>
    <p:sldId xmlns:r="http://schemas.openxmlformats.org/officeDocument/2006/relationships" id="260" r:id="R473d3c0845a94199"/>
    <p:sldId xmlns:r="http://schemas.openxmlformats.org/officeDocument/2006/relationships" id="261" r:id="Rb1d8f9176b5544e4"/>
    <p:sldId xmlns:r="http://schemas.openxmlformats.org/officeDocument/2006/relationships" id="262" r:id="R86acd7db6ac04507"/>
    <p:sldId xmlns:r="http://schemas.openxmlformats.org/officeDocument/2006/relationships" id="263" r:id="R2484d0a39e5544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f3414093224911" /><Relationship Type="http://schemas.openxmlformats.org/officeDocument/2006/relationships/slideMaster" Target="/ppt/slideMasters/slideMaster1.xml" Id="R256f82d4f96f48cc" /><Relationship Type="http://schemas.openxmlformats.org/officeDocument/2006/relationships/notesMaster" Target="/ppt/notesMasters/notesMaster1.xml" Id="Rc90a764efc34415a" /><Relationship Type="http://schemas.openxmlformats.org/officeDocument/2006/relationships/presProps" Target="/ppt/presProps.xml" Id="Rce6061fae844470d" /><Relationship Type="http://schemas.openxmlformats.org/officeDocument/2006/relationships/tableStyles" Target="/ppt/tableStyles.xml" Id="Rd66bc5a57f9d4b71" /><Relationship Type="http://schemas.openxmlformats.org/officeDocument/2006/relationships/slide" Target="/ppt/slides/slide1.xml" Id="R1b8db66ab6a24606" /><Relationship Type="http://schemas.openxmlformats.org/officeDocument/2006/relationships/slide" Target="/ppt/slides/slide2.xml" Id="Re032033cf7eb4c2a" /><Relationship Type="http://schemas.openxmlformats.org/officeDocument/2006/relationships/slide" Target="/ppt/slides/slide3.xml" Id="Reb621ee25d8c439f" /><Relationship Type="http://schemas.openxmlformats.org/officeDocument/2006/relationships/slide" Target="/ppt/slides/slide4.xml" Id="R3408c96b7d8f4de5" /><Relationship Type="http://schemas.openxmlformats.org/officeDocument/2006/relationships/slide" Target="/ppt/slides/slide5.xml" Id="R473d3c0845a94199" /><Relationship Type="http://schemas.openxmlformats.org/officeDocument/2006/relationships/slide" Target="/ppt/slides/slide6.xml" Id="Rb1d8f9176b5544e4" /><Relationship Type="http://schemas.openxmlformats.org/officeDocument/2006/relationships/slide" Target="/ppt/slides/slide7.xml" Id="R86acd7db6ac04507" /><Relationship Type="http://schemas.openxmlformats.org/officeDocument/2006/relationships/slide" Target="/ppt/slides/slide8.xml" Id="R2484d0a39e5544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427017e76341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967810147b4aa6" /><Relationship Type="http://schemas.openxmlformats.org/officeDocument/2006/relationships/notesMaster" Target="/ppt/notesMasters/notesMaster1.xml" Id="R411156b512d54c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953186577a406b" /><Relationship Type="http://schemas.openxmlformats.org/officeDocument/2006/relationships/notesMaster" Target="/ppt/notesMasters/notesMaster1.xml" Id="R04ee407505b24f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2005e8393044ee" /><Relationship Type="http://schemas.openxmlformats.org/officeDocument/2006/relationships/notesMaster" Target="/ppt/notesMasters/notesMaster1.xml" Id="R879096a0857a4b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15393da4bc41c4" /><Relationship Type="http://schemas.openxmlformats.org/officeDocument/2006/relationships/notesMaster" Target="/ppt/notesMasters/notesMaster1.xml" Id="R96a2af0fa36e40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ecd15a5b0b4fbf" /><Relationship Type="http://schemas.openxmlformats.org/officeDocument/2006/relationships/notesMaster" Target="/ppt/notesMasters/notesMaster1.xml" Id="Rd5b86f6cf47e47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322d04d40b4175" /><Relationship Type="http://schemas.openxmlformats.org/officeDocument/2006/relationships/notesMaster" Target="/ppt/notesMasters/notesMaster1.xml" Id="R5fe06b66244a4d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c02168a95a4e16" /><Relationship Type="http://schemas.openxmlformats.org/officeDocument/2006/relationships/notesMaster" Target="/ppt/notesMasters/notesMaster1.xml" Id="Rfb48674d38bb47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ea75bb61c348fc" /><Relationship Type="http://schemas.openxmlformats.org/officeDocument/2006/relationships/notesMaster" Target="/ppt/notesMasters/notesMaster1.xml" Id="R8bb29a0a28de47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Food Security Is More Than Food Supply. This lesson begins with one principle: food security joins availability, access, utilization, and stability.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Food security joins availability, access, utilization, and stability. The five controls shown here are Availability, Access, Utilization, Stability, Vulnerability.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availability, move through access and utilization, and finish with stability and vulnerability.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A brief combines supply, prices, diets, coping, seasonality, and shock exposure.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Construct a multidimensional food-security assessment and test escalation rules.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availability clear? Is access documented? Is utilization testable? Is stability governed? And is vulnerability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6a9dab642d43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3a3bcde3b2465f" /><Relationship Type="http://schemas.openxmlformats.org/officeDocument/2006/relationships/slideLayout" Target="/ppt/slideLayouts/slideLayout1.xml" Id="R55ec4824c72044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ec4824c72044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576cd2c7da42d4" /><Relationship Type="http://schemas.openxmlformats.org/officeDocument/2006/relationships/notesSlide" Target="/ppt/notesSlides/notesSlide1.xml" Id="Rd937dadf90f044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971fa4479d4699" /><Relationship Type="http://schemas.openxmlformats.org/officeDocument/2006/relationships/notesSlide" Target="/ppt/notesSlides/notesSlide2.xml" Id="R5aec6e349b464b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d77e2d704843fe" /><Relationship Type="http://schemas.openxmlformats.org/officeDocument/2006/relationships/notesSlide" Target="/ppt/notesSlides/notesSlide3.xml" Id="Rd009b1ced5d848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d04714ace540e3" /><Relationship Type="http://schemas.openxmlformats.org/officeDocument/2006/relationships/notesSlide" Target="/ppt/notesSlides/notesSlide4.xml" Id="Rb4b791d8a7b448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4c0194bb40472f" /><Relationship Type="http://schemas.openxmlformats.org/officeDocument/2006/relationships/notesSlide" Target="/ppt/notesSlides/notesSlide5.xml" Id="Rdd79701c6bff41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f0562d43ae47d4" /><Relationship Type="http://schemas.openxmlformats.org/officeDocument/2006/relationships/notesSlide" Target="/ppt/notesSlides/notesSlide6.xml" Id="R848eb1a56d844d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bf364e5f12d4760" /><Relationship Type="http://schemas.openxmlformats.org/officeDocument/2006/relationships/notesSlide" Target="/ppt/notesSlides/notesSlide7.xml" Id="R7ff0fc6d537f40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ccce0f105494b45" /><Relationship Type="http://schemas.openxmlformats.org/officeDocument/2006/relationships/notesSlide" Target="/ppt/notesSlides/notesSlide8.xml" Id="R8226880bc6134eba"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FA2D9F1-2C6E-44AD-827F-3239262BDE9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882EAB91-B900-4FD7-A62B-DE3DE74F1FA6}"/>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1EA96F66-59D3-491F-9559-F210411CDFE9}"/>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9A5DBC40-C189-45B9-A04C-2865CFAA5467}"/>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1DA6FD6E-A47A-493F-BB3C-59BC960B4021}"/>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FOOD SECURITY IS MORE THAN FOOD SUPPLY</a:t>
            </a:r>
          </a:p>
        </p:txBody>
      </p:sp>
      <p:sp>
        <p:nvSpPr>
          <p:cNvPr id="6" name="">
            <a:extLst xmlns:a="http://schemas.openxmlformats.org/drawingml/2006/main">
              <a:ext uri="{FF2B5EF4-FFF2-40B4-BE49-F238E27FC236}">
                <a16:creationId xmlns:a16="http://schemas.microsoft.com/office/drawing/2014/main" id="{D9C78110-C64D-4887-AF31-C79DBE8C3FE3}"/>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Food security joins availability, access, utilization, and stability.</a:t>
            </a:r>
          </a:p>
        </p:txBody>
      </p:sp>
      <p:sp>
        <p:nvSpPr>
          <p:cNvPr id="7" name="">
            <a:extLst xmlns:a="http://schemas.openxmlformats.org/drawingml/2006/main">
              <a:ext uri="{FF2B5EF4-FFF2-40B4-BE49-F238E27FC236}">
                <a16:creationId xmlns:a16="http://schemas.microsoft.com/office/drawing/2014/main" id="{2173A618-DFE7-4D57-9E94-4C1798948C80}"/>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V7_A_N14</a:t>
            </a:r>
          </a:p>
        </p:txBody>
      </p:sp>
      <p:sp>
        <p:nvSpPr>
          <p:cNvPr id="8" name="">
            <a:extLst xmlns:a="http://schemas.openxmlformats.org/drawingml/2006/main">
              <a:ext uri="{FF2B5EF4-FFF2-40B4-BE49-F238E27FC236}">
                <a16:creationId xmlns:a16="http://schemas.microsoft.com/office/drawing/2014/main" id="{C60C3659-1254-43C7-B05C-3F216CB0A806}"/>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PU-B07-C19</a:t>
            </a:r>
          </a:p>
        </p:txBody>
      </p:sp>
      <p:sp>
        <p:nvSpPr>
          <p:cNvPr id="9" name="">
            <a:extLst xmlns:a="http://schemas.openxmlformats.org/drawingml/2006/main">
              <a:ext uri="{FF2B5EF4-FFF2-40B4-BE49-F238E27FC236}">
                <a16:creationId xmlns:a16="http://schemas.microsoft.com/office/drawing/2014/main" id="{73DC74C5-97FB-4704-8866-E5713CB173B1}"/>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661EDDE8-C978-4323-B928-5C060D8EA5BF}"/>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358525873"/>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333D3ED-6D1D-4AA5-BC10-2498F6FD09E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V7_A_N14</a:t>
            </a:r>
          </a:p>
        </p:txBody>
      </p:sp>
      <p:sp>
        <p:nvSpPr>
          <p:cNvPr id="2" name="">
            <a:extLst xmlns:a="http://schemas.openxmlformats.org/drawingml/2006/main">
              <a:ext uri="{FF2B5EF4-FFF2-40B4-BE49-F238E27FC236}">
                <a16:creationId xmlns:a16="http://schemas.microsoft.com/office/drawing/2014/main" id="{4BA33FF0-51C2-4D17-AFA2-043BEE9B100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8BC4B4E2-AD83-46A4-BE2B-861C73DD6747}"/>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64614D7-7359-4D02-B961-D948C52BD31B}"/>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4B24A2A0-0E62-4C87-86A9-5E7D0C8B6FDA}"/>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Food security joins availability, access, utilization, and stability.</a:t>
            </a:r>
          </a:p>
        </p:txBody>
      </p:sp>
      <p:sp>
        <p:nvSpPr>
          <p:cNvPr id="6" name="">
            <a:extLst xmlns:a="http://schemas.openxmlformats.org/drawingml/2006/main">
              <a:ext uri="{FF2B5EF4-FFF2-40B4-BE49-F238E27FC236}">
                <a16:creationId xmlns:a16="http://schemas.microsoft.com/office/drawing/2014/main" id="{E7C47A4F-685B-41DB-BB60-B3B96408D088}"/>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39CEBA93-16CD-4386-80AE-CC86F66C4F4A}"/>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9FA8AA20-3AB0-4C9F-9686-F987BA2D5C4C}"/>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Availability</a:t>
            </a:r>
          </a:p>
        </p:txBody>
      </p:sp>
      <p:sp>
        <p:nvSpPr>
          <p:cNvPr id="9" name="">
            <a:extLst xmlns:a="http://schemas.openxmlformats.org/drawingml/2006/main">
              <a:ext uri="{FF2B5EF4-FFF2-40B4-BE49-F238E27FC236}">
                <a16:creationId xmlns:a16="http://schemas.microsoft.com/office/drawing/2014/main" id="{218508CC-49A8-4E5D-B479-7F56A49780FC}"/>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E9E3FA0A-4FF4-488A-BDCC-1D0BFCFB298E}"/>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Access</a:t>
            </a:r>
          </a:p>
        </p:txBody>
      </p:sp>
      <p:sp>
        <p:nvSpPr>
          <p:cNvPr id="11" name="">
            <a:extLst xmlns:a="http://schemas.openxmlformats.org/drawingml/2006/main">
              <a:ext uri="{FF2B5EF4-FFF2-40B4-BE49-F238E27FC236}">
                <a16:creationId xmlns:a16="http://schemas.microsoft.com/office/drawing/2014/main" id="{5E999F0F-4EEE-4FBB-A103-A5828425EDB7}"/>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2A0042A9-8B9A-4F15-B89D-B7BEE91D614A}"/>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Utilization</a:t>
            </a:r>
          </a:p>
        </p:txBody>
      </p:sp>
      <p:sp>
        <p:nvSpPr>
          <p:cNvPr id="13" name="">
            <a:extLst xmlns:a="http://schemas.openxmlformats.org/drawingml/2006/main">
              <a:ext uri="{FF2B5EF4-FFF2-40B4-BE49-F238E27FC236}">
                <a16:creationId xmlns:a16="http://schemas.microsoft.com/office/drawing/2014/main" id="{E3D496DA-BB9D-4493-8252-09CBE5A59A96}"/>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E67D835F-986F-4A9F-8DD4-A48FA32F3AF4}"/>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Stability</a:t>
            </a:r>
          </a:p>
        </p:txBody>
      </p:sp>
      <p:sp>
        <p:nvSpPr>
          <p:cNvPr id="15" name="">
            <a:extLst xmlns:a="http://schemas.openxmlformats.org/drawingml/2006/main">
              <a:ext uri="{FF2B5EF4-FFF2-40B4-BE49-F238E27FC236}">
                <a16:creationId xmlns:a16="http://schemas.microsoft.com/office/drawing/2014/main" id="{878F84B6-9D4D-428E-A32F-0FAAB70FEBF4}"/>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AC06F7EA-9DA5-41D8-A60E-19B7F59C5D67}"/>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Vulnerability</a:t>
            </a:r>
          </a:p>
        </p:txBody>
      </p:sp>
      <p:sp>
        <p:nvSpPr>
          <p:cNvPr id="17" name="">
            <a:extLst xmlns:a="http://schemas.openxmlformats.org/drawingml/2006/main">
              <a:ext uri="{FF2B5EF4-FFF2-40B4-BE49-F238E27FC236}">
                <a16:creationId xmlns:a16="http://schemas.microsoft.com/office/drawing/2014/main" id="{AA947608-6A31-4E61-8959-7D94D12EBA4A}"/>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950790674"/>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F60C302-2F9C-4BC6-9AF2-42D95B5E522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V7_A_N14</a:t>
            </a:r>
          </a:p>
        </p:txBody>
      </p:sp>
      <p:sp>
        <p:nvSpPr>
          <p:cNvPr id="2" name="">
            <a:extLst xmlns:a="http://schemas.openxmlformats.org/drawingml/2006/main">
              <a:ext uri="{FF2B5EF4-FFF2-40B4-BE49-F238E27FC236}">
                <a16:creationId xmlns:a16="http://schemas.microsoft.com/office/drawing/2014/main" id="{AB57AFBC-F847-41F2-A583-69DB9D750A7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0238A63C-12C2-4178-8B8D-B8EAAA91F20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C18AA13-704E-4730-BACD-51E5BC179CF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5285E09A-CEEC-4131-A0A1-2EAAEF57CCDC}"/>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10DEC92A-3E0E-4A09-94FE-A322235F0E9B}"/>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6951AFBA-0425-404D-92E3-18021A076F93}"/>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Availability</a:t>
            </a:r>
          </a:p>
        </p:txBody>
      </p:sp>
      <p:sp>
        <p:nvSpPr>
          <p:cNvPr id="8" name="">
            <a:extLst xmlns:a="http://schemas.openxmlformats.org/drawingml/2006/main">
              <a:ext uri="{FF2B5EF4-FFF2-40B4-BE49-F238E27FC236}">
                <a16:creationId xmlns:a16="http://schemas.microsoft.com/office/drawing/2014/main" id="{34AE0901-9589-4549-AD1F-5C79418AF020}"/>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25EB2DAA-E4AC-44D7-89B1-EF977B734FF9}"/>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58022A4F-1CD9-48CF-995C-D47C2D4B300E}"/>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Access</a:t>
            </a:r>
          </a:p>
        </p:txBody>
      </p:sp>
      <p:sp>
        <p:nvSpPr>
          <p:cNvPr id="11" name="">
            <a:extLst xmlns:a="http://schemas.openxmlformats.org/drawingml/2006/main">
              <a:ext uri="{FF2B5EF4-FFF2-40B4-BE49-F238E27FC236}">
                <a16:creationId xmlns:a16="http://schemas.microsoft.com/office/drawing/2014/main" id="{08804EFA-0637-4767-9BEE-07410D7C699C}"/>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D6511383-8C5E-45FC-A6F9-FAB41CD37587}"/>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C1E964E3-C975-4835-BC59-A097FCC1B78E}"/>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Utilization</a:t>
            </a:r>
          </a:p>
        </p:txBody>
      </p:sp>
      <p:sp>
        <p:nvSpPr>
          <p:cNvPr id="14" name="">
            <a:extLst xmlns:a="http://schemas.openxmlformats.org/drawingml/2006/main">
              <a:ext uri="{FF2B5EF4-FFF2-40B4-BE49-F238E27FC236}">
                <a16:creationId xmlns:a16="http://schemas.microsoft.com/office/drawing/2014/main" id="{A45D73CE-F1FA-4A99-A9DB-EE282D30C33E}"/>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80EDEAAE-8DC8-48D6-93C3-525EC14A9B1D}"/>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3297D18C-4F5A-4013-9A58-A4E098DDB615}"/>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Stability</a:t>
            </a:r>
          </a:p>
        </p:txBody>
      </p:sp>
      <p:sp>
        <p:nvSpPr>
          <p:cNvPr id="17" name="">
            <a:extLst xmlns:a="http://schemas.openxmlformats.org/drawingml/2006/main">
              <a:ext uri="{FF2B5EF4-FFF2-40B4-BE49-F238E27FC236}">
                <a16:creationId xmlns:a16="http://schemas.microsoft.com/office/drawing/2014/main" id="{FB5A2979-48C4-4D46-8814-84963BE23E35}"/>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34D751BB-772D-4459-BD6B-8147514811ED}"/>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7B8A543D-AB23-4357-A77A-89E145042F5A}"/>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Vulnerability</a:t>
            </a:r>
          </a:p>
        </p:txBody>
      </p:sp>
      <p:sp>
        <p:nvSpPr>
          <p:cNvPr id="20" name="">
            <a:extLst xmlns:a="http://schemas.openxmlformats.org/drawingml/2006/main">
              <a:ext uri="{FF2B5EF4-FFF2-40B4-BE49-F238E27FC236}">
                <a16:creationId xmlns:a16="http://schemas.microsoft.com/office/drawing/2014/main" id="{903120A3-451E-44BD-B9D0-E2168AD0F8DB}"/>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45952449"/>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355A1F-2EB2-4B61-ABC5-CDB6B3C93DA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V7_A_N14</a:t>
            </a:r>
          </a:p>
        </p:txBody>
      </p:sp>
      <p:sp>
        <p:nvSpPr>
          <p:cNvPr id="2" name="">
            <a:extLst xmlns:a="http://schemas.openxmlformats.org/drawingml/2006/main">
              <a:ext uri="{FF2B5EF4-FFF2-40B4-BE49-F238E27FC236}">
                <a16:creationId xmlns:a16="http://schemas.microsoft.com/office/drawing/2014/main" id="{DBD88957-69B6-4F90-B801-21D6E71610F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3D27384D-2171-4C98-A674-0599C889F01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CCEB01C-A365-4CB5-9C01-827B3D02F83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420B2078-772D-426D-B5F2-49FABD86401B}"/>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05E11057-9680-4025-A4E6-0353AD3E0658}"/>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91CDBC01-EE83-4182-AE1A-EEA4C31926FA}"/>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brief combines supply, prices, diets, coping, seasonality, and shock exposure.</a:t>
            </a:r>
          </a:p>
        </p:txBody>
      </p:sp>
      <p:sp>
        <p:nvSpPr>
          <p:cNvPr id="8" name="">
            <a:extLst xmlns:a="http://schemas.openxmlformats.org/drawingml/2006/main">
              <a:ext uri="{FF2B5EF4-FFF2-40B4-BE49-F238E27FC236}">
                <a16:creationId xmlns:a16="http://schemas.microsoft.com/office/drawing/2014/main" id="{B40EF7E6-8842-4BC2-AC51-316086B4BCBC}"/>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13A628B1-9F80-4C06-8C6B-8552C7CAC5B5}"/>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32402B45-F242-4AC9-9FF0-F787238C6526}"/>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3213F0F6-463B-4A81-AD49-3AE21EC8A3EB}"/>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386470477"/>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4E0742F-2C64-46ED-84A6-BA7BB99C3C8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V7_A_N14</a:t>
            </a:r>
          </a:p>
        </p:txBody>
      </p:sp>
      <p:sp>
        <p:nvSpPr>
          <p:cNvPr id="2" name="">
            <a:extLst xmlns:a="http://schemas.openxmlformats.org/drawingml/2006/main">
              <a:ext uri="{FF2B5EF4-FFF2-40B4-BE49-F238E27FC236}">
                <a16:creationId xmlns:a16="http://schemas.microsoft.com/office/drawing/2014/main" id="{D497A6C3-3550-47E9-B32C-08350F4985B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87D7B03E-452E-4087-9A56-5937EE2178E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7A7F907-18E9-4D28-8417-500F3E029BB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3DA6EC20-DFE3-4674-83F3-31E9752A23D3}"/>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Construct a multidimensional food-security assessment and test escalation rules.</a:t>
            </a:r>
          </a:p>
        </p:txBody>
      </p:sp>
      <p:sp>
        <p:nvSpPr>
          <p:cNvPr id="6" name="">
            <a:extLst xmlns:a="http://schemas.openxmlformats.org/drawingml/2006/main">
              <a:ext uri="{FF2B5EF4-FFF2-40B4-BE49-F238E27FC236}">
                <a16:creationId xmlns:a16="http://schemas.microsoft.com/office/drawing/2014/main" id="{9A963428-29DC-47A5-B158-A6BA56DA3A78}"/>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58D70D76-4D98-4D93-8EBA-83F0D9F74E56}"/>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2FB78825-7080-4C03-A5B3-08A501F4B855}"/>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2B87FA2C-1D90-4A0D-9787-2A6601F66164}"/>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B448E6B9-EC92-4595-AFD9-341341BE3A0B}"/>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C628AD53-52BE-4407-91B9-9A45565F2715}"/>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AA98B95C-7F1B-4170-B830-C7BDF4652F06}"/>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8AA99B72-BC65-4273-A0D6-A490660085F6}"/>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C97064E9-20DC-4BEF-8A3F-FE780EB1C91B}"/>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2BDBCC6B-71B2-4899-BA5D-5B3CF60D49AD}"/>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E3B571BB-CDF5-40B3-A5BE-26B0FAC4D654}"/>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4F3E0B8F-F1C6-48E5-86AE-244B830A31AB}"/>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524242688"/>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388F6AB-D176-41FD-962C-C6C4251829B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V7_A_N14</a:t>
            </a:r>
          </a:p>
        </p:txBody>
      </p:sp>
      <p:sp>
        <p:nvSpPr>
          <p:cNvPr id="2" name="">
            <a:extLst xmlns:a="http://schemas.openxmlformats.org/drawingml/2006/main">
              <a:ext uri="{FF2B5EF4-FFF2-40B4-BE49-F238E27FC236}">
                <a16:creationId xmlns:a16="http://schemas.microsoft.com/office/drawing/2014/main" id="{3A9FB80B-4262-4FFC-B7A7-07A2366BD59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FD3C0ABF-A742-4E46-8BC2-F5754D75E08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21C69F4-F9DF-4760-8869-77226319351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F93F2F95-06F9-4A75-9EEF-2418E36CBC9E}"/>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5891B68D-2181-4580-9869-1CF7786F67AB}"/>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B8AEE099-D7F7-4620-A04B-507B94845614}"/>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F463D2C5-0564-4B53-BD2E-55C5D898D637}"/>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BCDB4FD8-118E-4449-A9E2-052900F9ACA9}"/>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6F90B0E6-DA12-4F4A-8685-A37A7B5428E9}"/>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D771A728-C77A-4BB0-81E1-A01BEF9079FA}"/>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7FDAD8A1-E686-4EE2-9928-8DE3DABD4A84}"/>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EE3ADE06-FB5E-4A10-BA15-628D38ADB292}"/>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D8F64E5D-1094-4731-88A3-BD2F30F9E737}"/>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255970437"/>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04315C-19DC-4021-A967-F5A7CD7407C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V7_A_N14</a:t>
            </a:r>
          </a:p>
        </p:txBody>
      </p:sp>
      <p:sp>
        <p:nvSpPr>
          <p:cNvPr id="2" name="">
            <a:extLst xmlns:a="http://schemas.openxmlformats.org/drawingml/2006/main">
              <a:ext uri="{FF2B5EF4-FFF2-40B4-BE49-F238E27FC236}">
                <a16:creationId xmlns:a16="http://schemas.microsoft.com/office/drawing/2014/main" id="{D1D14EBD-6BBF-4FF1-B6E1-3BF048C4C11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1C2A426B-A9D3-40A9-9C24-384967538DD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AABD8B3-E446-4113-A9E6-53611116FC5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F7408FA0-E27D-46A7-AA5B-FEBCBC341F8C}"/>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78414945-496D-430D-881D-08780892ADBB}"/>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6702F22A-9FBB-4825-89DF-25DE1D66B8BF}"/>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44937A09-9395-4637-8C31-57E6F6BA0354}"/>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82D65837-8D16-4CB0-A43F-68FEB9FD3005}"/>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3D226A5E-E1EC-4F16-BEFB-3CD10BA9FE8F}"/>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012886483"/>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3AAC71B-EE41-4627-B69C-A9F42528E396}"/>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DA2D0CB1-0C13-4022-80B0-9E7DC4EB4A0F}"/>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9C8E93E1-A123-4325-B51C-1E64973831A8}"/>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Availability</a:t>
            </a:r>
          </a:p>
        </p:txBody>
      </p:sp>
      <p:sp>
        <p:nvSpPr>
          <p:cNvPr id="4" name="">
            <a:extLst xmlns:a="http://schemas.openxmlformats.org/drawingml/2006/main">
              <a:ext uri="{FF2B5EF4-FFF2-40B4-BE49-F238E27FC236}">
                <a16:creationId xmlns:a16="http://schemas.microsoft.com/office/drawing/2014/main" id="{F79BB303-CCE1-4DCB-B857-008B73C91147}"/>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3A64B0E2-556F-48A4-9691-68D92DF5015B}"/>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Access</a:t>
            </a:r>
          </a:p>
        </p:txBody>
      </p:sp>
      <p:sp>
        <p:nvSpPr>
          <p:cNvPr id="6" name="">
            <a:extLst xmlns:a="http://schemas.openxmlformats.org/drawingml/2006/main">
              <a:ext uri="{FF2B5EF4-FFF2-40B4-BE49-F238E27FC236}">
                <a16:creationId xmlns:a16="http://schemas.microsoft.com/office/drawing/2014/main" id="{11093C60-99C4-4D30-9148-01783150172C}"/>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2F9AAEA9-289C-4DCE-B10C-00241DCFB853}"/>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Utilization</a:t>
            </a:r>
          </a:p>
        </p:txBody>
      </p:sp>
      <p:sp>
        <p:nvSpPr>
          <p:cNvPr id="8" name="">
            <a:extLst xmlns:a="http://schemas.openxmlformats.org/drawingml/2006/main">
              <a:ext uri="{FF2B5EF4-FFF2-40B4-BE49-F238E27FC236}">
                <a16:creationId xmlns:a16="http://schemas.microsoft.com/office/drawing/2014/main" id="{2C271967-A84A-4B33-BF85-C8CCB9158CDF}"/>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3498570A-75F6-409B-9EA9-FE7FBFB8F907}"/>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Stability</a:t>
            </a:r>
          </a:p>
        </p:txBody>
      </p:sp>
      <p:sp>
        <p:nvSpPr>
          <p:cNvPr id="10" name="">
            <a:extLst xmlns:a="http://schemas.openxmlformats.org/drawingml/2006/main">
              <a:ext uri="{FF2B5EF4-FFF2-40B4-BE49-F238E27FC236}">
                <a16:creationId xmlns:a16="http://schemas.microsoft.com/office/drawing/2014/main" id="{4BDD1CB4-84BD-4E6F-88F2-288975D7734E}"/>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AFFB00A1-EE8E-453D-9AB6-F5FD2ACB3038}"/>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Vulnerability</a:t>
            </a:r>
          </a:p>
        </p:txBody>
      </p:sp>
      <p:sp>
        <p:nvSpPr>
          <p:cNvPr id="12" name="">
            <a:extLst xmlns:a="http://schemas.openxmlformats.org/drawingml/2006/main">
              <a:ext uri="{FF2B5EF4-FFF2-40B4-BE49-F238E27FC236}">
                <a16:creationId xmlns:a16="http://schemas.microsoft.com/office/drawing/2014/main" id="{38A30772-83A2-4995-928E-92E748DE9F23}"/>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21126825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2026-09-04T14:43:45.9520000Z</dcterms:created>
  <dcterms:modified xsi:type="dcterms:W3CDTF">2026-09-04T14:43:45.9520000Z</dcterms:modified>
</coreProperties>
</file>