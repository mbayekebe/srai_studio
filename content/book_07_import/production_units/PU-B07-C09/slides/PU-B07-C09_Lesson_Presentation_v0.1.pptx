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14782b65d94ac9" /><Relationship Type="http://schemas.openxmlformats.org/officeDocument/2006/relationships/extended-properties" Target="/docProps/app.xml" Id="R348c93f41f4a4b69" /><Relationship Type="http://schemas.openxmlformats.org/officeDocument/2006/relationships/officeDocument" Target="/ppt/presentation.xml" Id="R891938f70f3f4268" /></Relationships>
</file>

<file path=ppt/presentation.xml><?xml version="1.0" encoding="utf-8"?>
<p:presentation xmlns:p="http://schemas.openxmlformats.org/presentationml/2006/main">
  <p:sldMasterIdLst>
    <p:sldMasterId xmlns:r="http://schemas.openxmlformats.org/officeDocument/2006/relationships" id="2147483648" r:id="R2958b0af75e64a04"/>
  </p:sldMasterIdLst>
  <p:notesMasterIdLst>
    <p:notesMasterId xmlns:r="http://schemas.openxmlformats.org/officeDocument/2006/relationships" r:id="R6f8b0985941d49d6"/>
  </p:notesMasterIdLst>
  <p:sldIdLst>
    <p:sldId xmlns:r="http://schemas.openxmlformats.org/officeDocument/2006/relationships" id="256" r:id="Rcae0ec5ed8f34319"/>
    <p:sldId xmlns:r="http://schemas.openxmlformats.org/officeDocument/2006/relationships" id="257" r:id="R7b2f8a073c7742d3"/>
    <p:sldId xmlns:r="http://schemas.openxmlformats.org/officeDocument/2006/relationships" id="258" r:id="R9b954d334232443d"/>
    <p:sldId xmlns:r="http://schemas.openxmlformats.org/officeDocument/2006/relationships" id="259" r:id="R9e00d0fd5fa04a05"/>
    <p:sldId xmlns:r="http://schemas.openxmlformats.org/officeDocument/2006/relationships" id="260" r:id="R025e8fd36e6c4d70"/>
    <p:sldId xmlns:r="http://schemas.openxmlformats.org/officeDocument/2006/relationships" id="261" r:id="R8b4e077c10b14139"/>
    <p:sldId xmlns:r="http://schemas.openxmlformats.org/officeDocument/2006/relationships" id="262" r:id="R827356cc2d274c67"/>
    <p:sldId xmlns:r="http://schemas.openxmlformats.org/officeDocument/2006/relationships" id="263" r:id="Rff242e5d1fe840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1044190ef644c6" /><Relationship Type="http://schemas.openxmlformats.org/officeDocument/2006/relationships/slideMaster" Target="/ppt/slideMasters/slideMaster1.xml" Id="R2958b0af75e64a04" /><Relationship Type="http://schemas.openxmlformats.org/officeDocument/2006/relationships/notesMaster" Target="/ppt/notesMasters/notesMaster1.xml" Id="R6f8b0985941d49d6" /><Relationship Type="http://schemas.openxmlformats.org/officeDocument/2006/relationships/presProps" Target="/ppt/presProps.xml" Id="R97d172e2cb424994" /><Relationship Type="http://schemas.openxmlformats.org/officeDocument/2006/relationships/tableStyles" Target="/ppt/tableStyles.xml" Id="R7f7e900235da4289" /><Relationship Type="http://schemas.openxmlformats.org/officeDocument/2006/relationships/slide" Target="/ppt/slides/slide1.xml" Id="Rcae0ec5ed8f34319" /><Relationship Type="http://schemas.openxmlformats.org/officeDocument/2006/relationships/slide" Target="/ppt/slides/slide2.xml" Id="R7b2f8a073c7742d3" /><Relationship Type="http://schemas.openxmlformats.org/officeDocument/2006/relationships/slide" Target="/ppt/slides/slide3.xml" Id="R9b954d334232443d" /><Relationship Type="http://schemas.openxmlformats.org/officeDocument/2006/relationships/slide" Target="/ppt/slides/slide4.xml" Id="R9e00d0fd5fa04a05" /><Relationship Type="http://schemas.openxmlformats.org/officeDocument/2006/relationships/slide" Target="/ppt/slides/slide5.xml" Id="R025e8fd36e6c4d70" /><Relationship Type="http://schemas.openxmlformats.org/officeDocument/2006/relationships/slide" Target="/ppt/slides/slide6.xml" Id="R8b4e077c10b14139" /><Relationship Type="http://schemas.openxmlformats.org/officeDocument/2006/relationships/slide" Target="/ppt/slides/slide7.xml" Id="R827356cc2d274c67" /><Relationship Type="http://schemas.openxmlformats.org/officeDocument/2006/relationships/slide" Target="/ppt/slides/slide8.xml" Id="Rff242e5d1fe840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41bee7cde742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bc18f3a94f4f3c" /><Relationship Type="http://schemas.openxmlformats.org/officeDocument/2006/relationships/notesMaster" Target="/ppt/notesMasters/notesMaster1.xml" Id="R9dbdb0d3d50d46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8dbb139cf347c2" /><Relationship Type="http://schemas.openxmlformats.org/officeDocument/2006/relationships/notesMaster" Target="/ppt/notesMasters/notesMaster1.xml" Id="R47b2be31df37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e8cbccad2f4ec9" /><Relationship Type="http://schemas.openxmlformats.org/officeDocument/2006/relationships/notesMaster" Target="/ppt/notesMasters/notesMaster1.xml" Id="R0308269f736141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baae2a2f544ea" /><Relationship Type="http://schemas.openxmlformats.org/officeDocument/2006/relationships/notesMaster" Target="/ppt/notesMasters/notesMaster1.xml" Id="R7a954d611d984a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f57ceaec3d43ee" /><Relationship Type="http://schemas.openxmlformats.org/officeDocument/2006/relationships/notesMaster" Target="/ppt/notesMasters/notesMaster1.xml" Id="R67be5862a4ec48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3f32d8e61f4abf" /><Relationship Type="http://schemas.openxmlformats.org/officeDocument/2006/relationships/notesMaster" Target="/ppt/notesMasters/notesMaster1.xml" Id="Re34a91231b814d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d4e7c88ff347ef" /><Relationship Type="http://schemas.openxmlformats.org/officeDocument/2006/relationships/notesMaster" Target="/ppt/notesMasters/notesMaster1.xml" Id="Ra91000e4958f4e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cb2c76da6742da" /><Relationship Type="http://schemas.openxmlformats.org/officeDocument/2006/relationships/notesMaster" Target="/ppt/notesMasters/notesMaster1.xml" Id="R78c34b83446f49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Core Agricultural Indicators With Denominators. This lesson begins with one principle: make every agricultural indicator interpretable and comparable.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Make every agricultural indicator interpretable and comparable. The five controls shown here are Numerator, Denominator, Population, Reference period, Revision status.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numerator, move through denominator and population, and finish with reference period and revision status.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Crop-loss rate uses affected hectares over assessed planted hectares—not all land area.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Construct indicators with explicit denominators and test misleading alternatives.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numerator clear? Is denominator documented? Is population testable? Is reference period governed? And is revision status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278c75a09544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b677f9da2f41d3" /><Relationship Type="http://schemas.openxmlformats.org/officeDocument/2006/relationships/slideLayout" Target="/ppt/slideLayouts/slideLayout1.xml" Id="R8efe532276084b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fe532276084b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a58354b6e844e2" /><Relationship Type="http://schemas.openxmlformats.org/officeDocument/2006/relationships/notesSlide" Target="/ppt/notesSlides/notesSlide1.xml" Id="R3183717ad574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8561a8e70a442b" /><Relationship Type="http://schemas.openxmlformats.org/officeDocument/2006/relationships/notesSlide" Target="/ppt/notesSlides/notesSlide2.xml" Id="R43e7ea39b7444c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24ce72c1984cc5" /><Relationship Type="http://schemas.openxmlformats.org/officeDocument/2006/relationships/notesSlide" Target="/ppt/notesSlides/notesSlide3.xml" Id="Rb08c873358a849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29355d5b7f4f3e" /><Relationship Type="http://schemas.openxmlformats.org/officeDocument/2006/relationships/notesSlide" Target="/ppt/notesSlides/notesSlide4.xml" Id="Raffbfcac94dc43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da07d651314f03" /><Relationship Type="http://schemas.openxmlformats.org/officeDocument/2006/relationships/notesSlide" Target="/ppt/notesSlides/notesSlide5.xml" Id="R9b3cbd0b418a46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260b316dae45f4" /><Relationship Type="http://schemas.openxmlformats.org/officeDocument/2006/relationships/notesSlide" Target="/ppt/notesSlides/notesSlide6.xml" Id="Rd8dd981a75174b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195aea5b424d68" /><Relationship Type="http://schemas.openxmlformats.org/officeDocument/2006/relationships/notesSlide" Target="/ppt/notesSlides/notesSlide7.xml" Id="R3a4686e3c5714d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33c67fe82345dd" /><Relationship Type="http://schemas.openxmlformats.org/officeDocument/2006/relationships/notesSlide" Target="/ppt/notesSlides/notesSlide8.xml" Id="Rcdb25ba412364581"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F6680E-B369-4A0E-BABD-82024AC85FC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B6EB5E7C-F631-4991-B67C-E1E2A4C0CEBA}"/>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1955BD51-488C-4B0F-A21F-2F98EC5C0939}"/>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E2A3A272-FA58-4179-B9FD-CA1F2158CD44}"/>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5820F0C8-BBE5-400C-AA59-12B8A373CEA5}"/>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CORE AGRICULTURAL INDICATORS WITH DENOMINATORS</a:t>
            </a:r>
          </a:p>
        </p:txBody>
      </p:sp>
      <p:sp>
        <p:nvSpPr>
          <p:cNvPr id="6" name="">
            <a:extLst xmlns:a="http://schemas.openxmlformats.org/drawingml/2006/main">
              <a:ext uri="{FF2B5EF4-FFF2-40B4-BE49-F238E27FC236}">
                <a16:creationId xmlns:a16="http://schemas.microsoft.com/office/drawing/2014/main" id="{2CB220AE-616C-451D-B63D-EF9EF5380D1F}"/>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Make every agricultural indicator interpretable and comparable.</a:t>
            </a:r>
          </a:p>
        </p:txBody>
      </p:sp>
      <p:sp>
        <p:nvSpPr>
          <p:cNvPr id="7" name="">
            <a:extLst xmlns:a="http://schemas.openxmlformats.org/drawingml/2006/main">
              <a:ext uri="{FF2B5EF4-FFF2-40B4-BE49-F238E27FC236}">
                <a16:creationId xmlns:a16="http://schemas.microsoft.com/office/drawing/2014/main" id="{E213FD48-A6A9-4E33-881E-833C42207621}"/>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V7_A_N04</a:t>
            </a:r>
          </a:p>
        </p:txBody>
      </p:sp>
      <p:sp>
        <p:nvSpPr>
          <p:cNvPr id="8" name="">
            <a:extLst xmlns:a="http://schemas.openxmlformats.org/drawingml/2006/main">
              <a:ext uri="{FF2B5EF4-FFF2-40B4-BE49-F238E27FC236}">
                <a16:creationId xmlns:a16="http://schemas.microsoft.com/office/drawing/2014/main" id="{311607A1-E4C9-4874-8C2F-8CD956252F0E}"/>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PU-B07-C09</a:t>
            </a:r>
          </a:p>
        </p:txBody>
      </p:sp>
      <p:sp>
        <p:nvSpPr>
          <p:cNvPr id="9" name="">
            <a:extLst xmlns:a="http://schemas.openxmlformats.org/drawingml/2006/main">
              <a:ext uri="{FF2B5EF4-FFF2-40B4-BE49-F238E27FC236}">
                <a16:creationId xmlns:a16="http://schemas.microsoft.com/office/drawing/2014/main" id="{46032E9C-64BF-471D-863E-C63B022FD141}"/>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6EED63B-45D3-4703-828D-74F1369E190C}"/>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669843866"/>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C8C955C-590B-447B-ACAA-8F432D27CB8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350DB596-8F39-41AB-96B6-13ADE68C963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0568D7E8-BD38-42D3-8DAF-44689CAAE70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A506B7F-7CB6-4031-9CF7-608E157FAC9D}"/>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2A82C07-6FC9-44D2-A416-54AF7D6FA151}"/>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Make every agricultural indicator interpretable and comparable.</a:t>
            </a:r>
          </a:p>
        </p:txBody>
      </p:sp>
      <p:sp>
        <p:nvSpPr>
          <p:cNvPr id="6" name="">
            <a:extLst xmlns:a="http://schemas.openxmlformats.org/drawingml/2006/main">
              <a:ext uri="{FF2B5EF4-FFF2-40B4-BE49-F238E27FC236}">
                <a16:creationId xmlns:a16="http://schemas.microsoft.com/office/drawing/2014/main" id="{08241C3C-743A-4002-A8BF-B92E2CB9C0B1}"/>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3A6AB751-1093-424F-81C9-ACE425015327}"/>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D1F52EE5-DE1D-46BB-8E0F-BE0A7E6587A7}"/>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Numerator</a:t>
            </a:r>
          </a:p>
        </p:txBody>
      </p:sp>
      <p:sp>
        <p:nvSpPr>
          <p:cNvPr id="9" name="">
            <a:extLst xmlns:a="http://schemas.openxmlformats.org/drawingml/2006/main">
              <a:ext uri="{FF2B5EF4-FFF2-40B4-BE49-F238E27FC236}">
                <a16:creationId xmlns:a16="http://schemas.microsoft.com/office/drawing/2014/main" id="{C00383A4-CA5C-473F-AB2D-9D082E45786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4ADC1E66-1CC6-4F67-B91B-353EB208CBBA}"/>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Denominator</a:t>
            </a:r>
          </a:p>
        </p:txBody>
      </p:sp>
      <p:sp>
        <p:nvSpPr>
          <p:cNvPr id="11" name="">
            <a:extLst xmlns:a="http://schemas.openxmlformats.org/drawingml/2006/main">
              <a:ext uri="{FF2B5EF4-FFF2-40B4-BE49-F238E27FC236}">
                <a16:creationId xmlns:a16="http://schemas.microsoft.com/office/drawing/2014/main" id="{AFA2128E-5632-48B1-B4D0-0F55506D514F}"/>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F04CB50-761E-495F-8C4D-B487795F1F40}"/>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Population</a:t>
            </a:r>
          </a:p>
        </p:txBody>
      </p:sp>
      <p:sp>
        <p:nvSpPr>
          <p:cNvPr id="13" name="">
            <a:extLst xmlns:a="http://schemas.openxmlformats.org/drawingml/2006/main">
              <a:ext uri="{FF2B5EF4-FFF2-40B4-BE49-F238E27FC236}">
                <a16:creationId xmlns:a16="http://schemas.microsoft.com/office/drawing/2014/main" id="{93C2F57E-1F6E-4305-93D8-D46A1FEDB38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4A31E362-BABB-4F44-96AA-D3DC2D17D1A0}"/>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Reference period</a:t>
            </a:r>
          </a:p>
        </p:txBody>
      </p:sp>
      <p:sp>
        <p:nvSpPr>
          <p:cNvPr id="15" name="">
            <a:extLst xmlns:a="http://schemas.openxmlformats.org/drawingml/2006/main">
              <a:ext uri="{FF2B5EF4-FFF2-40B4-BE49-F238E27FC236}">
                <a16:creationId xmlns:a16="http://schemas.microsoft.com/office/drawing/2014/main" id="{7F97FA6C-A9B5-479F-8372-C7B2D54447D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4C10486-90D4-4F88-8758-9D89CC5B339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Revision status</a:t>
            </a:r>
          </a:p>
        </p:txBody>
      </p:sp>
      <p:sp>
        <p:nvSpPr>
          <p:cNvPr id="17" name="">
            <a:extLst xmlns:a="http://schemas.openxmlformats.org/drawingml/2006/main">
              <a:ext uri="{FF2B5EF4-FFF2-40B4-BE49-F238E27FC236}">
                <a16:creationId xmlns:a16="http://schemas.microsoft.com/office/drawing/2014/main" id="{BB032CEF-2F3C-459B-8080-E2EDB0C561C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50098478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9B3BE3-7A78-47B9-ABBA-E82D646EDCC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807B84A8-BD36-467E-A238-74ADDEAA7D2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4F3EB47-22D0-4F49-ABE9-C58C4250868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A92B61D-1275-4C2A-BE81-5497F72CC74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775A6EBE-72A4-432D-B11E-3662F9168C60}"/>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B097889-9C95-408E-BDE7-33C0E6C81C7A}"/>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D26EFCB-ACA7-4711-B653-A1B607291DDF}"/>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Numerator</a:t>
            </a:r>
          </a:p>
        </p:txBody>
      </p:sp>
      <p:sp>
        <p:nvSpPr>
          <p:cNvPr id="8" name="">
            <a:extLst xmlns:a="http://schemas.openxmlformats.org/drawingml/2006/main">
              <a:ext uri="{FF2B5EF4-FFF2-40B4-BE49-F238E27FC236}">
                <a16:creationId xmlns:a16="http://schemas.microsoft.com/office/drawing/2014/main" id="{FC4DC5AD-C4BB-4EA8-AD29-06ABBCC03E7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8AE8BE3A-4F48-4258-A2F5-0521A970D947}"/>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9FB47A85-2780-4DFE-BB7B-E8B0267EAB15}"/>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Denominator</a:t>
            </a:r>
          </a:p>
        </p:txBody>
      </p:sp>
      <p:sp>
        <p:nvSpPr>
          <p:cNvPr id="11" name="">
            <a:extLst xmlns:a="http://schemas.openxmlformats.org/drawingml/2006/main">
              <a:ext uri="{FF2B5EF4-FFF2-40B4-BE49-F238E27FC236}">
                <a16:creationId xmlns:a16="http://schemas.microsoft.com/office/drawing/2014/main" id="{FD725784-B38D-428D-AB9A-AC2D9AAEA9CA}"/>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B780BA3C-F8CF-4208-808C-C0C3F82BCCD9}"/>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E0FA0F35-E518-40BF-84CA-134829DCA85B}"/>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Population</a:t>
            </a:r>
          </a:p>
        </p:txBody>
      </p:sp>
      <p:sp>
        <p:nvSpPr>
          <p:cNvPr id="14" name="">
            <a:extLst xmlns:a="http://schemas.openxmlformats.org/drawingml/2006/main">
              <a:ext uri="{FF2B5EF4-FFF2-40B4-BE49-F238E27FC236}">
                <a16:creationId xmlns:a16="http://schemas.microsoft.com/office/drawing/2014/main" id="{008FF85A-4315-4E56-9754-FEF50B1783A9}"/>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91B9081-3D9A-4F5F-876E-542A72CF19EF}"/>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4C1C6757-A7A1-4608-866B-39939EAFB1CF}"/>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Reference period</a:t>
            </a:r>
          </a:p>
        </p:txBody>
      </p:sp>
      <p:sp>
        <p:nvSpPr>
          <p:cNvPr id="17" name="">
            <a:extLst xmlns:a="http://schemas.openxmlformats.org/drawingml/2006/main">
              <a:ext uri="{FF2B5EF4-FFF2-40B4-BE49-F238E27FC236}">
                <a16:creationId xmlns:a16="http://schemas.microsoft.com/office/drawing/2014/main" id="{7A3C9172-E3BA-413C-AB4B-74D9248BE82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E023DF62-98EE-4140-9A6A-258E32A062F1}"/>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AA999465-7B3F-4D90-9BA8-3A707B9EC33F}"/>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Revision status</a:t>
            </a:r>
          </a:p>
        </p:txBody>
      </p:sp>
      <p:sp>
        <p:nvSpPr>
          <p:cNvPr id="20" name="">
            <a:extLst xmlns:a="http://schemas.openxmlformats.org/drawingml/2006/main">
              <a:ext uri="{FF2B5EF4-FFF2-40B4-BE49-F238E27FC236}">
                <a16:creationId xmlns:a16="http://schemas.microsoft.com/office/drawing/2014/main" id="{7F385F66-4B4B-45BC-9141-F4E8D7EB2637}"/>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5091570"/>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9CA904-B228-49D6-8F8F-C305694D5A6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B734224B-BC0E-45E9-A09C-EA38DFDE403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42CF0C12-F587-480A-BC5A-2155478ACA9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76ED6F9-7FD4-4496-9452-1B50BF8531E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6D38FD14-E383-4A0F-88C1-52F7C488689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6018A3B2-0C43-4785-82CB-8C2500B8B99D}"/>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E4A03D3-9677-4189-86F7-734F0C508D53}"/>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Crop-loss rate uses affected hectares over assessed planted hectares—not all land area.</a:t>
            </a:r>
          </a:p>
        </p:txBody>
      </p:sp>
      <p:sp>
        <p:nvSpPr>
          <p:cNvPr id="8" name="">
            <a:extLst xmlns:a="http://schemas.openxmlformats.org/drawingml/2006/main">
              <a:ext uri="{FF2B5EF4-FFF2-40B4-BE49-F238E27FC236}">
                <a16:creationId xmlns:a16="http://schemas.microsoft.com/office/drawing/2014/main" id="{20816624-73FC-4F6A-89C5-337E2939BDC9}"/>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BC44DF66-E337-48C8-8B1A-35FC2D9FEEFD}"/>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6DE1717E-582C-4EBC-9A97-04BEA8E41FF9}"/>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CE226CC-3420-47B2-874C-5132163ECB7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15774483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7739688-FD94-4850-A2B0-D829ABB87C6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2C49D926-56F8-4D92-A2F5-5866AF32D91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0333628-8554-4900-B1A1-C6F0317D99A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FE8854E-1C35-4788-BECB-A4C43586F08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78CE825-A66E-4A49-9354-0A09D81B8168}"/>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Construct indicators with explicit denominators and test misleading alternatives.</a:t>
            </a:r>
          </a:p>
        </p:txBody>
      </p:sp>
      <p:sp>
        <p:nvSpPr>
          <p:cNvPr id="6" name="">
            <a:extLst xmlns:a="http://schemas.openxmlformats.org/drawingml/2006/main">
              <a:ext uri="{FF2B5EF4-FFF2-40B4-BE49-F238E27FC236}">
                <a16:creationId xmlns:a16="http://schemas.microsoft.com/office/drawing/2014/main" id="{06C288A0-A692-41CC-BCFD-6B076B14FD19}"/>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EEE198CB-EF6B-4BE4-840B-948A45BF8430}"/>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3238C7FC-6BBB-44C2-A52F-30CE1A59A67C}"/>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E6E8DBDC-F8F2-4054-8048-22A456BD9A3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FC5CF25-A486-4BC0-9533-2B0E3BB85A2F}"/>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B0BE8652-4028-42D6-B952-1AD0FAEA062B}"/>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2E05F738-F59A-4212-9A18-4163735EE02D}"/>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685EFBA-48B0-4D08-98A5-48D5DD0A9365}"/>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07F0188-BE3E-4620-9B8A-357ACE132FE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58D61BA6-B50B-4356-9AF2-F40D060D72EE}"/>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F45745CC-21B0-40C0-8915-6103577E81DA}"/>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D5A2964-250E-449D-BDE3-28EC729D9131}"/>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95634835"/>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DE7BE38-F7D6-4887-B0D8-723E13A4EB1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A5EFD75E-A53F-4A9A-8EED-083C23FD7BE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537EFFEF-9560-47B4-B939-609D11FE56F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CB2F8B9-2775-4317-A212-C09B56A528D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7525AF58-5E94-482A-A5B5-6DB9FD1F1EB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B9291543-284C-465B-BCF6-02261C228A9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D0BE12D4-7E7B-4967-AE45-7D713453DCA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479AB588-B458-40A2-BED5-E81C043F1E90}"/>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4A93276C-9755-4144-8B81-C4835F72ABE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35D15D80-8431-4584-AE8A-4D4928E591BA}"/>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1DAE07C-40EC-46F6-AF0F-1C33A4895669}"/>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387C1D5D-7850-406A-8552-B14DFA260670}"/>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E1F9574-7BB2-4C19-8485-2FF0F89FE2E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B0CC623C-EE10-4AE2-A608-AFC0DD5728A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90441488"/>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39F73F-B481-4980-92D8-0AF5D7C147F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V7_A_N04</a:t>
            </a:r>
          </a:p>
        </p:txBody>
      </p:sp>
      <p:sp>
        <p:nvSpPr>
          <p:cNvPr id="2" name="">
            <a:extLst xmlns:a="http://schemas.openxmlformats.org/drawingml/2006/main">
              <a:ext uri="{FF2B5EF4-FFF2-40B4-BE49-F238E27FC236}">
                <a16:creationId xmlns:a16="http://schemas.microsoft.com/office/drawing/2014/main" id="{50A42AC2-D915-46ED-A729-CC7B657ABCE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AA56B1E1-5B30-4D5D-96C0-2820F0F8EFC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65047C1-733B-4E71-9D61-6545A93F8E4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26389B86-62EC-4654-9138-E5695D8A376B}"/>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CC29C88-0B21-4C11-86C2-7569D8AFE56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DAA4C18-4A2B-4A84-8C6E-60593A1FEF2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EDBE80E-46EF-4F58-8188-EA046AFE15A8}"/>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43E33571-8871-4492-9F67-60312FE3C8D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F3032FE-EF10-4547-9494-A104DB5FC2FC}"/>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82424677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5F8854-C001-45F3-88CA-995C5D1E4FC2}"/>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436B9CB-FE65-4A5E-9DCB-A2A396E0C1E0}"/>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8AFD696B-D57E-4B12-B3C2-9FE2779083D1}"/>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Numerator</a:t>
            </a:r>
          </a:p>
        </p:txBody>
      </p:sp>
      <p:sp>
        <p:nvSpPr>
          <p:cNvPr id="4" name="">
            <a:extLst xmlns:a="http://schemas.openxmlformats.org/drawingml/2006/main">
              <a:ext uri="{FF2B5EF4-FFF2-40B4-BE49-F238E27FC236}">
                <a16:creationId xmlns:a16="http://schemas.microsoft.com/office/drawing/2014/main" id="{2C8DCD82-8769-441D-B392-D785C4B8410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0DCA125-F6EB-443C-9840-28E6C374BDA9}"/>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Denominator</a:t>
            </a:r>
          </a:p>
        </p:txBody>
      </p:sp>
      <p:sp>
        <p:nvSpPr>
          <p:cNvPr id="6" name="">
            <a:extLst xmlns:a="http://schemas.openxmlformats.org/drawingml/2006/main">
              <a:ext uri="{FF2B5EF4-FFF2-40B4-BE49-F238E27FC236}">
                <a16:creationId xmlns:a16="http://schemas.microsoft.com/office/drawing/2014/main" id="{BD040F79-1708-40D4-86CD-7C43645A4BC3}"/>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4F74EC96-E54A-46CB-B461-D16B93961CA4}"/>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Population</a:t>
            </a:r>
          </a:p>
        </p:txBody>
      </p:sp>
      <p:sp>
        <p:nvSpPr>
          <p:cNvPr id="8" name="">
            <a:extLst xmlns:a="http://schemas.openxmlformats.org/drawingml/2006/main">
              <a:ext uri="{FF2B5EF4-FFF2-40B4-BE49-F238E27FC236}">
                <a16:creationId xmlns:a16="http://schemas.microsoft.com/office/drawing/2014/main" id="{4BC7D442-5C38-43D7-813C-4A8FC17E8CC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2A8976E-0B67-4911-A3FE-7F8017D7F8BE}"/>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Reference period</a:t>
            </a:r>
          </a:p>
        </p:txBody>
      </p:sp>
      <p:sp>
        <p:nvSpPr>
          <p:cNvPr id="10" name="">
            <a:extLst xmlns:a="http://schemas.openxmlformats.org/drawingml/2006/main">
              <a:ext uri="{FF2B5EF4-FFF2-40B4-BE49-F238E27FC236}">
                <a16:creationId xmlns:a16="http://schemas.microsoft.com/office/drawing/2014/main" id="{B0D79121-9F81-4814-A0E2-EDDF80E4CE65}"/>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AB118FEB-A672-4EF0-A375-59606C96A18D}"/>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Revision status</a:t>
            </a:r>
          </a:p>
        </p:txBody>
      </p:sp>
      <p:sp>
        <p:nvSpPr>
          <p:cNvPr id="12" name="">
            <a:extLst xmlns:a="http://schemas.openxmlformats.org/drawingml/2006/main">
              <a:ext uri="{FF2B5EF4-FFF2-40B4-BE49-F238E27FC236}">
                <a16:creationId xmlns:a16="http://schemas.microsoft.com/office/drawing/2014/main" id="{CC932EB4-DDE1-44A7-9208-32E1531C4DD4}"/>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638327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2026-09-04T14:32:51.2660000Z</dcterms:created>
  <dcterms:modified xsi:type="dcterms:W3CDTF">2026-09-04T14:32:51.2660000Z</dcterms:modified>
</coreProperties>
</file>