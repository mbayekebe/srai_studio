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25ff5883e9482c" /><Relationship Type="http://schemas.openxmlformats.org/officeDocument/2006/relationships/extended-properties" Target="/docProps/app.xml" Id="R6ccd3cd3f41c4046" /><Relationship Type="http://schemas.openxmlformats.org/officeDocument/2006/relationships/officeDocument" Target="/ppt/presentation.xml" Id="R572b158612a742e8" /></Relationships>
</file>

<file path=ppt/presentation.xml><?xml version="1.0" encoding="utf-8"?>
<p:presentation xmlns:p="http://schemas.openxmlformats.org/presentationml/2006/main">
  <p:sldMasterIdLst>
    <p:sldMasterId xmlns:r="http://schemas.openxmlformats.org/officeDocument/2006/relationships" id="2147483648" r:id="R84632ac13dc246ab"/>
  </p:sldMasterIdLst>
  <p:notesMasterIdLst>
    <p:notesMasterId xmlns:r="http://schemas.openxmlformats.org/officeDocument/2006/relationships" r:id="R110460126a774661"/>
  </p:notesMasterIdLst>
  <p:sldIdLst>
    <p:sldId xmlns:r="http://schemas.openxmlformats.org/officeDocument/2006/relationships" id="256" r:id="R0f8f352d1b2c45b7"/>
    <p:sldId xmlns:r="http://schemas.openxmlformats.org/officeDocument/2006/relationships" id="257" r:id="R82357b46841546db"/>
    <p:sldId xmlns:r="http://schemas.openxmlformats.org/officeDocument/2006/relationships" id="258" r:id="R5f02eb4caefc4427"/>
    <p:sldId xmlns:r="http://schemas.openxmlformats.org/officeDocument/2006/relationships" id="259" r:id="R8353bd4829704579"/>
    <p:sldId xmlns:r="http://schemas.openxmlformats.org/officeDocument/2006/relationships" id="260" r:id="R3aa1786cd87a4f7f"/>
    <p:sldId xmlns:r="http://schemas.openxmlformats.org/officeDocument/2006/relationships" id="261" r:id="R7cccad402d094a78"/>
    <p:sldId xmlns:r="http://schemas.openxmlformats.org/officeDocument/2006/relationships" id="262" r:id="Rc63bee6fe0074de2"/>
    <p:sldId xmlns:r="http://schemas.openxmlformats.org/officeDocument/2006/relationships" id="263" r:id="R66f85b45e6bd49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3555619b0941ab" /><Relationship Type="http://schemas.openxmlformats.org/officeDocument/2006/relationships/slideMaster" Target="/ppt/slideMasters/slideMaster1.xml" Id="R84632ac13dc246ab" /><Relationship Type="http://schemas.openxmlformats.org/officeDocument/2006/relationships/notesMaster" Target="/ppt/notesMasters/notesMaster1.xml" Id="R110460126a774661" /><Relationship Type="http://schemas.openxmlformats.org/officeDocument/2006/relationships/presProps" Target="/ppt/presProps.xml" Id="Rea4156017983437f" /><Relationship Type="http://schemas.openxmlformats.org/officeDocument/2006/relationships/tableStyles" Target="/ppt/tableStyles.xml" Id="Rda0150aa69644f96" /><Relationship Type="http://schemas.openxmlformats.org/officeDocument/2006/relationships/slide" Target="/ppt/slides/slide1.xml" Id="R0f8f352d1b2c45b7" /><Relationship Type="http://schemas.openxmlformats.org/officeDocument/2006/relationships/slide" Target="/ppt/slides/slide2.xml" Id="R82357b46841546db" /><Relationship Type="http://schemas.openxmlformats.org/officeDocument/2006/relationships/slide" Target="/ppt/slides/slide3.xml" Id="R5f02eb4caefc4427" /><Relationship Type="http://schemas.openxmlformats.org/officeDocument/2006/relationships/slide" Target="/ppt/slides/slide4.xml" Id="R8353bd4829704579" /><Relationship Type="http://schemas.openxmlformats.org/officeDocument/2006/relationships/slide" Target="/ppt/slides/slide5.xml" Id="R3aa1786cd87a4f7f" /><Relationship Type="http://schemas.openxmlformats.org/officeDocument/2006/relationships/slide" Target="/ppt/slides/slide6.xml" Id="R7cccad402d094a78" /><Relationship Type="http://schemas.openxmlformats.org/officeDocument/2006/relationships/slide" Target="/ppt/slides/slide7.xml" Id="Rc63bee6fe0074de2" /><Relationship Type="http://schemas.openxmlformats.org/officeDocument/2006/relationships/slide" Target="/ppt/slides/slide8.xml" Id="R66f85b45e6bd49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479df9fdb34c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22471c9d344422" /><Relationship Type="http://schemas.openxmlformats.org/officeDocument/2006/relationships/notesMaster" Target="/ppt/notesMasters/notesMaster1.xml" Id="Ra2d7f5d1523f40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473c44665a42fa" /><Relationship Type="http://schemas.openxmlformats.org/officeDocument/2006/relationships/notesMaster" Target="/ppt/notesMasters/notesMaster1.xml" Id="R681f8a58f4f840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a32523c5c54d5a" /><Relationship Type="http://schemas.openxmlformats.org/officeDocument/2006/relationships/notesMaster" Target="/ppt/notesMasters/notesMaster1.xml" Id="R4869a6a82b7845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cfc66d2a4e4e14" /><Relationship Type="http://schemas.openxmlformats.org/officeDocument/2006/relationships/notesMaster" Target="/ppt/notesMasters/notesMaster1.xml" Id="R5acefeb56b0a4f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fad4c1e00e4a0b" /><Relationship Type="http://schemas.openxmlformats.org/officeDocument/2006/relationships/notesMaster" Target="/ppt/notesMasters/notesMaster1.xml" Id="Re9b8221d56174d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a7d01c8d7f4561" /><Relationship Type="http://schemas.openxmlformats.org/officeDocument/2006/relationships/notesMaster" Target="/ppt/notesMasters/notesMaster1.xml" Id="R1eabbeb2041140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676c54862b43b7" /><Relationship Type="http://schemas.openxmlformats.org/officeDocument/2006/relationships/notesMaster" Target="/ppt/notesMasters/notesMaster1.xml" Id="Re38a22750b7740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40d87173934747" /><Relationship Type="http://schemas.openxmlformats.org/officeDocument/2006/relationships/notesMaster" Target="/ppt/notesMasters/notesMaster1.xml" Id="R47529807b6844a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Referrals That Do Not Lose the Patient. This lesson begins with one principle: a referral succeeds only when the patient reaches accountable care.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A referral succeeds only when the patient reaches accountable care. The five controls shown here are Urgency, Capacity, Acknowledgement, Handoff, Closure. Together, they prevent an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urgency, move through capacity and acknowledgement, and finish with handoff and closure.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An urgent referral stays open until receipt, capacity, and outcome are verified.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 referral workflow with acknowledgement, escalation, and closure.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urgency clear? Is capacity documented? Is acknowledgement testable? Is handoff governed? And is closure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V7_B_N10,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46536efa9b44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772ac362b64893" /><Relationship Type="http://schemas.openxmlformats.org/officeDocument/2006/relationships/slideLayout" Target="/ppt/slideLayouts/slideLayout1.xml" Id="R889d3bedebea4b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9d3bedebea4b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a91591481e49aa" /><Relationship Type="http://schemas.openxmlformats.org/officeDocument/2006/relationships/notesSlide" Target="/ppt/notesSlides/notesSlide1.xml" Id="R08c126e7be824e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ff82c7bb284cd8" /><Relationship Type="http://schemas.openxmlformats.org/officeDocument/2006/relationships/notesSlide" Target="/ppt/notesSlides/notesSlide2.xml" Id="R79fab53a748349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c74fc903661465b" /><Relationship Type="http://schemas.openxmlformats.org/officeDocument/2006/relationships/notesSlide" Target="/ppt/notesSlides/notesSlide3.xml" Id="R08ec2785ec4143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ec511acd90455d" /><Relationship Type="http://schemas.openxmlformats.org/officeDocument/2006/relationships/notesSlide" Target="/ppt/notesSlides/notesSlide4.xml" Id="R49ebf2d9f35c48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8ac19e3c87427f" /><Relationship Type="http://schemas.openxmlformats.org/officeDocument/2006/relationships/notesSlide" Target="/ppt/notesSlides/notesSlide5.xml" Id="Rffe5b0a7839243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ea6d4a0eeb43bc" /><Relationship Type="http://schemas.openxmlformats.org/officeDocument/2006/relationships/notesSlide" Target="/ppt/notesSlides/notesSlide6.xml" Id="R79c04bccc01f4c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981ed967f446ea" /><Relationship Type="http://schemas.openxmlformats.org/officeDocument/2006/relationships/notesSlide" Target="/ppt/notesSlides/notesSlide7.xml" Id="R32cf847e4fbc4f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43bdac6dfb34e7a" /><Relationship Type="http://schemas.openxmlformats.org/officeDocument/2006/relationships/notesSlide" Target="/ppt/notesSlides/notesSlide8.xml" Id="R3bc3ef0983054207"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C58C07-520C-4935-9409-D91B8DB95B5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B127FE6A-198B-4BA6-8FFC-D5B426AA90FA}"/>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387E81DE-E7CF-44DE-969E-7E33BCAEFC8B}"/>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42FD0405-CB44-4F50-BFE6-6F2C0685ACB7}"/>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7CAC5692-9B4A-4442-A4B6-B9A0006E4CEF}"/>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REFERRALS THAT DO NOT LOSE THE PATIENT</a:t>
            </a:r>
          </a:p>
        </p:txBody>
      </p:sp>
      <p:sp>
        <p:nvSpPr>
          <p:cNvPr id="6" name="">
            <a:extLst xmlns:a="http://schemas.openxmlformats.org/drawingml/2006/main">
              <a:ext uri="{FF2B5EF4-FFF2-40B4-BE49-F238E27FC236}">
                <a16:creationId xmlns:a16="http://schemas.microsoft.com/office/drawing/2014/main" id="{8297C055-E5D4-4641-A141-603E3BD1F80F}"/>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A referral succeeds only when the patient reaches accountable care.</a:t>
            </a:r>
          </a:p>
        </p:txBody>
      </p:sp>
      <p:sp>
        <p:nvSpPr>
          <p:cNvPr id="7" name="">
            <a:extLst xmlns:a="http://schemas.openxmlformats.org/drawingml/2006/main">
              <a:ext uri="{FF2B5EF4-FFF2-40B4-BE49-F238E27FC236}">
                <a16:creationId xmlns:a16="http://schemas.microsoft.com/office/drawing/2014/main" id="{682D6696-510C-4980-8703-29493038196A}"/>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V7_B_N10</a:t>
            </a:r>
          </a:p>
        </p:txBody>
      </p:sp>
      <p:sp>
        <p:nvSpPr>
          <p:cNvPr id="8" name="">
            <a:extLst xmlns:a="http://schemas.openxmlformats.org/drawingml/2006/main">
              <a:ext uri="{FF2B5EF4-FFF2-40B4-BE49-F238E27FC236}">
                <a16:creationId xmlns:a16="http://schemas.microsoft.com/office/drawing/2014/main" id="{5C13462A-C9C9-48FD-AB63-5AE610804C4C}"/>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PU-B07-C30</a:t>
            </a:r>
          </a:p>
        </p:txBody>
      </p:sp>
      <p:sp>
        <p:nvSpPr>
          <p:cNvPr id="9" name="">
            <a:extLst xmlns:a="http://schemas.openxmlformats.org/drawingml/2006/main">
              <a:ext uri="{FF2B5EF4-FFF2-40B4-BE49-F238E27FC236}">
                <a16:creationId xmlns:a16="http://schemas.microsoft.com/office/drawing/2014/main" id="{1EC8107F-E6D2-439F-BEAF-44EB614DD3D3}"/>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673836AA-0179-488D-852B-7E9065979AB0}"/>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989180579"/>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6689CB4-1489-4597-9C65-FBA68E3CFBA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V7_B_N10</a:t>
            </a:r>
          </a:p>
        </p:txBody>
      </p:sp>
      <p:sp>
        <p:nvSpPr>
          <p:cNvPr id="2" name="">
            <a:extLst xmlns:a="http://schemas.openxmlformats.org/drawingml/2006/main">
              <a:ext uri="{FF2B5EF4-FFF2-40B4-BE49-F238E27FC236}">
                <a16:creationId xmlns:a16="http://schemas.microsoft.com/office/drawing/2014/main" id="{26D8A8DE-65BA-4B98-B4FA-BF020417778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9592AD9C-C247-4200-8047-36A7AE6DC08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27FFBF5-F1FC-4E80-ACF4-120023768202}"/>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D8D2DDE1-A480-4698-83DE-5301AC7EFD36}"/>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A referral succeeds only when the patient reaches accountable care.</a:t>
            </a:r>
          </a:p>
        </p:txBody>
      </p:sp>
      <p:sp>
        <p:nvSpPr>
          <p:cNvPr id="6" name="">
            <a:extLst xmlns:a="http://schemas.openxmlformats.org/drawingml/2006/main">
              <a:ext uri="{FF2B5EF4-FFF2-40B4-BE49-F238E27FC236}">
                <a16:creationId xmlns:a16="http://schemas.microsoft.com/office/drawing/2014/main" id="{0872AD47-42B5-4244-A658-C1885E41210D}"/>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E9E82DCC-515A-4757-8619-2DB7B3199EA9}"/>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0C906860-C3BC-48E0-85D5-1A05345A6D12}"/>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Urgency</a:t>
            </a:r>
          </a:p>
        </p:txBody>
      </p:sp>
      <p:sp>
        <p:nvSpPr>
          <p:cNvPr id="9" name="">
            <a:extLst xmlns:a="http://schemas.openxmlformats.org/drawingml/2006/main">
              <a:ext uri="{FF2B5EF4-FFF2-40B4-BE49-F238E27FC236}">
                <a16:creationId xmlns:a16="http://schemas.microsoft.com/office/drawing/2014/main" id="{72F728A7-4F47-4BBF-AD51-A33A0ED199AB}"/>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1DE34B6E-531C-43BA-98CB-FC40BB8B3122}"/>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Capacity</a:t>
            </a:r>
          </a:p>
        </p:txBody>
      </p:sp>
      <p:sp>
        <p:nvSpPr>
          <p:cNvPr id="11" name="">
            <a:extLst xmlns:a="http://schemas.openxmlformats.org/drawingml/2006/main">
              <a:ext uri="{FF2B5EF4-FFF2-40B4-BE49-F238E27FC236}">
                <a16:creationId xmlns:a16="http://schemas.microsoft.com/office/drawing/2014/main" id="{43AEDF73-C5C9-4824-8E1E-959D8940A6D3}"/>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A3039BAF-1BE1-4AE6-9A5F-984651BD6EB1}"/>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Acknowledgement</a:t>
            </a:r>
          </a:p>
        </p:txBody>
      </p:sp>
      <p:sp>
        <p:nvSpPr>
          <p:cNvPr id="13" name="">
            <a:extLst xmlns:a="http://schemas.openxmlformats.org/drawingml/2006/main">
              <a:ext uri="{FF2B5EF4-FFF2-40B4-BE49-F238E27FC236}">
                <a16:creationId xmlns:a16="http://schemas.microsoft.com/office/drawing/2014/main" id="{5DF2CFB7-9DCB-452C-8E68-F242FB9B0CFA}"/>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8C5F02A8-529A-40B2-961E-A1E32CDEC10B}"/>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Handoff</a:t>
            </a:r>
          </a:p>
        </p:txBody>
      </p:sp>
      <p:sp>
        <p:nvSpPr>
          <p:cNvPr id="15" name="">
            <a:extLst xmlns:a="http://schemas.openxmlformats.org/drawingml/2006/main">
              <a:ext uri="{FF2B5EF4-FFF2-40B4-BE49-F238E27FC236}">
                <a16:creationId xmlns:a16="http://schemas.microsoft.com/office/drawing/2014/main" id="{466FD023-E5CC-4807-9FE6-E0B315E9DB63}"/>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D8EDA123-9151-4C3F-9D6D-A0C6CB93C0D6}"/>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Closure</a:t>
            </a:r>
          </a:p>
        </p:txBody>
      </p:sp>
      <p:sp>
        <p:nvSpPr>
          <p:cNvPr id="17" name="">
            <a:extLst xmlns:a="http://schemas.openxmlformats.org/drawingml/2006/main">
              <a:ext uri="{FF2B5EF4-FFF2-40B4-BE49-F238E27FC236}">
                <a16:creationId xmlns:a16="http://schemas.microsoft.com/office/drawing/2014/main" id="{5CACF2D5-0E94-4AAE-9018-302B8EFB17FA}"/>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214888390"/>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B3209BF-774A-4814-9B71-0AD43347A32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V7_B_N10</a:t>
            </a:r>
          </a:p>
        </p:txBody>
      </p:sp>
      <p:sp>
        <p:nvSpPr>
          <p:cNvPr id="2" name="">
            <a:extLst xmlns:a="http://schemas.openxmlformats.org/drawingml/2006/main">
              <a:ext uri="{FF2B5EF4-FFF2-40B4-BE49-F238E27FC236}">
                <a16:creationId xmlns:a16="http://schemas.microsoft.com/office/drawing/2014/main" id="{EAAE64A2-4612-43C6-9896-E2DF719DD5E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EA64360F-6AC7-47B1-A5F1-7AB59066268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004EBDD-4D3D-451B-A41F-C7A4BE0A588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100F3C44-F9EF-4B3B-9E3C-48F16B595E88}"/>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7B5A3605-7521-4F2B-B492-5D0578D2E316}"/>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20D7F1F6-BA43-4A51-9B2A-435C051BE2CA}"/>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Urgency</a:t>
            </a:r>
          </a:p>
        </p:txBody>
      </p:sp>
      <p:sp>
        <p:nvSpPr>
          <p:cNvPr id="8" name="">
            <a:extLst xmlns:a="http://schemas.openxmlformats.org/drawingml/2006/main">
              <a:ext uri="{FF2B5EF4-FFF2-40B4-BE49-F238E27FC236}">
                <a16:creationId xmlns:a16="http://schemas.microsoft.com/office/drawing/2014/main" id="{F5756427-174D-48A8-B401-7C4AA827C379}"/>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9EA251F5-AB17-481A-8B2E-7D2713256CC4}"/>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E8441F50-76FF-41F4-B1B9-90F13690B2C7}"/>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Capacity</a:t>
            </a:r>
          </a:p>
        </p:txBody>
      </p:sp>
      <p:sp>
        <p:nvSpPr>
          <p:cNvPr id="11" name="">
            <a:extLst xmlns:a="http://schemas.openxmlformats.org/drawingml/2006/main">
              <a:ext uri="{FF2B5EF4-FFF2-40B4-BE49-F238E27FC236}">
                <a16:creationId xmlns:a16="http://schemas.microsoft.com/office/drawing/2014/main" id="{CDA4A874-E589-4BA1-8443-24BB943D8CE4}"/>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E68A336A-25DD-4340-BBA8-E024C93FAE08}"/>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B083BC87-06AD-4330-B75A-05215E1C7845}"/>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Acknowledgement</a:t>
            </a:r>
          </a:p>
        </p:txBody>
      </p:sp>
      <p:sp>
        <p:nvSpPr>
          <p:cNvPr id="14" name="">
            <a:extLst xmlns:a="http://schemas.openxmlformats.org/drawingml/2006/main">
              <a:ext uri="{FF2B5EF4-FFF2-40B4-BE49-F238E27FC236}">
                <a16:creationId xmlns:a16="http://schemas.microsoft.com/office/drawing/2014/main" id="{48ED7E9D-3A65-4B70-B464-EF7FD62D28F3}"/>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29C1DA69-B91D-4345-9584-9F3DF5025B0F}"/>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1C459256-2141-47B4-A2E2-B3C64F11747A}"/>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Handoff</a:t>
            </a:r>
          </a:p>
        </p:txBody>
      </p:sp>
      <p:sp>
        <p:nvSpPr>
          <p:cNvPr id="17" name="">
            <a:extLst xmlns:a="http://schemas.openxmlformats.org/drawingml/2006/main">
              <a:ext uri="{FF2B5EF4-FFF2-40B4-BE49-F238E27FC236}">
                <a16:creationId xmlns:a16="http://schemas.microsoft.com/office/drawing/2014/main" id="{58FD8CD5-AEB8-4619-96BE-5AEE40D7BFC8}"/>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9377443F-CB4C-4C0F-A301-D8CDE35DB5F6}"/>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7D9F3CCE-0F43-41CE-BA31-1873692E69C6}"/>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Closure</a:t>
            </a:r>
          </a:p>
        </p:txBody>
      </p:sp>
      <p:sp>
        <p:nvSpPr>
          <p:cNvPr id="20" name="">
            <a:extLst xmlns:a="http://schemas.openxmlformats.org/drawingml/2006/main">
              <a:ext uri="{FF2B5EF4-FFF2-40B4-BE49-F238E27FC236}">
                <a16:creationId xmlns:a16="http://schemas.microsoft.com/office/drawing/2014/main" id="{D08472A5-C5C2-46A8-9315-D9E693CC7E6B}"/>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472479697"/>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A43268-09DF-438E-B02E-54B5060BDF8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V7_B_N10</a:t>
            </a:r>
          </a:p>
        </p:txBody>
      </p:sp>
      <p:sp>
        <p:nvSpPr>
          <p:cNvPr id="2" name="">
            <a:extLst xmlns:a="http://schemas.openxmlformats.org/drawingml/2006/main">
              <a:ext uri="{FF2B5EF4-FFF2-40B4-BE49-F238E27FC236}">
                <a16:creationId xmlns:a16="http://schemas.microsoft.com/office/drawing/2014/main" id="{E3B066F6-589A-418E-A0AF-8E53A5A8128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D2082CBC-0CD7-4462-826D-D8B7162E392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D852C73-2CD2-4D66-B45F-117517263EB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F252ED8C-FC54-49C4-BF37-B5C5276741AE}"/>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FDF0F4AC-CEA8-4BBE-92A8-56D0A48BC330}"/>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D93AB33B-882E-4E42-8EC7-9BF469A9FFE3}"/>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An urgent referral stays open until receipt, capacity, and outcome are verified.</a:t>
            </a:r>
          </a:p>
        </p:txBody>
      </p:sp>
      <p:sp>
        <p:nvSpPr>
          <p:cNvPr id="8" name="">
            <a:extLst xmlns:a="http://schemas.openxmlformats.org/drawingml/2006/main">
              <a:ext uri="{FF2B5EF4-FFF2-40B4-BE49-F238E27FC236}">
                <a16:creationId xmlns:a16="http://schemas.microsoft.com/office/drawing/2014/main" id="{4A423269-27D7-4498-A680-886B3651B777}"/>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0E2BEAC1-4172-4D77-8422-0E60FD066F0A}"/>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27871445-B992-4285-BD90-6A93DB0CDF70}"/>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A272421E-84B1-4172-B57D-D725CE6D21B5}"/>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12753458"/>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FE0712C-0E54-42ED-922F-06D51DA1219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V7_B_N10</a:t>
            </a:r>
          </a:p>
        </p:txBody>
      </p:sp>
      <p:sp>
        <p:nvSpPr>
          <p:cNvPr id="2" name="">
            <a:extLst xmlns:a="http://schemas.openxmlformats.org/drawingml/2006/main">
              <a:ext uri="{FF2B5EF4-FFF2-40B4-BE49-F238E27FC236}">
                <a16:creationId xmlns:a16="http://schemas.microsoft.com/office/drawing/2014/main" id="{A9B71575-6745-4652-9B7A-4BD7B0E0271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607687F0-D8DA-4BF2-AA8D-6E776D2EDFE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71CD594-8062-4186-8E0E-CA36DFE4644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832412BD-B506-4D17-B041-CFC2BCC79636}"/>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 referral workflow with acknowledgement, escalation, and closure.</a:t>
            </a:r>
          </a:p>
        </p:txBody>
      </p:sp>
      <p:sp>
        <p:nvSpPr>
          <p:cNvPr id="6" name="">
            <a:extLst xmlns:a="http://schemas.openxmlformats.org/drawingml/2006/main">
              <a:ext uri="{FF2B5EF4-FFF2-40B4-BE49-F238E27FC236}">
                <a16:creationId xmlns:a16="http://schemas.microsoft.com/office/drawing/2014/main" id="{FCDD2AE0-2C9E-4EB7-9C9E-374B50826ED5}"/>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BC56BFE7-0FE5-42A0-907D-72A629D3665A}"/>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9C0CB156-D56E-4F07-9AF2-C9F50FC729CB}"/>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EE384125-6AA1-4D8D-AF65-583FB8671D4F}"/>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095BB75A-43FE-44B3-8743-F6BDA7B409A0}"/>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88043AB9-51FD-4B13-B949-3771006042E0}"/>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AD51DFF4-8D98-4D4B-987A-B7FE5CF5BD0B}"/>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5BCC312E-17A6-411F-8B0D-8F8C876B0C7C}"/>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1D053F16-8B0B-40E8-9CCD-1D9D8FA508ED}"/>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2BB59F5C-A263-4BA6-9293-61F189BB5700}"/>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0924B589-20FD-4B38-8A8E-4F5C8A1626E3}"/>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33C5BC63-6A3C-496C-8398-EF3AC8337AA6}"/>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788405758"/>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0A93365-A4BA-425B-B3DF-88BBF4CC1A2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V7_B_N10</a:t>
            </a:r>
          </a:p>
        </p:txBody>
      </p:sp>
      <p:sp>
        <p:nvSpPr>
          <p:cNvPr id="2" name="">
            <a:extLst xmlns:a="http://schemas.openxmlformats.org/drawingml/2006/main">
              <a:ext uri="{FF2B5EF4-FFF2-40B4-BE49-F238E27FC236}">
                <a16:creationId xmlns:a16="http://schemas.microsoft.com/office/drawing/2014/main" id="{2A61031F-7D91-4F0B-A5D9-A49E9CDEF43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77BB4C1B-7FE7-418A-9A03-C05169AC4D7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EE5292C-926A-48AF-90F5-4E4719E4DC2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2761FB87-D95A-47DA-82FB-95B60548567D}"/>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A824CBED-9656-4191-9556-64F27DCC7AB2}"/>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932DCEF3-EC87-407D-AC59-44FA1AB8C560}"/>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B9CAFCBC-EBFC-4812-8590-6F0367C4427A}"/>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245F7DF1-27D2-4334-BCBB-D11FA324CE16}"/>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815EBF19-FFD4-46E6-9F0A-3672350BEDF2}"/>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A52196FE-1C03-4531-9FB4-2C6DDE324022}"/>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52AD395E-E3DF-46D1-821F-6CA5724900CE}"/>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3D6324C3-2152-443C-9ADE-8F976DBDB29B}"/>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E1BEBD28-8DCD-4C04-B6DD-8835CB22C804}"/>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318131061"/>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7763432-4CF9-44B1-9227-1B790800465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V7_B_N10</a:t>
            </a:r>
          </a:p>
        </p:txBody>
      </p:sp>
      <p:sp>
        <p:nvSpPr>
          <p:cNvPr id="2" name="">
            <a:extLst xmlns:a="http://schemas.openxmlformats.org/drawingml/2006/main">
              <a:ext uri="{FF2B5EF4-FFF2-40B4-BE49-F238E27FC236}">
                <a16:creationId xmlns:a16="http://schemas.microsoft.com/office/drawing/2014/main" id="{0DBACA0D-A091-4D48-A78E-54B818EEB8DB}"/>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6ABD39DE-4A08-4353-B1E3-58AA5E968FE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5848A2E-29BD-456C-92AA-4040A121378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4631F2F9-39BA-42C5-97A5-8FF587B978DE}"/>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63825F59-B72B-4E5E-BDD4-C41C28AB9024}"/>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0E353193-E527-4B26-B40A-B51E800F56F9}"/>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5D7D8B1C-DFD2-456C-8483-14152352BECC}"/>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DBBF0BD7-065D-4DA2-BBA6-C41669AB34D7}"/>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F0BBAE58-ED05-4F86-9A9D-67136469403E}"/>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60085354"/>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B656B97-2DBE-4751-864D-859953842CAD}"/>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713A5082-D8BD-47B2-978E-2FBE604466BB}"/>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5D52B277-A5EB-42B6-8232-A0D999B60B32}"/>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Urgency</a:t>
            </a:r>
          </a:p>
        </p:txBody>
      </p:sp>
      <p:sp>
        <p:nvSpPr>
          <p:cNvPr id="4" name="">
            <a:extLst xmlns:a="http://schemas.openxmlformats.org/drawingml/2006/main">
              <a:ext uri="{FF2B5EF4-FFF2-40B4-BE49-F238E27FC236}">
                <a16:creationId xmlns:a16="http://schemas.microsoft.com/office/drawing/2014/main" id="{BF83FEBC-4B1C-4CDA-8129-B84771C43950}"/>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C88E0E06-E2BE-4B36-B194-8448A669ADB2}"/>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Capacity</a:t>
            </a:r>
          </a:p>
        </p:txBody>
      </p:sp>
      <p:sp>
        <p:nvSpPr>
          <p:cNvPr id="6" name="">
            <a:extLst xmlns:a="http://schemas.openxmlformats.org/drawingml/2006/main">
              <a:ext uri="{FF2B5EF4-FFF2-40B4-BE49-F238E27FC236}">
                <a16:creationId xmlns:a16="http://schemas.microsoft.com/office/drawing/2014/main" id="{40161B37-CA5E-46C1-835A-A4EE13A6110B}"/>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B2EFD3B9-2E47-432D-8CA7-ADCCAAFA1678}"/>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Acknowledgement</a:t>
            </a:r>
          </a:p>
        </p:txBody>
      </p:sp>
      <p:sp>
        <p:nvSpPr>
          <p:cNvPr id="8" name="">
            <a:extLst xmlns:a="http://schemas.openxmlformats.org/drawingml/2006/main">
              <a:ext uri="{FF2B5EF4-FFF2-40B4-BE49-F238E27FC236}">
                <a16:creationId xmlns:a16="http://schemas.microsoft.com/office/drawing/2014/main" id="{369EA0C8-FFF5-41B2-8774-605795F02C1E}"/>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2CC07395-4897-47D6-9A56-EEB911AA5E8E}"/>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Handoff</a:t>
            </a:r>
          </a:p>
        </p:txBody>
      </p:sp>
      <p:sp>
        <p:nvSpPr>
          <p:cNvPr id="10" name="">
            <a:extLst xmlns:a="http://schemas.openxmlformats.org/drawingml/2006/main">
              <a:ext uri="{FF2B5EF4-FFF2-40B4-BE49-F238E27FC236}">
                <a16:creationId xmlns:a16="http://schemas.microsoft.com/office/drawing/2014/main" id="{902DED9A-719A-42B2-97DF-B670AFCCC16A}"/>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A3BE2DA1-3877-46E8-B569-9C3DC6714A18}"/>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Closure</a:t>
            </a:r>
          </a:p>
        </p:txBody>
      </p:sp>
      <p:sp>
        <p:nvSpPr>
          <p:cNvPr id="12" name="">
            <a:extLst xmlns:a="http://schemas.openxmlformats.org/drawingml/2006/main">
              <a:ext uri="{FF2B5EF4-FFF2-40B4-BE49-F238E27FC236}">
                <a16:creationId xmlns:a16="http://schemas.microsoft.com/office/drawing/2014/main" id="{A6FDD586-920A-449D-84AA-DD89F4AF0D69}"/>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8070676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2026-09-04T15:12:16.5320000Z</dcterms:created>
  <dcterms:modified xsi:type="dcterms:W3CDTF">2026-09-04T15:12:16.5320000Z</dcterms:modified>
</coreProperties>
</file>