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dced3ed29b4d0d" /><Relationship Type="http://schemas.openxmlformats.org/officeDocument/2006/relationships/extended-properties" Target="/docProps/app.xml" Id="R0fbdb42e051b4e9b" /><Relationship Type="http://schemas.openxmlformats.org/officeDocument/2006/relationships/officeDocument" Target="/ppt/presentation.xml" Id="R76ef099ba53242f1" /></Relationships>
</file>

<file path=ppt/presentation.xml><?xml version="1.0" encoding="utf-8"?>
<p:presentation xmlns:p="http://schemas.openxmlformats.org/presentationml/2006/main">
  <p:sldMasterIdLst>
    <p:sldMasterId xmlns:r="http://schemas.openxmlformats.org/officeDocument/2006/relationships" id="2147483648" r:id="R4d3bbf0bc10f4b4f"/>
  </p:sldMasterIdLst>
  <p:notesMasterIdLst>
    <p:notesMasterId xmlns:r="http://schemas.openxmlformats.org/officeDocument/2006/relationships" r:id="Rbc8205f1976b4315"/>
  </p:notesMasterIdLst>
  <p:sldIdLst>
    <p:sldId xmlns:r="http://schemas.openxmlformats.org/officeDocument/2006/relationships" id="256" r:id="R08e5553a3ce04355"/>
    <p:sldId xmlns:r="http://schemas.openxmlformats.org/officeDocument/2006/relationships" id="257" r:id="R275b7fc76dde4cd0"/>
    <p:sldId xmlns:r="http://schemas.openxmlformats.org/officeDocument/2006/relationships" id="258" r:id="R6d895e8ac978435c"/>
    <p:sldId xmlns:r="http://schemas.openxmlformats.org/officeDocument/2006/relationships" id="259" r:id="R67a6410b137b481e"/>
    <p:sldId xmlns:r="http://schemas.openxmlformats.org/officeDocument/2006/relationships" id="260" r:id="Rc4378612e2a24272"/>
    <p:sldId xmlns:r="http://schemas.openxmlformats.org/officeDocument/2006/relationships" id="261" r:id="R5660a8d69b594edd"/>
    <p:sldId xmlns:r="http://schemas.openxmlformats.org/officeDocument/2006/relationships" id="262" r:id="Recf7c7680d5045a6"/>
    <p:sldId xmlns:r="http://schemas.openxmlformats.org/officeDocument/2006/relationships" id="263" r:id="R130100c202604c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866242beea421f" /><Relationship Type="http://schemas.openxmlformats.org/officeDocument/2006/relationships/slideMaster" Target="/ppt/slideMasters/slideMaster1.xml" Id="R4d3bbf0bc10f4b4f" /><Relationship Type="http://schemas.openxmlformats.org/officeDocument/2006/relationships/notesMaster" Target="/ppt/notesMasters/notesMaster1.xml" Id="Rbc8205f1976b4315" /><Relationship Type="http://schemas.openxmlformats.org/officeDocument/2006/relationships/presProps" Target="/ppt/presProps.xml" Id="Rd90157ccef934c91" /><Relationship Type="http://schemas.openxmlformats.org/officeDocument/2006/relationships/tableStyles" Target="/ppt/tableStyles.xml" Id="R73c3f6a4bbb0466e" /><Relationship Type="http://schemas.openxmlformats.org/officeDocument/2006/relationships/slide" Target="/ppt/slides/slide1.xml" Id="R08e5553a3ce04355" /><Relationship Type="http://schemas.openxmlformats.org/officeDocument/2006/relationships/slide" Target="/ppt/slides/slide2.xml" Id="R275b7fc76dde4cd0" /><Relationship Type="http://schemas.openxmlformats.org/officeDocument/2006/relationships/slide" Target="/ppt/slides/slide3.xml" Id="R6d895e8ac978435c" /><Relationship Type="http://schemas.openxmlformats.org/officeDocument/2006/relationships/slide" Target="/ppt/slides/slide4.xml" Id="R67a6410b137b481e" /><Relationship Type="http://schemas.openxmlformats.org/officeDocument/2006/relationships/slide" Target="/ppt/slides/slide5.xml" Id="Rc4378612e2a24272" /><Relationship Type="http://schemas.openxmlformats.org/officeDocument/2006/relationships/slide" Target="/ppt/slides/slide6.xml" Id="R5660a8d69b594edd" /><Relationship Type="http://schemas.openxmlformats.org/officeDocument/2006/relationships/slide" Target="/ppt/slides/slide7.xml" Id="Recf7c7680d5045a6" /><Relationship Type="http://schemas.openxmlformats.org/officeDocument/2006/relationships/slide" Target="/ppt/slides/slide8.xml" Id="R130100c202604c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4b4a98862b4f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0353fa89b545b2" /><Relationship Type="http://schemas.openxmlformats.org/officeDocument/2006/relationships/notesMaster" Target="/ppt/notesMasters/notesMaster1.xml" Id="R53c112ac684f44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bc03787dc24724" /><Relationship Type="http://schemas.openxmlformats.org/officeDocument/2006/relationships/notesMaster" Target="/ppt/notesMasters/notesMaster1.xml" Id="R12df61b2f06d45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beb7453d3143fd" /><Relationship Type="http://schemas.openxmlformats.org/officeDocument/2006/relationships/notesMaster" Target="/ppt/notesMasters/notesMaster1.xml" Id="R0f57392fa0ee4f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8681f51154041" /><Relationship Type="http://schemas.openxmlformats.org/officeDocument/2006/relationships/notesMaster" Target="/ppt/notesMasters/notesMaster1.xml" Id="Rc8abc22762544f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148f25131149db" /><Relationship Type="http://schemas.openxmlformats.org/officeDocument/2006/relationships/notesMaster" Target="/ppt/notesMasters/notesMaster1.xml" Id="R692baae9606b49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1d632844a045ec" /><Relationship Type="http://schemas.openxmlformats.org/officeDocument/2006/relationships/notesMaster" Target="/ppt/notesMasters/notesMaster1.xml" Id="R98f775341a3c41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39d2adbcc74a03" /><Relationship Type="http://schemas.openxmlformats.org/officeDocument/2006/relationships/notesMaster" Target="/ppt/notesMasters/notesMaster1.xml" Id="R5b3c20aeac0f43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2e2ee9340542ab" /><Relationship Type="http://schemas.openxmlformats.org/officeDocument/2006/relationships/notesMaster" Target="/ppt/notesMasters/notesMaster1.xml" Id="R8a2567268d8743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Land Signals With Due Process. This lesson begins with one principle: land signals support review; they do not determine rights or ownership.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Land signals support review; they do not determine rights or ownership. The five controls shown here are Provenance, Confidence, Competing claim, Notice, Appeal.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provenance, move through confidence and competing claim, and finish with notice and appeal.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disputed parcel is reviewed using multiple records and claimant evidence.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land signals for provenance, uncertainty, privacy, notice, and appeal.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provenance clear? Is confidence documented? Is competing claim testable? Is notice governed? And is appeal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e95a56d5e943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29a5ed6d99462a" /><Relationship Type="http://schemas.openxmlformats.org/officeDocument/2006/relationships/slideLayout" Target="/ppt/slideLayouts/slideLayout1.xml" Id="Rd4378b95a29449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378b95a29449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7a36d2d5504cbb" /><Relationship Type="http://schemas.openxmlformats.org/officeDocument/2006/relationships/notesSlide" Target="/ppt/notesSlides/notesSlide1.xml" Id="R26bdbd46b59142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bf00caf53f4597" /><Relationship Type="http://schemas.openxmlformats.org/officeDocument/2006/relationships/notesSlide" Target="/ppt/notesSlides/notesSlide2.xml" Id="R9c2d3858ebc143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39fb16642849cc" /><Relationship Type="http://schemas.openxmlformats.org/officeDocument/2006/relationships/notesSlide" Target="/ppt/notesSlides/notesSlide3.xml" Id="Rda3885efafdf4a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d25893da244b8f" /><Relationship Type="http://schemas.openxmlformats.org/officeDocument/2006/relationships/notesSlide" Target="/ppt/notesSlides/notesSlide4.xml" Id="R091bd7d114c341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47a75cd5e84de5" /><Relationship Type="http://schemas.openxmlformats.org/officeDocument/2006/relationships/notesSlide" Target="/ppt/notesSlides/notesSlide5.xml" Id="R8364bb246d4a45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b7fea736f043ac" /><Relationship Type="http://schemas.openxmlformats.org/officeDocument/2006/relationships/notesSlide" Target="/ppt/notesSlides/notesSlide6.xml" Id="Rd44feff47c1040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39c4e58f7d4a8d" /><Relationship Type="http://schemas.openxmlformats.org/officeDocument/2006/relationships/notesSlide" Target="/ppt/notesSlides/notesSlide7.xml" Id="R00138a56e21b4c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eecff411e64db3" /><Relationship Type="http://schemas.openxmlformats.org/officeDocument/2006/relationships/notesSlide" Target="/ppt/notesSlides/notesSlide8.xml" Id="Rae451627bdd94f0b"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EB815E-D4B9-4ED8-A0B1-DEE445510EB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ABEC2D0F-7BC9-4315-AAB4-2D0300F32440}"/>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311B8F50-3978-4485-B4F7-76AC10A8BADD}"/>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FEB96464-5C87-4713-B64F-17F22EB0624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96FECA21-88E1-41F2-B383-E0A3C98E31E7}"/>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LAND SIGNALS WITH DUE PROCESS</a:t>
            </a:r>
          </a:p>
        </p:txBody>
      </p:sp>
      <p:sp>
        <p:nvSpPr>
          <p:cNvPr id="6" name="">
            <a:extLst xmlns:a="http://schemas.openxmlformats.org/drawingml/2006/main">
              <a:ext uri="{FF2B5EF4-FFF2-40B4-BE49-F238E27FC236}">
                <a16:creationId xmlns:a16="http://schemas.microsoft.com/office/drawing/2014/main" id="{845695D0-07BD-4CE3-9439-48DEC76D3BD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Land signals support review; they do not determine rights or ownership.</a:t>
            </a:r>
          </a:p>
        </p:txBody>
      </p:sp>
      <p:sp>
        <p:nvSpPr>
          <p:cNvPr id="7" name="">
            <a:extLst xmlns:a="http://schemas.openxmlformats.org/drawingml/2006/main">
              <a:ext uri="{FF2B5EF4-FFF2-40B4-BE49-F238E27FC236}">
                <a16:creationId xmlns:a16="http://schemas.microsoft.com/office/drawing/2014/main" id="{203B3859-33AA-4EC0-A410-425557F02069}"/>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V7_D_N08</a:t>
            </a:r>
          </a:p>
        </p:txBody>
      </p:sp>
      <p:sp>
        <p:nvSpPr>
          <p:cNvPr id="8" name="">
            <a:extLst xmlns:a="http://schemas.openxmlformats.org/drawingml/2006/main">
              <a:ext uri="{FF2B5EF4-FFF2-40B4-BE49-F238E27FC236}">
                <a16:creationId xmlns:a16="http://schemas.microsoft.com/office/drawing/2014/main" id="{103D35B0-FDF8-44FC-8FD0-33B5D17305F6}"/>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PU-B07-C58</a:t>
            </a:r>
          </a:p>
        </p:txBody>
      </p:sp>
      <p:sp>
        <p:nvSpPr>
          <p:cNvPr id="9" name="">
            <a:extLst xmlns:a="http://schemas.openxmlformats.org/drawingml/2006/main">
              <a:ext uri="{FF2B5EF4-FFF2-40B4-BE49-F238E27FC236}">
                <a16:creationId xmlns:a16="http://schemas.microsoft.com/office/drawing/2014/main" id="{F2226218-4DAE-4DBD-845A-BD494C4D11C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9DD4F50B-55F6-4AC7-A0A6-02BA7A6BECFE}"/>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41943416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B611D2A-82D2-4989-B5E3-8FE6EEB95C8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V7_D_N08</a:t>
            </a:r>
          </a:p>
        </p:txBody>
      </p:sp>
      <p:sp>
        <p:nvSpPr>
          <p:cNvPr id="2" name="">
            <a:extLst xmlns:a="http://schemas.openxmlformats.org/drawingml/2006/main">
              <a:ext uri="{FF2B5EF4-FFF2-40B4-BE49-F238E27FC236}">
                <a16:creationId xmlns:a16="http://schemas.microsoft.com/office/drawing/2014/main" id="{BB9A92B7-7BAF-4BB1-9D4D-C9D9D8514D8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C9846CA4-76B5-4371-A032-5A460343E32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1DDD611-53C8-4590-84A4-6CF55127A305}"/>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90A19B68-35BB-419D-AFF5-58615539681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Land signals support review; they do not determine rights or ownership.</a:t>
            </a:r>
          </a:p>
        </p:txBody>
      </p:sp>
      <p:sp>
        <p:nvSpPr>
          <p:cNvPr id="6" name="">
            <a:extLst xmlns:a="http://schemas.openxmlformats.org/drawingml/2006/main">
              <a:ext uri="{FF2B5EF4-FFF2-40B4-BE49-F238E27FC236}">
                <a16:creationId xmlns:a16="http://schemas.microsoft.com/office/drawing/2014/main" id="{A65FE607-1875-4B25-9C09-5D976A246DF8}"/>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9C274087-E758-4C2F-8104-AF2ECB9984D0}"/>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C950164C-0F81-41B5-B526-2A3DF7F9E90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Provenance</a:t>
            </a:r>
          </a:p>
        </p:txBody>
      </p:sp>
      <p:sp>
        <p:nvSpPr>
          <p:cNvPr id="9" name="">
            <a:extLst xmlns:a="http://schemas.openxmlformats.org/drawingml/2006/main">
              <a:ext uri="{FF2B5EF4-FFF2-40B4-BE49-F238E27FC236}">
                <a16:creationId xmlns:a16="http://schemas.microsoft.com/office/drawing/2014/main" id="{0047D729-2341-40C6-9A9D-7D662B2AF9A2}"/>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5685A328-F669-41EB-8485-BD8152BFB43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Confidence</a:t>
            </a:r>
          </a:p>
        </p:txBody>
      </p:sp>
      <p:sp>
        <p:nvSpPr>
          <p:cNvPr id="11" name="">
            <a:extLst xmlns:a="http://schemas.openxmlformats.org/drawingml/2006/main">
              <a:ext uri="{FF2B5EF4-FFF2-40B4-BE49-F238E27FC236}">
                <a16:creationId xmlns:a16="http://schemas.microsoft.com/office/drawing/2014/main" id="{234378B0-B26D-4CB3-AE4B-8939CE96B908}"/>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396FB457-1EDD-4896-A093-80833BE989A2}"/>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Competing claim</a:t>
            </a:r>
          </a:p>
        </p:txBody>
      </p:sp>
      <p:sp>
        <p:nvSpPr>
          <p:cNvPr id="13" name="">
            <a:extLst xmlns:a="http://schemas.openxmlformats.org/drawingml/2006/main">
              <a:ext uri="{FF2B5EF4-FFF2-40B4-BE49-F238E27FC236}">
                <a16:creationId xmlns:a16="http://schemas.microsoft.com/office/drawing/2014/main" id="{9A5F427F-D10B-4B75-AB4F-B52A62E8E63D}"/>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289B0544-6B74-47AF-8324-2CBAC6A846E6}"/>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Notice</a:t>
            </a:r>
          </a:p>
        </p:txBody>
      </p:sp>
      <p:sp>
        <p:nvSpPr>
          <p:cNvPr id="15" name="">
            <a:extLst xmlns:a="http://schemas.openxmlformats.org/drawingml/2006/main">
              <a:ext uri="{FF2B5EF4-FFF2-40B4-BE49-F238E27FC236}">
                <a16:creationId xmlns:a16="http://schemas.microsoft.com/office/drawing/2014/main" id="{A9D60F49-6F8C-4ECF-8B0C-5647CF3FD0C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57A33560-250F-48C3-B537-242C1EDBD94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Appeal</a:t>
            </a:r>
          </a:p>
        </p:txBody>
      </p:sp>
      <p:sp>
        <p:nvSpPr>
          <p:cNvPr id="17" name="">
            <a:extLst xmlns:a="http://schemas.openxmlformats.org/drawingml/2006/main">
              <a:ext uri="{FF2B5EF4-FFF2-40B4-BE49-F238E27FC236}">
                <a16:creationId xmlns:a16="http://schemas.microsoft.com/office/drawing/2014/main" id="{6896BE1A-98B1-4BAC-9AA7-9131B2DA55F3}"/>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49352690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C061E8F-64E1-4504-9FB3-47DFB05F627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V7_D_N08</a:t>
            </a:r>
          </a:p>
        </p:txBody>
      </p:sp>
      <p:sp>
        <p:nvSpPr>
          <p:cNvPr id="2" name="">
            <a:extLst xmlns:a="http://schemas.openxmlformats.org/drawingml/2006/main">
              <a:ext uri="{FF2B5EF4-FFF2-40B4-BE49-F238E27FC236}">
                <a16:creationId xmlns:a16="http://schemas.microsoft.com/office/drawing/2014/main" id="{A7AD853F-3462-4B11-8C1A-995080D19F4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6088CC09-9601-4CB1-9D7A-D596F7D5986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5BB9303-697E-4A30-B8BC-187D6C3D6A7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E4582AE0-A183-49FB-8B45-0660D93BB46F}"/>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FE949D8-2444-4E89-AFB5-538AD2EBA6D4}"/>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DE6D8A00-6704-4C5D-B3D9-A905B8130396}"/>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Provenance</a:t>
            </a:r>
          </a:p>
        </p:txBody>
      </p:sp>
      <p:sp>
        <p:nvSpPr>
          <p:cNvPr id="8" name="">
            <a:extLst xmlns:a="http://schemas.openxmlformats.org/drawingml/2006/main">
              <a:ext uri="{FF2B5EF4-FFF2-40B4-BE49-F238E27FC236}">
                <a16:creationId xmlns:a16="http://schemas.microsoft.com/office/drawing/2014/main" id="{87E608FB-2791-48AA-9A6E-1E55616D818B}"/>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15C384B-01FF-4DB6-878F-DC4C05404215}"/>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9A9E0FAD-50AE-4AE8-BAE5-3B89C3ACAB7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Confidence</a:t>
            </a:r>
          </a:p>
        </p:txBody>
      </p:sp>
      <p:sp>
        <p:nvSpPr>
          <p:cNvPr id="11" name="">
            <a:extLst xmlns:a="http://schemas.openxmlformats.org/drawingml/2006/main">
              <a:ext uri="{FF2B5EF4-FFF2-40B4-BE49-F238E27FC236}">
                <a16:creationId xmlns:a16="http://schemas.microsoft.com/office/drawing/2014/main" id="{2EEE60EE-D048-440B-ADAE-16C7D2BEA050}"/>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BD51607-6C89-4EB3-A9AD-FC02AF2642A4}"/>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89C004B1-B8D1-4BDC-90CB-F9DEAC1EC8EB}"/>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Competing claim</a:t>
            </a:r>
          </a:p>
        </p:txBody>
      </p:sp>
      <p:sp>
        <p:nvSpPr>
          <p:cNvPr id="14" name="">
            <a:extLst xmlns:a="http://schemas.openxmlformats.org/drawingml/2006/main">
              <a:ext uri="{FF2B5EF4-FFF2-40B4-BE49-F238E27FC236}">
                <a16:creationId xmlns:a16="http://schemas.microsoft.com/office/drawing/2014/main" id="{AEE9405F-17EA-47F3-9BFF-0FC3C7DDF0C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F59385B7-A8E8-426C-B4AD-E4308D2233A1}"/>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B2EB771A-DB4F-4BD9-B28B-A5E504524B7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Notice</a:t>
            </a:r>
          </a:p>
        </p:txBody>
      </p:sp>
      <p:sp>
        <p:nvSpPr>
          <p:cNvPr id="17" name="">
            <a:extLst xmlns:a="http://schemas.openxmlformats.org/drawingml/2006/main">
              <a:ext uri="{FF2B5EF4-FFF2-40B4-BE49-F238E27FC236}">
                <a16:creationId xmlns:a16="http://schemas.microsoft.com/office/drawing/2014/main" id="{B9F5422B-3AD1-497E-A3DD-432FE3CED2B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51EB8D1-A82C-4714-9CB8-F3FC969A4622}"/>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EDC3D856-0804-4852-ACA7-920DCF2ED10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Appeal</a:t>
            </a:r>
          </a:p>
        </p:txBody>
      </p:sp>
      <p:sp>
        <p:nvSpPr>
          <p:cNvPr id="20" name="">
            <a:extLst xmlns:a="http://schemas.openxmlformats.org/drawingml/2006/main">
              <a:ext uri="{FF2B5EF4-FFF2-40B4-BE49-F238E27FC236}">
                <a16:creationId xmlns:a16="http://schemas.microsoft.com/office/drawing/2014/main" id="{31D437EF-AFD2-4AD4-9AFC-80EC4E5E5CE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954878330"/>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D2FE38-62D8-42BC-9951-1E00B8D9856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V7_D_N08</a:t>
            </a:r>
          </a:p>
        </p:txBody>
      </p:sp>
      <p:sp>
        <p:nvSpPr>
          <p:cNvPr id="2" name="">
            <a:extLst xmlns:a="http://schemas.openxmlformats.org/drawingml/2006/main">
              <a:ext uri="{FF2B5EF4-FFF2-40B4-BE49-F238E27FC236}">
                <a16:creationId xmlns:a16="http://schemas.microsoft.com/office/drawing/2014/main" id="{28BDA030-F8AB-450E-BCD0-87375119A9D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CFFBAE71-A913-436F-9A1E-DF71EA37554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94D0129-2B2D-4AF6-8682-841A92566A2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141F6B85-29F6-47D2-927F-5732909F483F}"/>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7AE38E65-4E9C-4CE1-8CE3-45BF5866B73C}"/>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CD5D31C3-9CFB-41F5-8E20-C7BDE4B5F81E}"/>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disputed parcel is reviewed using multiple records and claimant evidence.</a:t>
            </a:r>
          </a:p>
        </p:txBody>
      </p:sp>
      <p:sp>
        <p:nvSpPr>
          <p:cNvPr id="8" name="">
            <a:extLst xmlns:a="http://schemas.openxmlformats.org/drawingml/2006/main">
              <a:ext uri="{FF2B5EF4-FFF2-40B4-BE49-F238E27FC236}">
                <a16:creationId xmlns:a16="http://schemas.microsoft.com/office/drawing/2014/main" id="{63976F73-F864-4F41-83BD-A0D46DAD1460}"/>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658DC145-5A68-443D-B044-ADD2180CF33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4B061C23-EF94-40F4-8D76-91E02D6BD9A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2189CD79-66F6-4152-9052-7F76CE097A50}"/>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5089581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3F887A-32ED-4CFC-85CC-10A5C4E5821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V7_D_N08</a:t>
            </a:r>
          </a:p>
        </p:txBody>
      </p:sp>
      <p:sp>
        <p:nvSpPr>
          <p:cNvPr id="2" name="">
            <a:extLst xmlns:a="http://schemas.openxmlformats.org/drawingml/2006/main">
              <a:ext uri="{FF2B5EF4-FFF2-40B4-BE49-F238E27FC236}">
                <a16:creationId xmlns:a16="http://schemas.microsoft.com/office/drawing/2014/main" id="{7C3AB4D7-7BA6-47F9-BABF-6CD45BAAF79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2897CCF0-0F2D-4F69-9200-F8E63E21D23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B764428-7DD6-469B-99DD-5AC776D1994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40A3D916-0DB5-42C5-8E3F-BBE36FFF8DC3}"/>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land signals for provenance, uncertainty, privacy, notice, and appeal.</a:t>
            </a:r>
          </a:p>
        </p:txBody>
      </p:sp>
      <p:sp>
        <p:nvSpPr>
          <p:cNvPr id="6" name="">
            <a:extLst xmlns:a="http://schemas.openxmlformats.org/drawingml/2006/main">
              <a:ext uri="{FF2B5EF4-FFF2-40B4-BE49-F238E27FC236}">
                <a16:creationId xmlns:a16="http://schemas.microsoft.com/office/drawing/2014/main" id="{18359A94-0EF5-442A-8D20-5C568EC297A1}"/>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F7D0A0B-F4AE-4AB4-B350-785D3264F8E3}"/>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7A7618BC-5AA1-4298-B7A7-029FE21BE34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DF0A898C-30BB-4BD0-86A0-B24A2727DF3C}"/>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A682CB65-5175-4477-B94A-D48089AA2DB6}"/>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E1D12FF-94B5-4B69-AA9C-011285AB81F0}"/>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C1D3E7F2-3CD6-4FD0-B33B-33947685F8F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DA96924-56B3-4EAC-B370-8B459C7110A6}"/>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A3F26922-B9B8-4A50-BF7C-3D9B283A44E5}"/>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4F5E82BB-5306-4CFE-8B54-49C2B5061E87}"/>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8CC5467-091C-4500-8DAE-C01DEC1BC229}"/>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4563A6E-A2FD-4A3C-B6D7-05F736D26FB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84747429"/>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EF625B-EC59-4EEF-AF00-050F604DF4C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V7_D_N08</a:t>
            </a:r>
          </a:p>
        </p:txBody>
      </p:sp>
      <p:sp>
        <p:nvSpPr>
          <p:cNvPr id="2" name="">
            <a:extLst xmlns:a="http://schemas.openxmlformats.org/drawingml/2006/main">
              <a:ext uri="{FF2B5EF4-FFF2-40B4-BE49-F238E27FC236}">
                <a16:creationId xmlns:a16="http://schemas.microsoft.com/office/drawing/2014/main" id="{E4D589A3-9111-43E5-B6F3-3241DDDF0D4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19DA5378-07C4-4481-A45E-1F77A389402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15662DF-0229-4C5E-9E4E-C142AC40532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0DE50685-D574-4B30-BA6B-6C91BB6BF554}"/>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AD7994C-72DA-4BA6-997C-C48B0BC5BE6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550661AB-78A2-4B6C-9A50-75E1B6E46C48}"/>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251352BA-FF43-4A0B-AAF4-4CBE2F768B1B}"/>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0A96BB36-878D-40F7-AE8C-6657ECBFF1D5}"/>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22593943-F9DE-4CE3-9FCE-963D967F2598}"/>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3EB61898-7AD2-419A-BEF2-0F33FDD6B070}"/>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C92DA41B-9F6A-4B03-B29C-E38DE952FF03}"/>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6CBDC965-04EA-4181-9280-555121800AA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D7B82F9-62D8-4479-81CE-D8EC049A8DD3}"/>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07019857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F26990-E149-452D-9710-3DB1B6528AC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V7_D_N08</a:t>
            </a:r>
          </a:p>
        </p:txBody>
      </p:sp>
      <p:sp>
        <p:nvSpPr>
          <p:cNvPr id="2" name="">
            <a:extLst xmlns:a="http://schemas.openxmlformats.org/drawingml/2006/main">
              <a:ext uri="{FF2B5EF4-FFF2-40B4-BE49-F238E27FC236}">
                <a16:creationId xmlns:a16="http://schemas.microsoft.com/office/drawing/2014/main" id="{4EC4B2B7-E2E5-4306-BCFF-D3A56FAB38A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1597EED2-633F-4FD0-9ACE-0C3EFD46CB0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3AD3DC1-1982-4EA4-A65E-81EB8B3B610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FD165367-3ECF-4536-8C4F-6A1926764101}"/>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4B56530-C324-40A4-ABBE-02C586D2F982}"/>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E6C0F0B5-EE20-483C-8BC6-CC53BA8CF621}"/>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51625F1A-B466-44F1-9262-9A5E40C91322}"/>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5B1B55B8-9B59-4CA2-9F81-2B603599AD54}"/>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55248850-7C20-4F5E-9106-0A15132DFAD7}"/>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7271378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C1F688-2D0C-4ED2-9A04-E71884D1B37B}"/>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B72270CF-912D-4F66-AD10-2BB45B098729}"/>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863B0DDD-53BB-4665-A37A-5CBF6D490EAD}"/>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Provenance</a:t>
            </a:r>
          </a:p>
        </p:txBody>
      </p:sp>
      <p:sp>
        <p:nvSpPr>
          <p:cNvPr id="4" name="">
            <a:extLst xmlns:a="http://schemas.openxmlformats.org/drawingml/2006/main">
              <a:ext uri="{FF2B5EF4-FFF2-40B4-BE49-F238E27FC236}">
                <a16:creationId xmlns:a16="http://schemas.microsoft.com/office/drawing/2014/main" id="{52118177-6924-4EB0-9048-AA769AD4AF45}"/>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710C6EB2-BE19-438C-B301-A26F99723014}"/>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Confidence</a:t>
            </a:r>
          </a:p>
        </p:txBody>
      </p:sp>
      <p:sp>
        <p:nvSpPr>
          <p:cNvPr id="6" name="">
            <a:extLst xmlns:a="http://schemas.openxmlformats.org/drawingml/2006/main">
              <a:ext uri="{FF2B5EF4-FFF2-40B4-BE49-F238E27FC236}">
                <a16:creationId xmlns:a16="http://schemas.microsoft.com/office/drawing/2014/main" id="{5D1085FD-51E6-44D0-9FD8-EF4D03A88332}"/>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54965F7A-F85D-465E-BAA5-4CCFFFE7174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Competing claim</a:t>
            </a:r>
          </a:p>
        </p:txBody>
      </p:sp>
      <p:sp>
        <p:nvSpPr>
          <p:cNvPr id="8" name="">
            <a:extLst xmlns:a="http://schemas.openxmlformats.org/drawingml/2006/main">
              <a:ext uri="{FF2B5EF4-FFF2-40B4-BE49-F238E27FC236}">
                <a16:creationId xmlns:a16="http://schemas.microsoft.com/office/drawing/2014/main" id="{4CFAB5F4-2064-4B32-9E9D-5D8E5D7C10DA}"/>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4FD50F71-3983-4437-B001-39DAE2E4F523}"/>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Notice</a:t>
            </a:r>
          </a:p>
        </p:txBody>
      </p:sp>
      <p:sp>
        <p:nvSpPr>
          <p:cNvPr id="10" name="">
            <a:extLst xmlns:a="http://schemas.openxmlformats.org/drawingml/2006/main">
              <a:ext uri="{FF2B5EF4-FFF2-40B4-BE49-F238E27FC236}">
                <a16:creationId xmlns:a16="http://schemas.microsoft.com/office/drawing/2014/main" id="{166543EE-A8A1-4EFF-9E65-9C3C9E83DB2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7408012-8050-4A28-9154-C4E974441892}"/>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Appeal</a:t>
            </a:r>
          </a:p>
        </p:txBody>
      </p:sp>
      <p:sp>
        <p:nvSpPr>
          <p:cNvPr id="12" name="">
            <a:extLst xmlns:a="http://schemas.openxmlformats.org/drawingml/2006/main">
              <a:ext uri="{FF2B5EF4-FFF2-40B4-BE49-F238E27FC236}">
                <a16:creationId xmlns:a16="http://schemas.microsoft.com/office/drawing/2014/main" id="{36372D9F-751C-4ED1-BEBD-624035C8D6C0}"/>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175678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2026-09-04T15:44:34.8650000Z</dcterms:created>
  <dcterms:modified xsi:type="dcterms:W3CDTF">2026-09-04T15:44:34.8650000Z</dcterms:modified>
</coreProperties>
</file>