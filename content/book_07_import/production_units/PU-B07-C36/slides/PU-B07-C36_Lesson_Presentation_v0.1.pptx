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6ea4fed978461a" /><Relationship Type="http://schemas.openxmlformats.org/officeDocument/2006/relationships/extended-properties" Target="/docProps/app.xml" Id="R958eb1f3b2e24805" /><Relationship Type="http://schemas.openxmlformats.org/officeDocument/2006/relationships/officeDocument" Target="/ppt/presentation.xml" Id="R29a5460170404796" /></Relationships>
</file>

<file path=ppt/presentation.xml><?xml version="1.0" encoding="utf-8"?>
<p:presentation xmlns:p="http://schemas.openxmlformats.org/presentationml/2006/main">
  <p:sldMasterIdLst>
    <p:sldMasterId xmlns:r="http://schemas.openxmlformats.org/officeDocument/2006/relationships" id="2147483648" r:id="R768fd176908544a6"/>
  </p:sldMasterIdLst>
  <p:notesMasterIdLst>
    <p:notesMasterId xmlns:r="http://schemas.openxmlformats.org/officeDocument/2006/relationships" r:id="R87d436c5dadb4206"/>
  </p:notesMasterIdLst>
  <p:sldIdLst>
    <p:sldId xmlns:r="http://schemas.openxmlformats.org/officeDocument/2006/relationships" id="256" r:id="R940263aded5c486d"/>
    <p:sldId xmlns:r="http://schemas.openxmlformats.org/officeDocument/2006/relationships" id="257" r:id="Rf2f9988e5fbb4e4e"/>
    <p:sldId xmlns:r="http://schemas.openxmlformats.org/officeDocument/2006/relationships" id="258" r:id="Rf1654b075a704c96"/>
    <p:sldId xmlns:r="http://schemas.openxmlformats.org/officeDocument/2006/relationships" id="259" r:id="R32002c4d74af438e"/>
    <p:sldId xmlns:r="http://schemas.openxmlformats.org/officeDocument/2006/relationships" id="260" r:id="R75c0a7b6591a4703"/>
    <p:sldId xmlns:r="http://schemas.openxmlformats.org/officeDocument/2006/relationships" id="261" r:id="Re4458f102f9e4899"/>
    <p:sldId xmlns:r="http://schemas.openxmlformats.org/officeDocument/2006/relationships" id="262" r:id="Rbccbc44f2ed44a71"/>
    <p:sldId xmlns:r="http://schemas.openxmlformats.org/officeDocument/2006/relationships" id="263" r:id="R4cb0d1edafb242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f6ff8ffe334f39" /><Relationship Type="http://schemas.openxmlformats.org/officeDocument/2006/relationships/slideMaster" Target="/ppt/slideMasters/slideMaster1.xml" Id="R768fd176908544a6" /><Relationship Type="http://schemas.openxmlformats.org/officeDocument/2006/relationships/notesMaster" Target="/ppt/notesMasters/notesMaster1.xml" Id="R87d436c5dadb4206" /><Relationship Type="http://schemas.openxmlformats.org/officeDocument/2006/relationships/presProps" Target="/ppt/presProps.xml" Id="R22e1ba6518624639" /><Relationship Type="http://schemas.openxmlformats.org/officeDocument/2006/relationships/tableStyles" Target="/ppt/tableStyles.xml" Id="Re05f161821704ad0" /><Relationship Type="http://schemas.openxmlformats.org/officeDocument/2006/relationships/slide" Target="/ppt/slides/slide1.xml" Id="R940263aded5c486d" /><Relationship Type="http://schemas.openxmlformats.org/officeDocument/2006/relationships/slide" Target="/ppt/slides/slide2.xml" Id="Rf2f9988e5fbb4e4e" /><Relationship Type="http://schemas.openxmlformats.org/officeDocument/2006/relationships/slide" Target="/ppt/slides/slide3.xml" Id="Rf1654b075a704c96" /><Relationship Type="http://schemas.openxmlformats.org/officeDocument/2006/relationships/slide" Target="/ppt/slides/slide4.xml" Id="R32002c4d74af438e" /><Relationship Type="http://schemas.openxmlformats.org/officeDocument/2006/relationships/slide" Target="/ppt/slides/slide5.xml" Id="R75c0a7b6591a4703" /><Relationship Type="http://schemas.openxmlformats.org/officeDocument/2006/relationships/slide" Target="/ppt/slides/slide6.xml" Id="Re4458f102f9e4899" /><Relationship Type="http://schemas.openxmlformats.org/officeDocument/2006/relationships/slide" Target="/ppt/slides/slide7.xml" Id="Rbccbc44f2ed44a71" /><Relationship Type="http://schemas.openxmlformats.org/officeDocument/2006/relationships/slide" Target="/ppt/slides/slide8.xml" Id="R4cb0d1edafb242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b52e817d3b42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d9b4b101884a22" /><Relationship Type="http://schemas.openxmlformats.org/officeDocument/2006/relationships/notesMaster" Target="/ppt/notesMasters/notesMaster1.xml" Id="Raf43429c432448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6c07c7eadf4cc0" /><Relationship Type="http://schemas.openxmlformats.org/officeDocument/2006/relationships/notesMaster" Target="/ppt/notesMasters/notesMaster1.xml" Id="R87e89e580a4046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58f9ba99314037" /><Relationship Type="http://schemas.openxmlformats.org/officeDocument/2006/relationships/notesMaster" Target="/ppt/notesMasters/notesMaster1.xml" Id="R219b74ff6bd544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e762cd490b4512" /><Relationship Type="http://schemas.openxmlformats.org/officeDocument/2006/relationships/notesMaster" Target="/ppt/notesMasters/notesMaster1.xml" Id="R556da02cda8e4b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6ee7a222524d72" /><Relationship Type="http://schemas.openxmlformats.org/officeDocument/2006/relationships/notesMaster" Target="/ppt/notesMasters/notesMaster1.xml" Id="Rc823570c530b49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8e657d9c03407e" /><Relationship Type="http://schemas.openxmlformats.org/officeDocument/2006/relationships/notesMaster" Target="/ppt/notesMasters/notesMaster1.xml" Id="Rb376548e00624a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c86a472c604e48" /><Relationship Type="http://schemas.openxmlformats.org/officeDocument/2006/relationships/notesMaster" Target="/ppt/notesMasters/notesMaster1.xml" Id="R0bf61a7de80c4f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0276242bdf4f28" /><Relationship Type="http://schemas.openxmlformats.org/officeDocument/2006/relationships/notesMaster" Target="/ppt/notesMasters/notesMaster1.xml" Id="Rd06c9d596b094e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Attendance and Dropout Early-Warning Support. This lesson begins with one principle: early warning should organize support, not punishment or labeling.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V7_C_N01,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Early warning should organize support, not punishment or labeling. The five controls shown here are Attendance pattern, Context, Uncertainty, Support pathway, Review. Together, they prevent an education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V7_C_N01,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attendance pattern, move through context and uncertainty, and finish with support pathway and review.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V7_C_N01,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education example. A school team reviews sustained absence with contextual evidence before offering authorized support.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V7_C_N01,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Test an early-warning workflow for uncertainty, proportionality, referral, and closure.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V7_C_N01,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education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V7_C_N01,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V7_C_N01,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attendance pattern clear? Is context documented? Is uncertainty testable? Is support pathway governed? And is review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V7_C_N01,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b37d9dd60345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e0d286eccb4436" /><Relationship Type="http://schemas.openxmlformats.org/officeDocument/2006/relationships/slideLayout" Target="/ppt/slideLayouts/slideLayout1.xml" Id="Rb9e4da0b19bc49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e4da0b19bc49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03414084a824a6d" /><Relationship Type="http://schemas.openxmlformats.org/officeDocument/2006/relationships/notesSlide" Target="/ppt/notesSlides/notesSlide1.xml" Id="R682d997b479540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e888496398497d" /><Relationship Type="http://schemas.openxmlformats.org/officeDocument/2006/relationships/notesSlide" Target="/ppt/notesSlides/notesSlide2.xml" Id="R6da1bf5d645e45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1574c565904897" /><Relationship Type="http://schemas.openxmlformats.org/officeDocument/2006/relationships/notesSlide" Target="/ppt/notesSlides/notesSlide3.xml" Id="R5ffc42247f8d49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f72c3ac3fde4293" /><Relationship Type="http://schemas.openxmlformats.org/officeDocument/2006/relationships/notesSlide" Target="/ppt/notesSlides/notesSlide4.xml" Id="R2fa979e81cd645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406e767eb64bcd" /><Relationship Type="http://schemas.openxmlformats.org/officeDocument/2006/relationships/notesSlide" Target="/ppt/notesSlides/notesSlide5.xml" Id="R9106ba1b45b44a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725d306dd3c4cd6" /><Relationship Type="http://schemas.openxmlformats.org/officeDocument/2006/relationships/notesSlide" Target="/ppt/notesSlides/notesSlide6.xml" Id="R5fb4632dad354b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8d7e5664f344e8e" /><Relationship Type="http://schemas.openxmlformats.org/officeDocument/2006/relationships/notesSlide" Target="/ppt/notesSlides/notesSlide7.xml" Id="Rdf3d21673b484d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db6e87aff8c4c89" /><Relationship Type="http://schemas.openxmlformats.org/officeDocument/2006/relationships/notesSlide" Target="/ppt/notesSlides/notesSlide8.xml" Id="R3d90ff2259cd4fad"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E0C5A05-1439-4FB4-BA14-1938A1667B0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E536789A-D20E-4BC4-91CC-BB373ED248DE}"/>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A2732D58-4C23-45A9-AF5B-80DDD73CB461}"/>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0A884B86-FE3B-44D5-B0DB-7DEBDE8BCE1B}"/>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EDUCATION TRACK</a:t>
            </a:r>
          </a:p>
        </p:txBody>
      </p:sp>
      <p:sp>
        <p:nvSpPr>
          <p:cNvPr id="5" name="">
            <a:extLst xmlns:a="http://schemas.openxmlformats.org/drawingml/2006/main">
              <a:ext uri="{FF2B5EF4-FFF2-40B4-BE49-F238E27FC236}">
                <a16:creationId xmlns:a16="http://schemas.microsoft.com/office/drawing/2014/main" id="{1922A466-EDF4-4694-A1EE-C4ED3F168799}"/>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ATTENDANCE AND DROPOUT EARLY-WARNING SUPPORT</a:t>
            </a:r>
          </a:p>
        </p:txBody>
      </p:sp>
      <p:sp>
        <p:nvSpPr>
          <p:cNvPr id="6" name="">
            <a:extLst xmlns:a="http://schemas.openxmlformats.org/drawingml/2006/main">
              <a:ext uri="{FF2B5EF4-FFF2-40B4-BE49-F238E27FC236}">
                <a16:creationId xmlns:a16="http://schemas.microsoft.com/office/drawing/2014/main" id="{9689D4B6-1870-4FCA-A1A8-BD5584912513}"/>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Early warning should organize support, not punishment or labeling.</a:t>
            </a:r>
          </a:p>
        </p:txBody>
      </p:sp>
      <p:sp>
        <p:nvSpPr>
          <p:cNvPr id="7" name="">
            <a:extLst xmlns:a="http://schemas.openxmlformats.org/drawingml/2006/main">
              <a:ext uri="{FF2B5EF4-FFF2-40B4-BE49-F238E27FC236}">
                <a16:creationId xmlns:a16="http://schemas.microsoft.com/office/drawing/2014/main" id="{C57A8389-6BFA-461D-A244-7517D9FF59BA}"/>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V7_C_N01</a:t>
            </a:r>
          </a:p>
        </p:txBody>
      </p:sp>
      <p:sp>
        <p:nvSpPr>
          <p:cNvPr id="8" name="">
            <a:extLst xmlns:a="http://schemas.openxmlformats.org/drawingml/2006/main">
              <a:ext uri="{FF2B5EF4-FFF2-40B4-BE49-F238E27FC236}">
                <a16:creationId xmlns:a16="http://schemas.microsoft.com/office/drawing/2014/main" id="{1D30A029-B8CE-437C-9744-0A56EEC4C79F}"/>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PU-B07-C36</a:t>
            </a:r>
          </a:p>
        </p:txBody>
      </p:sp>
      <p:sp>
        <p:nvSpPr>
          <p:cNvPr id="9" name="">
            <a:extLst xmlns:a="http://schemas.openxmlformats.org/drawingml/2006/main">
              <a:ext uri="{FF2B5EF4-FFF2-40B4-BE49-F238E27FC236}">
                <a16:creationId xmlns:a16="http://schemas.microsoft.com/office/drawing/2014/main" id="{AD1F75FC-2696-48DF-BBBF-44FD711CFDCB}"/>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C0346B9C-2F74-4354-AC08-EBAA39890BE4}"/>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01192709"/>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8427FF3-F589-4D9C-8FBD-C2C9949F467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V7_C_N01</a:t>
            </a:r>
          </a:p>
        </p:txBody>
      </p:sp>
      <p:sp>
        <p:nvSpPr>
          <p:cNvPr id="2" name="">
            <a:extLst xmlns:a="http://schemas.openxmlformats.org/drawingml/2006/main">
              <a:ext uri="{FF2B5EF4-FFF2-40B4-BE49-F238E27FC236}">
                <a16:creationId xmlns:a16="http://schemas.microsoft.com/office/drawing/2014/main" id="{DE152BEF-47B6-4978-9858-6CF968B2DE4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2E885527-E54A-41C4-B2DC-A391E1EAF7F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3D8D237-888B-42E4-98D6-63A9D1BC38DB}"/>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55FE7CF3-3882-420E-94E5-38550AB95482}"/>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Early warning should organize support, not punishment or labeling.</a:t>
            </a:r>
          </a:p>
        </p:txBody>
      </p:sp>
      <p:sp>
        <p:nvSpPr>
          <p:cNvPr id="6" name="">
            <a:extLst xmlns:a="http://schemas.openxmlformats.org/drawingml/2006/main">
              <a:ext uri="{FF2B5EF4-FFF2-40B4-BE49-F238E27FC236}">
                <a16:creationId xmlns:a16="http://schemas.microsoft.com/office/drawing/2014/main" id="{92FFF216-0D4B-4C06-B65A-18B8A7B31769}"/>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92267AA4-35C5-4750-B6EB-F67B9596BCCB}"/>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E48A011A-DA82-4D10-96AC-7F6D0A1B0FAC}"/>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Attendance pattern</a:t>
            </a:r>
          </a:p>
        </p:txBody>
      </p:sp>
      <p:sp>
        <p:nvSpPr>
          <p:cNvPr id="9" name="">
            <a:extLst xmlns:a="http://schemas.openxmlformats.org/drawingml/2006/main">
              <a:ext uri="{FF2B5EF4-FFF2-40B4-BE49-F238E27FC236}">
                <a16:creationId xmlns:a16="http://schemas.microsoft.com/office/drawing/2014/main" id="{95DF8C04-0BB7-41D5-944E-35F780C6B5A5}"/>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F42AEBD0-510A-4C9C-86B9-10CE253086FC}"/>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Context</a:t>
            </a:r>
          </a:p>
        </p:txBody>
      </p:sp>
      <p:sp>
        <p:nvSpPr>
          <p:cNvPr id="11" name="">
            <a:extLst xmlns:a="http://schemas.openxmlformats.org/drawingml/2006/main">
              <a:ext uri="{FF2B5EF4-FFF2-40B4-BE49-F238E27FC236}">
                <a16:creationId xmlns:a16="http://schemas.microsoft.com/office/drawing/2014/main" id="{23015CC0-5A51-445C-87D7-FEDE08C14477}"/>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0EBFE436-B50C-457D-A655-690CB4D0FDE1}"/>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Uncertainty</a:t>
            </a:r>
          </a:p>
        </p:txBody>
      </p:sp>
      <p:sp>
        <p:nvSpPr>
          <p:cNvPr id="13" name="">
            <a:extLst xmlns:a="http://schemas.openxmlformats.org/drawingml/2006/main">
              <a:ext uri="{FF2B5EF4-FFF2-40B4-BE49-F238E27FC236}">
                <a16:creationId xmlns:a16="http://schemas.microsoft.com/office/drawing/2014/main" id="{95462316-F72D-4713-9293-C1CA22C6E4BC}"/>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7F6912A4-25DE-4B83-A964-A916F0E5DC2B}"/>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Support pathway</a:t>
            </a:r>
          </a:p>
        </p:txBody>
      </p:sp>
      <p:sp>
        <p:nvSpPr>
          <p:cNvPr id="15" name="">
            <a:extLst xmlns:a="http://schemas.openxmlformats.org/drawingml/2006/main">
              <a:ext uri="{FF2B5EF4-FFF2-40B4-BE49-F238E27FC236}">
                <a16:creationId xmlns:a16="http://schemas.microsoft.com/office/drawing/2014/main" id="{8593ADF2-C8BA-4FE5-A3CB-787CD27C3E78}"/>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C10223D1-9219-434C-BDF5-9B09848C22D0}"/>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Review</a:t>
            </a:r>
          </a:p>
        </p:txBody>
      </p:sp>
      <p:sp>
        <p:nvSpPr>
          <p:cNvPr id="17" name="">
            <a:extLst xmlns:a="http://schemas.openxmlformats.org/drawingml/2006/main">
              <a:ext uri="{FF2B5EF4-FFF2-40B4-BE49-F238E27FC236}">
                <a16:creationId xmlns:a16="http://schemas.microsoft.com/office/drawing/2014/main" id="{B82E2D62-B928-4642-A939-C96D8E249767}"/>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855945256"/>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1B40340-D229-402B-AC11-8CC774C7D9D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V7_C_N01</a:t>
            </a:r>
          </a:p>
        </p:txBody>
      </p:sp>
      <p:sp>
        <p:nvSpPr>
          <p:cNvPr id="2" name="">
            <a:extLst xmlns:a="http://schemas.openxmlformats.org/drawingml/2006/main">
              <a:ext uri="{FF2B5EF4-FFF2-40B4-BE49-F238E27FC236}">
                <a16:creationId xmlns:a16="http://schemas.microsoft.com/office/drawing/2014/main" id="{8B660328-A454-4C85-90B3-2A09CA78319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1F694411-ABE7-4B0F-AAC1-28D3F257ECB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4D1F25A-8C5D-45CD-AB89-1711F302DEA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3A78D29F-B7ED-4EB0-9D2D-F0B412077AB6}"/>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E76940B2-AAC6-46C3-9095-E14B01DAB147}"/>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D9954701-D7FE-4B88-85C6-799F6B42AC58}"/>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Attendance pattern</a:t>
            </a:r>
          </a:p>
        </p:txBody>
      </p:sp>
      <p:sp>
        <p:nvSpPr>
          <p:cNvPr id="8" name="">
            <a:extLst xmlns:a="http://schemas.openxmlformats.org/drawingml/2006/main">
              <a:ext uri="{FF2B5EF4-FFF2-40B4-BE49-F238E27FC236}">
                <a16:creationId xmlns:a16="http://schemas.microsoft.com/office/drawing/2014/main" id="{53A101EA-091C-4EBB-B5F5-61862710593B}"/>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816CF08B-A9CD-4C8A-A5D4-F3836EEAEF99}"/>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B7E995F4-CE2A-404F-AD27-44C35C947AAC}"/>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Context</a:t>
            </a:r>
          </a:p>
        </p:txBody>
      </p:sp>
      <p:sp>
        <p:nvSpPr>
          <p:cNvPr id="11" name="">
            <a:extLst xmlns:a="http://schemas.openxmlformats.org/drawingml/2006/main">
              <a:ext uri="{FF2B5EF4-FFF2-40B4-BE49-F238E27FC236}">
                <a16:creationId xmlns:a16="http://schemas.microsoft.com/office/drawing/2014/main" id="{6A205200-E774-4C8B-8344-A827A8DF604B}"/>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818E7D17-A55B-4344-8368-6152732E250F}"/>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F8FF0C6D-32A9-4837-ABA8-C39781E9BB2D}"/>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Uncertainty</a:t>
            </a:r>
          </a:p>
        </p:txBody>
      </p:sp>
      <p:sp>
        <p:nvSpPr>
          <p:cNvPr id="14" name="">
            <a:extLst xmlns:a="http://schemas.openxmlformats.org/drawingml/2006/main">
              <a:ext uri="{FF2B5EF4-FFF2-40B4-BE49-F238E27FC236}">
                <a16:creationId xmlns:a16="http://schemas.microsoft.com/office/drawing/2014/main" id="{DA356966-CE59-4E3C-BBDE-D128F630A670}"/>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AB4FE2F7-DFF6-452A-801B-F82B56ECFE1E}"/>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01B509A5-A7DF-49FF-AAE4-AA34DFB1385B}"/>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Support pathway</a:t>
            </a:r>
          </a:p>
        </p:txBody>
      </p:sp>
      <p:sp>
        <p:nvSpPr>
          <p:cNvPr id="17" name="">
            <a:extLst xmlns:a="http://schemas.openxmlformats.org/drawingml/2006/main">
              <a:ext uri="{FF2B5EF4-FFF2-40B4-BE49-F238E27FC236}">
                <a16:creationId xmlns:a16="http://schemas.microsoft.com/office/drawing/2014/main" id="{A49504DB-2942-4632-B858-77D1A1F270A9}"/>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00F9BBD6-E04B-4019-B177-19B115670B2B}"/>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B4082C36-CE84-40F9-AFF2-7B0C6C01FBF9}"/>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Review</a:t>
            </a:r>
          </a:p>
        </p:txBody>
      </p:sp>
      <p:sp>
        <p:nvSpPr>
          <p:cNvPr id="20" name="">
            <a:extLst xmlns:a="http://schemas.openxmlformats.org/drawingml/2006/main">
              <a:ext uri="{FF2B5EF4-FFF2-40B4-BE49-F238E27FC236}">
                <a16:creationId xmlns:a16="http://schemas.microsoft.com/office/drawing/2014/main" id="{98DF7428-C65F-4102-A16D-702705BD4E53}"/>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225578050"/>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C359497-1E6C-4B7F-9C93-ED523C5BC8F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V7_C_N01</a:t>
            </a:r>
          </a:p>
        </p:txBody>
      </p:sp>
      <p:sp>
        <p:nvSpPr>
          <p:cNvPr id="2" name="">
            <a:extLst xmlns:a="http://schemas.openxmlformats.org/drawingml/2006/main">
              <a:ext uri="{FF2B5EF4-FFF2-40B4-BE49-F238E27FC236}">
                <a16:creationId xmlns:a16="http://schemas.microsoft.com/office/drawing/2014/main" id="{9F39EB68-3140-4486-A275-AF748F0CE14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47447746-D797-476D-83A7-CFF331371D5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3252A23-F3B1-4091-B792-539CAEE379E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D66E8F8E-FD16-4286-A881-6564F6F8123D}"/>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517B4257-ED1A-4BEB-8DDC-DFA003BCDB00}"/>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7D8D2496-3F6C-4609-832F-EFA70C0F3D96}"/>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school team reviews sustained absence with contextual evidence before offering authorized support.</a:t>
            </a:r>
          </a:p>
        </p:txBody>
      </p:sp>
      <p:sp>
        <p:nvSpPr>
          <p:cNvPr id="8" name="">
            <a:extLst xmlns:a="http://schemas.openxmlformats.org/drawingml/2006/main">
              <a:ext uri="{FF2B5EF4-FFF2-40B4-BE49-F238E27FC236}">
                <a16:creationId xmlns:a16="http://schemas.microsoft.com/office/drawing/2014/main" id="{62FD9B5B-E39A-4F42-9968-9ECDC4D0063F}"/>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178A5D84-BD17-4423-A7C9-A5D15E963E19}"/>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C6B76B60-A3B6-42EE-A28D-624043195C4A}"/>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5EF7B146-BC89-4056-940D-87B21BC552E6}"/>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804540055"/>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77F12B4-4620-4635-8117-D9A3B93D427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V7_C_N01</a:t>
            </a:r>
          </a:p>
        </p:txBody>
      </p:sp>
      <p:sp>
        <p:nvSpPr>
          <p:cNvPr id="2" name="">
            <a:extLst xmlns:a="http://schemas.openxmlformats.org/drawingml/2006/main">
              <a:ext uri="{FF2B5EF4-FFF2-40B4-BE49-F238E27FC236}">
                <a16:creationId xmlns:a16="http://schemas.microsoft.com/office/drawing/2014/main" id="{2086D666-B97E-4DD1-BAD5-C579050C37D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95BE859E-E00F-4E36-A838-61C4D3031EF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C026923-2C42-40B9-AC01-6573E957CF0D}"/>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1599AEBA-E4BC-4CBF-950E-FAE9F5DC6E79}"/>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Test an early-warning workflow for uncertainty, proportionality, referral, and closure.</a:t>
            </a:r>
          </a:p>
        </p:txBody>
      </p:sp>
      <p:sp>
        <p:nvSpPr>
          <p:cNvPr id="6" name="">
            <a:extLst xmlns:a="http://schemas.openxmlformats.org/drawingml/2006/main">
              <a:ext uri="{FF2B5EF4-FFF2-40B4-BE49-F238E27FC236}">
                <a16:creationId xmlns:a16="http://schemas.microsoft.com/office/drawing/2014/main" id="{708562EC-0677-4B61-B8C2-5795412F073E}"/>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ECC9B9F0-1BC5-4469-AF96-981BE6F5058B}"/>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5D6377CF-CBC2-446E-8AAC-882CCB13DA49}"/>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BE06EF49-CFA6-4687-8789-B5A16F53EDAE}"/>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BEED5B3E-0BB4-447D-97E4-7D62461E4F7E}"/>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D4681C23-5462-4A45-8AF8-D539C0709EDF}"/>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044C5004-D7FA-4E49-A0C0-F756C84EA076}"/>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E25A3FC1-E92F-4FD3-9FF1-6BFCDAF14107}"/>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49614817-CA71-4039-938A-BDD24060AD93}"/>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9CD16D0D-E801-4CE7-B1C6-CC0EA1E628BA}"/>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75188344-E67F-4168-8EA6-C3B3DECABE31}"/>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6FD62FB9-1C25-41D8-9CA9-DB7BC2CDFAFF}"/>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617745797"/>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5613336-D9AC-416C-B897-64A71BDE103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V7_C_N01</a:t>
            </a:r>
          </a:p>
        </p:txBody>
      </p:sp>
      <p:sp>
        <p:nvSpPr>
          <p:cNvPr id="2" name="">
            <a:extLst xmlns:a="http://schemas.openxmlformats.org/drawingml/2006/main">
              <a:ext uri="{FF2B5EF4-FFF2-40B4-BE49-F238E27FC236}">
                <a16:creationId xmlns:a16="http://schemas.microsoft.com/office/drawing/2014/main" id="{37099370-EBC2-41DF-A097-1E91B6E7BCD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33B7325F-299F-46A7-8371-CEBB27586E3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5359B81-08B7-495A-B01E-9C0EA25929F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28899648-08DE-4792-9866-FC7F9C55D04B}"/>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35F93FD4-637F-4B47-A5DD-883245DCAE14}"/>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8A806EB6-7B3A-4114-95D9-7C73BF6979E6}"/>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37544028-8352-48B0-A8F1-744ADEA773B4}"/>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EE5D90A4-2FBC-4130-B0EC-BCE7D953187B}"/>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AF41974D-E034-40EC-B232-6DD1D88F9B6D}"/>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ADF6160C-5362-4680-B683-27F199AA6EB8}"/>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A220C07D-CCEE-4E4C-8587-27AB4560A78C}"/>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D23BD2D1-5B5E-4566-8B8A-4608F753D04E}"/>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C3A0E31E-11BE-4272-ABB1-3E957001C4BA}"/>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481190446"/>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12809EF-2192-4E51-A412-01871964755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V7_C_N01</a:t>
            </a:r>
          </a:p>
        </p:txBody>
      </p:sp>
      <p:sp>
        <p:nvSpPr>
          <p:cNvPr id="2" name="">
            <a:extLst xmlns:a="http://schemas.openxmlformats.org/drawingml/2006/main">
              <a:ext uri="{FF2B5EF4-FFF2-40B4-BE49-F238E27FC236}">
                <a16:creationId xmlns:a16="http://schemas.microsoft.com/office/drawing/2014/main" id="{9DCAFF46-ABD6-43D4-8964-12C202894F1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16312FAE-D401-4A6A-BF37-89BD53B1103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2713E2B-301D-4AA8-A1E6-72517F38700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32F1DBE4-8465-4864-8B0E-36D9399AA459}"/>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1D9E7718-1C54-4089-8CA0-B2BD25455825}"/>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A52AE7D5-4C7D-4116-B01E-75D2D05BF632}"/>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55390AE5-31A7-4172-A73B-719A1D586964}"/>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D3A0E21A-5331-4FC4-ABF5-21B8E2D62CC8}"/>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A12455AA-354D-4E5B-99B0-971D70A8AC4B}"/>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920357404"/>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159BC10-2306-474B-B9A1-32727D717D1A}"/>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41231BAB-1193-4453-8381-E4679C5E3E87}"/>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32AD69EF-6A33-4EF5-97D6-BDDA613FE707}"/>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Attendance pattern</a:t>
            </a:r>
          </a:p>
        </p:txBody>
      </p:sp>
      <p:sp>
        <p:nvSpPr>
          <p:cNvPr id="4" name="">
            <a:extLst xmlns:a="http://schemas.openxmlformats.org/drawingml/2006/main">
              <a:ext uri="{FF2B5EF4-FFF2-40B4-BE49-F238E27FC236}">
                <a16:creationId xmlns:a16="http://schemas.microsoft.com/office/drawing/2014/main" id="{3AB27285-DFB0-4047-AC9A-F59896B7D144}"/>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E1682F6D-A701-41C0-8EFF-36AA0EF23A40}"/>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Context</a:t>
            </a:r>
          </a:p>
        </p:txBody>
      </p:sp>
      <p:sp>
        <p:nvSpPr>
          <p:cNvPr id="6" name="">
            <a:extLst xmlns:a="http://schemas.openxmlformats.org/drawingml/2006/main">
              <a:ext uri="{FF2B5EF4-FFF2-40B4-BE49-F238E27FC236}">
                <a16:creationId xmlns:a16="http://schemas.microsoft.com/office/drawing/2014/main" id="{A2B83D35-AFDF-408A-9984-42A82A384512}"/>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CDB61AD3-1C21-4A68-A69A-CBC1B9A3A5EC}"/>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Uncertainty</a:t>
            </a:r>
          </a:p>
        </p:txBody>
      </p:sp>
      <p:sp>
        <p:nvSpPr>
          <p:cNvPr id="8" name="">
            <a:extLst xmlns:a="http://schemas.openxmlformats.org/drawingml/2006/main">
              <a:ext uri="{FF2B5EF4-FFF2-40B4-BE49-F238E27FC236}">
                <a16:creationId xmlns:a16="http://schemas.microsoft.com/office/drawing/2014/main" id="{67800417-3DC3-410B-B942-1A93044E16E9}"/>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7335FA3A-2785-47CF-BDF8-87C397F297DB}"/>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Support pathway</a:t>
            </a:r>
          </a:p>
        </p:txBody>
      </p:sp>
      <p:sp>
        <p:nvSpPr>
          <p:cNvPr id="10" name="">
            <a:extLst xmlns:a="http://schemas.openxmlformats.org/drawingml/2006/main">
              <a:ext uri="{FF2B5EF4-FFF2-40B4-BE49-F238E27FC236}">
                <a16:creationId xmlns:a16="http://schemas.microsoft.com/office/drawing/2014/main" id="{B65B0B2F-D0CD-4EBE-926B-34D0D5563A5B}"/>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6468D738-250E-4F57-8736-5338132E6496}"/>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Review</a:t>
            </a:r>
          </a:p>
        </p:txBody>
      </p:sp>
      <p:sp>
        <p:nvSpPr>
          <p:cNvPr id="12" name="">
            <a:extLst xmlns:a="http://schemas.openxmlformats.org/drawingml/2006/main">
              <a:ext uri="{FF2B5EF4-FFF2-40B4-BE49-F238E27FC236}">
                <a16:creationId xmlns:a16="http://schemas.microsoft.com/office/drawing/2014/main" id="{4FDFC388-FDC9-4006-9C44-513A42951B3E}"/>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7135237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2026-09-04T15:25:21.9900000Z</dcterms:created>
  <dcterms:modified xsi:type="dcterms:W3CDTF">2026-09-04T15:25:21.9900000Z</dcterms:modified>
</coreProperties>
</file>