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1f09ec7ef04b8e" /><Relationship Type="http://schemas.openxmlformats.org/officeDocument/2006/relationships/extended-properties" Target="/docProps/app.xml" Id="Rb2a5f815c1f34821" /><Relationship Type="http://schemas.openxmlformats.org/officeDocument/2006/relationships/officeDocument" Target="/ppt/presentation.xml" Id="R46ded16ffb884511" /></Relationships>
</file>

<file path=ppt/presentation.xml><?xml version="1.0" encoding="utf-8"?>
<p:presentation xmlns:p="http://schemas.openxmlformats.org/presentationml/2006/main">
  <p:sldMasterIdLst>
    <p:sldMasterId xmlns:r="http://schemas.openxmlformats.org/officeDocument/2006/relationships" id="2147483648" r:id="R0765faaff58045f5"/>
  </p:sldMasterIdLst>
  <p:notesMasterIdLst>
    <p:notesMasterId xmlns:r="http://schemas.openxmlformats.org/officeDocument/2006/relationships" r:id="Rfd3411dc8d3444be"/>
  </p:notesMasterIdLst>
  <p:sldIdLst>
    <p:sldId xmlns:r="http://schemas.openxmlformats.org/officeDocument/2006/relationships" id="256" r:id="Rea93c35dd7474212"/>
    <p:sldId xmlns:r="http://schemas.openxmlformats.org/officeDocument/2006/relationships" id="257" r:id="Rb283c6a6a8204403"/>
    <p:sldId xmlns:r="http://schemas.openxmlformats.org/officeDocument/2006/relationships" id="258" r:id="Ra5abdeda295e419d"/>
    <p:sldId xmlns:r="http://schemas.openxmlformats.org/officeDocument/2006/relationships" id="259" r:id="R119d29e4be604a5a"/>
    <p:sldId xmlns:r="http://schemas.openxmlformats.org/officeDocument/2006/relationships" id="260" r:id="R626df4c5fb844702"/>
    <p:sldId xmlns:r="http://schemas.openxmlformats.org/officeDocument/2006/relationships" id="261" r:id="R05a2cd1000234820"/>
    <p:sldId xmlns:r="http://schemas.openxmlformats.org/officeDocument/2006/relationships" id="262" r:id="R555d4e437ffb404e"/>
    <p:sldId xmlns:r="http://schemas.openxmlformats.org/officeDocument/2006/relationships" id="263" r:id="R3cc2be6549c749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100808451b473c" /><Relationship Type="http://schemas.openxmlformats.org/officeDocument/2006/relationships/slideMaster" Target="/ppt/slideMasters/slideMaster1.xml" Id="R0765faaff58045f5" /><Relationship Type="http://schemas.openxmlformats.org/officeDocument/2006/relationships/notesMaster" Target="/ppt/notesMasters/notesMaster1.xml" Id="Rfd3411dc8d3444be" /><Relationship Type="http://schemas.openxmlformats.org/officeDocument/2006/relationships/presProps" Target="/ppt/presProps.xml" Id="R29a4d00b4796474d" /><Relationship Type="http://schemas.openxmlformats.org/officeDocument/2006/relationships/tableStyles" Target="/ppt/tableStyles.xml" Id="R37d5e4ad231b4aac" /><Relationship Type="http://schemas.openxmlformats.org/officeDocument/2006/relationships/slide" Target="/ppt/slides/slide1.xml" Id="Rea93c35dd7474212" /><Relationship Type="http://schemas.openxmlformats.org/officeDocument/2006/relationships/slide" Target="/ppt/slides/slide2.xml" Id="Rb283c6a6a8204403" /><Relationship Type="http://schemas.openxmlformats.org/officeDocument/2006/relationships/slide" Target="/ppt/slides/slide3.xml" Id="Ra5abdeda295e419d" /><Relationship Type="http://schemas.openxmlformats.org/officeDocument/2006/relationships/slide" Target="/ppt/slides/slide4.xml" Id="R119d29e4be604a5a" /><Relationship Type="http://schemas.openxmlformats.org/officeDocument/2006/relationships/slide" Target="/ppt/slides/slide5.xml" Id="R626df4c5fb844702" /><Relationship Type="http://schemas.openxmlformats.org/officeDocument/2006/relationships/slide" Target="/ppt/slides/slide6.xml" Id="R05a2cd1000234820" /><Relationship Type="http://schemas.openxmlformats.org/officeDocument/2006/relationships/slide" Target="/ppt/slides/slide7.xml" Id="R555d4e437ffb404e" /><Relationship Type="http://schemas.openxmlformats.org/officeDocument/2006/relationships/slide" Target="/ppt/slides/slide8.xml" Id="R3cc2be6549c749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be5f98fe854a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a7db7f7bdc49ec" /><Relationship Type="http://schemas.openxmlformats.org/officeDocument/2006/relationships/notesMaster" Target="/ppt/notesMasters/notesMaster1.xml" Id="R5da1b2b6a54741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74bdf7dea24910" /><Relationship Type="http://schemas.openxmlformats.org/officeDocument/2006/relationships/notesMaster" Target="/ppt/notesMasters/notesMaster1.xml" Id="R8cb71278a05d4d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530c6f50304063" /><Relationship Type="http://schemas.openxmlformats.org/officeDocument/2006/relationships/notesMaster" Target="/ppt/notesMasters/notesMaster1.xml" Id="R59e4f83f89af4a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904bb741924a27" /><Relationship Type="http://schemas.openxmlformats.org/officeDocument/2006/relationships/notesMaster" Target="/ppt/notesMasters/notesMaster1.xml" Id="R00c3369d8b674e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24863f1de64acd" /><Relationship Type="http://schemas.openxmlformats.org/officeDocument/2006/relationships/notesMaster" Target="/ppt/notesMasters/notesMaster1.xml" Id="R920331f7d61647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2062802aa24473" /><Relationship Type="http://schemas.openxmlformats.org/officeDocument/2006/relationships/notesMaster" Target="/ppt/notesMasters/notesMaster1.xml" Id="Rc619d2558a754f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fdab88b62e4025" /><Relationship Type="http://schemas.openxmlformats.org/officeDocument/2006/relationships/notesMaster" Target="/ppt/notesMasters/notesMaster1.xml" Id="R9bdf35f4a88449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89e528130b4b22" /><Relationship Type="http://schemas.openxmlformats.org/officeDocument/2006/relationships/notesMaster" Target="/ppt/notesMasters/notesMaster1.xml" Id="R7b642562b57e40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Count Herds, Understand Systems. This lesson begins with one principle: livestock intelligence needs systems, mobility, ownership, and denominators. We will connect that principle to an accountable agricultural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V7_A_N13,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Livestock intelligence needs systems, mobility, ownership, and denominators. The five controls shown here are Species, Production system, Mobility, Ownership, Reference season. Together, they prevent an agricultural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V7_A_N13,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species, move through production system and mobility, and finish with ownership and reference season.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V7_A_N13,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agricultural example. A livestock indicator separates herd size from livestock-owning households and mobility.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V7_A_N13,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livestock indicators with explicit systems, seasons, and denominators.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V7_A_N13,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agricultural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V7_A_N13,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V7_A_N13,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species clear? Is production system documented? Is mobility testable? Is ownership governed? And is reference season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V7_A_N13,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30e64128e142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d902ddf4cc4fc7" /><Relationship Type="http://schemas.openxmlformats.org/officeDocument/2006/relationships/slideLayout" Target="/ppt/slideLayouts/slideLayout1.xml" Id="R829284dbe6d14f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9284dbe6d14f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7ff22d953643aa" /><Relationship Type="http://schemas.openxmlformats.org/officeDocument/2006/relationships/notesSlide" Target="/ppt/notesSlides/notesSlide1.xml" Id="Rc40b342a72ac47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393a5f70f34fc3" /><Relationship Type="http://schemas.openxmlformats.org/officeDocument/2006/relationships/notesSlide" Target="/ppt/notesSlides/notesSlide2.xml" Id="Rf09fd97653724c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d3e6d467dfe41d9" /><Relationship Type="http://schemas.openxmlformats.org/officeDocument/2006/relationships/notesSlide" Target="/ppt/notesSlides/notesSlide3.xml" Id="R53e16313e5e144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f38983ea684193" /><Relationship Type="http://schemas.openxmlformats.org/officeDocument/2006/relationships/notesSlide" Target="/ppt/notesSlides/notesSlide4.xml" Id="R165823a37d5a45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dd5bdc32aa43ad" /><Relationship Type="http://schemas.openxmlformats.org/officeDocument/2006/relationships/notesSlide" Target="/ppt/notesSlides/notesSlide5.xml" Id="Ra72e914f662743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eb19c2a1b8493c" /><Relationship Type="http://schemas.openxmlformats.org/officeDocument/2006/relationships/notesSlide" Target="/ppt/notesSlides/notesSlide6.xml" Id="Re785609d484248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fee8e16f2744a70" /><Relationship Type="http://schemas.openxmlformats.org/officeDocument/2006/relationships/notesSlide" Target="/ppt/notesSlides/notesSlide7.xml" Id="R780e3b21043647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7410a473dc439b" /><Relationship Type="http://schemas.openxmlformats.org/officeDocument/2006/relationships/notesSlide" Target="/ppt/notesSlides/notesSlide8.xml" Id="Ra9d5f7485e794492"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BC60AD-AC61-43F8-8482-1E84ABC2A05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BCB25657-2062-47FD-9841-94D55E90DC05}"/>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8820288A-CB42-4D60-BB90-9A800AF93ED8}"/>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27DFD617-04AE-41C7-8039-99E818F3C3DD}"/>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AGRICULTURE TRACK</a:t>
            </a:r>
          </a:p>
        </p:txBody>
      </p:sp>
      <p:sp>
        <p:nvSpPr>
          <p:cNvPr id="5" name="">
            <a:extLst xmlns:a="http://schemas.openxmlformats.org/drawingml/2006/main">
              <a:ext uri="{FF2B5EF4-FFF2-40B4-BE49-F238E27FC236}">
                <a16:creationId xmlns:a16="http://schemas.microsoft.com/office/drawing/2014/main" id="{4C2D3A3F-2C7F-4C05-BA0B-D1FD26C1C1C9}"/>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COUNT HERDS, UNDERSTAND SYSTEMS</a:t>
            </a:r>
          </a:p>
        </p:txBody>
      </p:sp>
      <p:sp>
        <p:nvSpPr>
          <p:cNvPr id="6" name="">
            <a:extLst xmlns:a="http://schemas.openxmlformats.org/drawingml/2006/main">
              <a:ext uri="{FF2B5EF4-FFF2-40B4-BE49-F238E27FC236}">
                <a16:creationId xmlns:a16="http://schemas.microsoft.com/office/drawing/2014/main" id="{20966493-04A6-4B12-9ED7-55CAAFC3AAE7}"/>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Livestock intelligence needs systems, mobility, ownership, and denominators.</a:t>
            </a:r>
          </a:p>
        </p:txBody>
      </p:sp>
      <p:sp>
        <p:nvSpPr>
          <p:cNvPr id="7" name="">
            <a:extLst xmlns:a="http://schemas.openxmlformats.org/drawingml/2006/main">
              <a:ext uri="{FF2B5EF4-FFF2-40B4-BE49-F238E27FC236}">
                <a16:creationId xmlns:a16="http://schemas.microsoft.com/office/drawing/2014/main" id="{B238233F-787F-4947-97DC-3F129D38EC04}"/>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V7_A_N13</a:t>
            </a:r>
          </a:p>
        </p:txBody>
      </p:sp>
      <p:sp>
        <p:nvSpPr>
          <p:cNvPr id="8" name="">
            <a:extLst xmlns:a="http://schemas.openxmlformats.org/drawingml/2006/main">
              <a:ext uri="{FF2B5EF4-FFF2-40B4-BE49-F238E27FC236}">
                <a16:creationId xmlns:a16="http://schemas.microsoft.com/office/drawing/2014/main" id="{CBBFE3C2-6959-470C-991F-44E158282B92}"/>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PU-B07-C18</a:t>
            </a:r>
          </a:p>
        </p:txBody>
      </p:sp>
      <p:sp>
        <p:nvSpPr>
          <p:cNvPr id="9" name="">
            <a:extLst xmlns:a="http://schemas.openxmlformats.org/drawingml/2006/main">
              <a:ext uri="{FF2B5EF4-FFF2-40B4-BE49-F238E27FC236}">
                <a16:creationId xmlns:a16="http://schemas.microsoft.com/office/drawing/2014/main" id="{3B5F027F-C708-4E4F-B9C5-B4AA700A46F9}"/>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6E728A54-9B28-4CE8-9423-302E1F851C93}"/>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277833125"/>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F421C94-94DD-4801-BFA7-F4C05210E85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V7_A_N13</a:t>
            </a:r>
          </a:p>
        </p:txBody>
      </p:sp>
      <p:sp>
        <p:nvSpPr>
          <p:cNvPr id="2" name="">
            <a:extLst xmlns:a="http://schemas.openxmlformats.org/drawingml/2006/main">
              <a:ext uri="{FF2B5EF4-FFF2-40B4-BE49-F238E27FC236}">
                <a16:creationId xmlns:a16="http://schemas.microsoft.com/office/drawing/2014/main" id="{BCCDF916-DB4D-4C5B-9FBA-56828F64CA4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6C426BB8-C1C8-425D-A883-3D2002B7E45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DB5A0A3-915B-4DA2-82A5-4B650C139F19}"/>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870391AA-8968-4A3F-B2AF-22EC6038BB5F}"/>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Livestock intelligence needs systems, mobility, ownership, and denominators.</a:t>
            </a:r>
          </a:p>
        </p:txBody>
      </p:sp>
      <p:sp>
        <p:nvSpPr>
          <p:cNvPr id="6" name="">
            <a:extLst xmlns:a="http://schemas.openxmlformats.org/drawingml/2006/main">
              <a:ext uri="{FF2B5EF4-FFF2-40B4-BE49-F238E27FC236}">
                <a16:creationId xmlns:a16="http://schemas.microsoft.com/office/drawing/2014/main" id="{E5672686-B18C-452A-9398-C18D78C48C4B}"/>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3E79CC62-5219-4C41-9B21-3AC168A0EA8A}"/>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64FB3D11-86D6-491C-A78F-2845129C3445}"/>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Species</a:t>
            </a:r>
          </a:p>
        </p:txBody>
      </p:sp>
      <p:sp>
        <p:nvSpPr>
          <p:cNvPr id="9" name="">
            <a:extLst xmlns:a="http://schemas.openxmlformats.org/drawingml/2006/main">
              <a:ext uri="{FF2B5EF4-FFF2-40B4-BE49-F238E27FC236}">
                <a16:creationId xmlns:a16="http://schemas.microsoft.com/office/drawing/2014/main" id="{34D43733-0ECB-424C-B329-F560C13D5270}"/>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072AB38F-946E-4B59-A6FB-0ECD47F4ADB0}"/>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Production system</a:t>
            </a:r>
          </a:p>
        </p:txBody>
      </p:sp>
      <p:sp>
        <p:nvSpPr>
          <p:cNvPr id="11" name="">
            <a:extLst xmlns:a="http://schemas.openxmlformats.org/drawingml/2006/main">
              <a:ext uri="{FF2B5EF4-FFF2-40B4-BE49-F238E27FC236}">
                <a16:creationId xmlns:a16="http://schemas.microsoft.com/office/drawing/2014/main" id="{532CE7AA-8F25-47B9-A970-C22294C3A8CF}"/>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F07F5099-534C-464F-9CB6-7B4A1B4AA26E}"/>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Mobility</a:t>
            </a:r>
          </a:p>
        </p:txBody>
      </p:sp>
      <p:sp>
        <p:nvSpPr>
          <p:cNvPr id="13" name="">
            <a:extLst xmlns:a="http://schemas.openxmlformats.org/drawingml/2006/main">
              <a:ext uri="{FF2B5EF4-FFF2-40B4-BE49-F238E27FC236}">
                <a16:creationId xmlns:a16="http://schemas.microsoft.com/office/drawing/2014/main" id="{06DFF123-A9C9-49C7-A000-B8DE3EE7A6DC}"/>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69EF63B4-FD2A-4DDB-A1D4-42D51D645029}"/>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Ownership</a:t>
            </a:r>
          </a:p>
        </p:txBody>
      </p:sp>
      <p:sp>
        <p:nvSpPr>
          <p:cNvPr id="15" name="">
            <a:extLst xmlns:a="http://schemas.openxmlformats.org/drawingml/2006/main">
              <a:ext uri="{FF2B5EF4-FFF2-40B4-BE49-F238E27FC236}">
                <a16:creationId xmlns:a16="http://schemas.microsoft.com/office/drawing/2014/main" id="{4C640166-98E8-4095-BC84-A33F475889A1}"/>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DA9D4ABA-BCC5-4BB8-9D68-35FA2DE9247A}"/>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Reference season</a:t>
            </a:r>
          </a:p>
        </p:txBody>
      </p:sp>
      <p:sp>
        <p:nvSpPr>
          <p:cNvPr id="17" name="">
            <a:extLst xmlns:a="http://schemas.openxmlformats.org/drawingml/2006/main">
              <a:ext uri="{FF2B5EF4-FFF2-40B4-BE49-F238E27FC236}">
                <a16:creationId xmlns:a16="http://schemas.microsoft.com/office/drawing/2014/main" id="{360CD03D-AC36-4354-905F-B65E990A380C}"/>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556898473"/>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9494008-C080-406A-9F19-7FD8A49A3B7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V7_A_N13</a:t>
            </a:r>
          </a:p>
        </p:txBody>
      </p:sp>
      <p:sp>
        <p:nvSpPr>
          <p:cNvPr id="2" name="">
            <a:extLst xmlns:a="http://schemas.openxmlformats.org/drawingml/2006/main">
              <a:ext uri="{FF2B5EF4-FFF2-40B4-BE49-F238E27FC236}">
                <a16:creationId xmlns:a16="http://schemas.microsoft.com/office/drawing/2014/main" id="{0A735C62-BFE5-4076-8651-A6C94A9CC6E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25084632-6D9A-4C00-B57A-1979B97FAE7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1CDDD55-FEE9-4EFC-B32C-3D3A8BD897BD}"/>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898098E1-AB5D-4731-A0C7-EF779BD7F9E3}"/>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B010B491-48BB-410D-8FC4-C97C2B085012}"/>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EB59467C-750A-4DC2-9DB5-4897C954B90D}"/>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Species</a:t>
            </a:r>
          </a:p>
        </p:txBody>
      </p:sp>
      <p:sp>
        <p:nvSpPr>
          <p:cNvPr id="8" name="">
            <a:extLst xmlns:a="http://schemas.openxmlformats.org/drawingml/2006/main">
              <a:ext uri="{FF2B5EF4-FFF2-40B4-BE49-F238E27FC236}">
                <a16:creationId xmlns:a16="http://schemas.microsoft.com/office/drawing/2014/main" id="{031C44A1-7A6F-4BD5-9E3C-9546C53273E5}"/>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8D8048FF-E02D-4A54-A25D-687D9B11EDBB}"/>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C2FD3022-29E4-4CAE-8325-2B0179F395FA}"/>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Production system</a:t>
            </a:r>
          </a:p>
        </p:txBody>
      </p:sp>
      <p:sp>
        <p:nvSpPr>
          <p:cNvPr id="11" name="">
            <a:extLst xmlns:a="http://schemas.openxmlformats.org/drawingml/2006/main">
              <a:ext uri="{FF2B5EF4-FFF2-40B4-BE49-F238E27FC236}">
                <a16:creationId xmlns:a16="http://schemas.microsoft.com/office/drawing/2014/main" id="{8D067E83-0636-4FB3-8CC8-22F7E4947EC7}"/>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D4813687-8A1F-4E8D-BE55-BBC80AD4BD6C}"/>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17B927AB-1BAF-42A7-A606-DA2677086A5E}"/>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Mobility</a:t>
            </a:r>
          </a:p>
        </p:txBody>
      </p:sp>
      <p:sp>
        <p:nvSpPr>
          <p:cNvPr id="14" name="">
            <a:extLst xmlns:a="http://schemas.openxmlformats.org/drawingml/2006/main">
              <a:ext uri="{FF2B5EF4-FFF2-40B4-BE49-F238E27FC236}">
                <a16:creationId xmlns:a16="http://schemas.microsoft.com/office/drawing/2014/main" id="{FFAD427D-474A-4A5E-900A-E5755A23FA1B}"/>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FDD23E54-22CB-40BE-9EB1-115C23BA0811}"/>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79503DCA-078A-4B39-9FCC-2339C406C30B}"/>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Ownership</a:t>
            </a:r>
          </a:p>
        </p:txBody>
      </p:sp>
      <p:sp>
        <p:nvSpPr>
          <p:cNvPr id="17" name="">
            <a:extLst xmlns:a="http://schemas.openxmlformats.org/drawingml/2006/main">
              <a:ext uri="{FF2B5EF4-FFF2-40B4-BE49-F238E27FC236}">
                <a16:creationId xmlns:a16="http://schemas.microsoft.com/office/drawing/2014/main" id="{7B194D26-E83E-424C-9B19-BEBD71D04236}"/>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42D7DBD3-A125-4DD4-B0CF-4AC420FBF275}"/>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42DE4C2E-F0B5-4C86-9B35-B164511578D9}"/>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Reference season</a:t>
            </a:r>
          </a:p>
        </p:txBody>
      </p:sp>
      <p:sp>
        <p:nvSpPr>
          <p:cNvPr id="20" name="">
            <a:extLst xmlns:a="http://schemas.openxmlformats.org/drawingml/2006/main">
              <a:ext uri="{FF2B5EF4-FFF2-40B4-BE49-F238E27FC236}">
                <a16:creationId xmlns:a16="http://schemas.microsoft.com/office/drawing/2014/main" id="{9F6E5DCD-83FD-4CBB-967D-82973D030D6C}"/>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16254062"/>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00EBA9D-E527-44B3-9436-263EFBBF7B2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V7_A_N13</a:t>
            </a:r>
          </a:p>
        </p:txBody>
      </p:sp>
      <p:sp>
        <p:nvSpPr>
          <p:cNvPr id="2" name="">
            <a:extLst xmlns:a="http://schemas.openxmlformats.org/drawingml/2006/main">
              <a:ext uri="{FF2B5EF4-FFF2-40B4-BE49-F238E27FC236}">
                <a16:creationId xmlns:a16="http://schemas.microsoft.com/office/drawing/2014/main" id="{3AB2E6D8-2366-496E-A74C-0F20708C261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B270342F-1A76-4728-8BB8-856D3FD9A10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2BB4EF7-A662-40DD-B709-2A51B8A2621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89E36397-40FC-41BD-B6A2-23752B457AB5}"/>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8F3E7F24-49D5-40BA-A8D0-6C18C0424CD1}"/>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0F435CC1-1B62-495F-8D8E-51F967043C79}"/>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livestock indicator separates herd size from livestock-owning households and mobility.</a:t>
            </a:r>
          </a:p>
        </p:txBody>
      </p:sp>
      <p:sp>
        <p:nvSpPr>
          <p:cNvPr id="8" name="">
            <a:extLst xmlns:a="http://schemas.openxmlformats.org/drawingml/2006/main">
              <a:ext uri="{FF2B5EF4-FFF2-40B4-BE49-F238E27FC236}">
                <a16:creationId xmlns:a16="http://schemas.microsoft.com/office/drawing/2014/main" id="{692BA60F-8886-495F-A2D6-677F96450243}"/>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3F03203B-F191-4603-B31B-DF9E27983E16}"/>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4C3ED3A2-CDC9-4DEF-8C89-72A271B9D251}"/>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86A06597-E9CC-4B20-B139-399D546F62AE}"/>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768200467"/>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E9A2C4C-6F38-40BE-983D-29AAA0D8A29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V7_A_N13</a:t>
            </a:r>
          </a:p>
        </p:txBody>
      </p:sp>
      <p:sp>
        <p:nvSpPr>
          <p:cNvPr id="2" name="">
            <a:extLst xmlns:a="http://schemas.openxmlformats.org/drawingml/2006/main">
              <a:ext uri="{FF2B5EF4-FFF2-40B4-BE49-F238E27FC236}">
                <a16:creationId xmlns:a16="http://schemas.microsoft.com/office/drawing/2014/main" id="{60543552-F3E3-4D95-AF51-23CAFEE34CA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FE5FE973-74DC-4674-BD26-D4E87211B96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D85C7E9-3F4B-48C1-AC83-3354B98D14A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7100F27D-9718-4CC9-BE2A-169851AE12B4}"/>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livestock indicators with explicit systems, seasons, and denominators.</a:t>
            </a:r>
          </a:p>
        </p:txBody>
      </p:sp>
      <p:sp>
        <p:nvSpPr>
          <p:cNvPr id="6" name="">
            <a:extLst xmlns:a="http://schemas.openxmlformats.org/drawingml/2006/main">
              <a:ext uri="{FF2B5EF4-FFF2-40B4-BE49-F238E27FC236}">
                <a16:creationId xmlns:a16="http://schemas.microsoft.com/office/drawing/2014/main" id="{066DA4B4-DA97-4B60-A736-EE3A3FBCB517}"/>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37F3D694-6008-4F7D-AA7F-93F18D908836}"/>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A115E019-B6F1-4B0F-98A0-562371461126}"/>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FA3F912C-BD9D-4AD8-98DB-95DD25538A4E}"/>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50C87DA7-59F2-46F9-8EA1-863759152118}"/>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446533ED-FC88-44B6-89D5-EDFB669EDC34}"/>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1BD97604-EE84-467A-B27A-2FA49E74E106}"/>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F5727EED-B5D9-4076-9ECD-93FF46D3F201}"/>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ACEDC400-A53F-4701-B3EE-12BEAAD16CD3}"/>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D4BC678E-4578-4CD9-9610-825A8C76D0D7}"/>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58FEBE40-74B0-48E4-A71B-F62F8E508109}"/>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3FDABEF9-3799-401A-9A82-23B6BC7B25E0}"/>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318873456"/>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43D03BA-FB93-43E0-A8DE-A75E52971DF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V7_A_N13</a:t>
            </a:r>
          </a:p>
        </p:txBody>
      </p:sp>
      <p:sp>
        <p:nvSpPr>
          <p:cNvPr id="2" name="">
            <a:extLst xmlns:a="http://schemas.openxmlformats.org/drawingml/2006/main">
              <a:ext uri="{FF2B5EF4-FFF2-40B4-BE49-F238E27FC236}">
                <a16:creationId xmlns:a16="http://schemas.microsoft.com/office/drawing/2014/main" id="{F6192240-A4CA-4A16-BFF0-CC2C2A1FA16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48CF3123-AA88-48BE-8773-62C2779D0FD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6F2E8F1-754D-4974-9B77-0E4F03BB610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219B028D-C7F1-41FF-A264-44BF5A826AE6}"/>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CA13C017-A5B8-42F6-B4DA-A6772D5453FD}"/>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101818E2-9091-48DE-9DEC-5CE76514AA56}"/>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B505F201-0B54-4000-9A33-A8E9086C1E79}"/>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AE30CB3C-372F-4BBA-8007-35A889881E18}"/>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CA6C386D-FDF2-4252-9883-ABD1620CF20C}"/>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A6552342-A06E-4923-89A3-B1B00DB9F62E}"/>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15D15361-9C2B-4424-98FA-43B1BA53455E}"/>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D7872B78-786B-40A0-B17A-795BCBEDC475}"/>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BCFF685A-E0D1-416C-8421-A96B6AA7D699}"/>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221551719"/>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6EC4A52-F929-4BA9-9EA0-89DE3C92390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V7_A_N13</a:t>
            </a:r>
          </a:p>
        </p:txBody>
      </p:sp>
      <p:sp>
        <p:nvSpPr>
          <p:cNvPr id="2" name="">
            <a:extLst xmlns:a="http://schemas.openxmlformats.org/drawingml/2006/main">
              <a:ext uri="{FF2B5EF4-FFF2-40B4-BE49-F238E27FC236}">
                <a16:creationId xmlns:a16="http://schemas.microsoft.com/office/drawing/2014/main" id="{94B90590-8FB5-46EF-8D2D-2AE5A711DEF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3F792693-FDF7-4044-8F43-EA1B238B032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992A402-AB6A-4CD7-87D9-C17CF877B7E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86BA35A3-D5A3-485A-B5D9-8FF35B2C244E}"/>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E5159085-A2BE-40CB-B5E5-AF833B088D60}"/>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8D146D51-E220-458C-B8B6-2EF135F5CCB2}"/>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B76F22D1-0EDD-488F-9AF7-F896EAE4638A}"/>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7EC32A3C-2223-49FD-BD64-BABE02D9D789}"/>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B47D0C6A-C570-47DF-8C59-A5C2DE3D8512}"/>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747218411"/>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BF5D09-C7A5-425F-86AC-0596659446A3}"/>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4B3511AA-8E61-4565-88EE-82A9BEE8522F}"/>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E93ABE0B-B15C-4EFF-92FD-ACB32332C189}"/>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Species</a:t>
            </a:r>
          </a:p>
        </p:txBody>
      </p:sp>
      <p:sp>
        <p:nvSpPr>
          <p:cNvPr id="4" name="">
            <a:extLst xmlns:a="http://schemas.openxmlformats.org/drawingml/2006/main">
              <a:ext uri="{FF2B5EF4-FFF2-40B4-BE49-F238E27FC236}">
                <a16:creationId xmlns:a16="http://schemas.microsoft.com/office/drawing/2014/main" id="{1B5C937E-DDCA-4B70-897A-2304185E8E81}"/>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E63EAD10-C5DB-47D1-9C10-AF8E3D05DC44}"/>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Production system</a:t>
            </a:r>
          </a:p>
        </p:txBody>
      </p:sp>
      <p:sp>
        <p:nvSpPr>
          <p:cNvPr id="6" name="">
            <a:extLst xmlns:a="http://schemas.openxmlformats.org/drawingml/2006/main">
              <a:ext uri="{FF2B5EF4-FFF2-40B4-BE49-F238E27FC236}">
                <a16:creationId xmlns:a16="http://schemas.microsoft.com/office/drawing/2014/main" id="{1EE9D85E-AD34-4503-9813-84493DADC9C0}"/>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CC89C4AF-EE0C-4F89-9D69-7FFBF3231F8E}"/>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Mobility</a:t>
            </a:r>
          </a:p>
        </p:txBody>
      </p:sp>
      <p:sp>
        <p:nvSpPr>
          <p:cNvPr id="8" name="">
            <a:extLst xmlns:a="http://schemas.openxmlformats.org/drawingml/2006/main">
              <a:ext uri="{FF2B5EF4-FFF2-40B4-BE49-F238E27FC236}">
                <a16:creationId xmlns:a16="http://schemas.microsoft.com/office/drawing/2014/main" id="{4D5DCBD3-8180-434D-9DFD-AE7DEC969551}"/>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4CA1AA27-08E5-4C64-BB17-61D9BAC8263E}"/>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Ownership</a:t>
            </a:r>
          </a:p>
        </p:txBody>
      </p:sp>
      <p:sp>
        <p:nvSpPr>
          <p:cNvPr id="10" name="">
            <a:extLst xmlns:a="http://schemas.openxmlformats.org/drawingml/2006/main">
              <a:ext uri="{FF2B5EF4-FFF2-40B4-BE49-F238E27FC236}">
                <a16:creationId xmlns:a16="http://schemas.microsoft.com/office/drawing/2014/main" id="{802EC456-D27A-46C1-8CD1-C7509962E7A1}"/>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B0EDBE67-8E01-4884-B55D-7C84678D2E38}"/>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Reference season</a:t>
            </a:r>
          </a:p>
        </p:txBody>
      </p:sp>
      <p:sp>
        <p:nvSpPr>
          <p:cNvPr id="12" name="">
            <a:extLst xmlns:a="http://schemas.openxmlformats.org/drawingml/2006/main">
              <a:ext uri="{FF2B5EF4-FFF2-40B4-BE49-F238E27FC236}">
                <a16:creationId xmlns:a16="http://schemas.microsoft.com/office/drawing/2014/main" id="{DF36F859-2630-491B-B9E7-718A47D97307}"/>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6404956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2026-09-04T14:43:45.4740000Z</dcterms:created>
  <dcterms:modified xsi:type="dcterms:W3CDTF">2026-09-04T14:43:45.4740000Z</dcterms:modified>
</coreProperties>
</file>