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eb98613eaf4a01" /><Relationship Type="http://schemas.openxmlformats.org/officeDocument/2006/relationships/extended-properties" Target="/docProps/app.xml" Id="R1f4ace77227e48ac" /><Relationship Type="http://schemas.openxmlformats.org/officeDocument/2006/relationships/officeDocument" Target="/ppt/presentation.xml" Id="R63f76db4cf9a4922" /></Relationships>
</file>

<file path=ppt/presentation.xml><?xml version="1.0" encoding="utf-8"?>
<p:presentation xmlns:p="http://schemas.openxmlformats.org/presentationml/2006/main">
  <p:sldMasterIdLst>
    <p:sldMasterId xmlns:r="http://schemas.openxmlformats.org/officeDocument/2006/relationships" id="2147483648" r:id="R47858f7bf9104b77"/>
  </p:sldMasterIdLst>
  <p:notesMasterIdLst>
    <p:notesMasterId xmlns:r="http://schemas.openxmlformats.org/officeDocument/2006/relationships" r:id="R071ff0d0ce6e4c15"/>
  </p:notesMasterIdLst>
  <p:sldIdLst>
    <p:sldId xmlns:r="http://schemas.openxmlformats.org/officeDocument/2006/relationships" id="256" r:id="R42562d6a70d447c2"/>
    <p:sldId xmlns:r="http://schemas.openxmlformats.org/officeDocument/2006/relationships" id="257" r:id="R4768ecda3fb34586"/>
    <p:sldId xmlns:r="http://schemas.openxmlformats.org/officeDocument/2006/relationships" id="258" r:id="R3c9b5d64c84d4d2e"/>
    <p:sldId xmlns:r="http://schemas.openxmlformats.org/officeDocument/2006/relationships" id="259" r:id="R382f349212054289"/>
    <p:sldId xmlns:r="http://schemas.openxmlformats.org/officeDocument/2006/relationships" id="260" r:id="Rc867a90e8cac4534"/>
    <p:sldId xmlns:r="http://schemas.openxmlformats.org/officeDocument/2006/relationships" id="261" r:id="Rdab9bcf532bc44b2"/>
    <p:sldId xmlns:r="http://schemas.openxmlformats.org/officeDocument/2006/relationships" id="262" r:id="Rdc8116f4f0644f59"/>
    <p:sldId xmlns:r="http://schemas.openxmlformats.org/officeDocument/2006/relationships" id="263" r:id="R53a1c0ec392b4a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74e6fb8c7445c5" /><Relationship Type="http://schemas.openxmlformats.org/officeDocument/2006/relationships/slideMaster" Target="/ppt/slideMasters/slideMaster1.xml" Id="R47858f7bf9104b77" /><Relationship Type="http://schemas.openxmlformats.org/officeDocument/2006/relationships/notesMaster" Target="/ppt/notesMasters/notesMaster1.xml" Id="R071ff0d0ce6e4c15" /><Relationship Type="http://schemas.openxmlformats.org/officeDocument/2006/relationships/presProps" Target="/ppt/presProps.xml" Id="Rf4a90f7d92e94179" /><Relationship Type="http://schemas.openxmlformats.org/officeDocument/2006/relationships/tableStyles" Target="/ppt/tableStyles.xml" Id="Rd2341a267d1c4234" /><Relationship Type="http://schemas.openxmlformats.org/officeDocument/2006/relationships/slide" Target="/ppt/slides/slide1.xml" Id="R42562d6a70d447c2" /><Relationship Type="http://schemas.openxmlformats.org/officeDocument/2006/relationships/slide" Target="/ppt/slides/slide2.xml" Id="R4768ecda3fb34586" /><Relationship Type="http://schemas.openxmlformats.org/officeDocument/2006/relationships/slide" Target="/ppt/slides/slide3.xml" Id="R3c9b5d64c84d4d2e" /><Relationship Type="http://schemas.openxmlformats.org/officeDocument/2006/relationships/slide" Target="/ppt/slides/slide4.xml" Id="R382f349212054289" /><Relationship Type="http://schemas.openxmlformats.org/officeDocument/2006/relationships/slide" Target="/ppt/slides/slide5.xml" Id="Rc867a90e8cac4534" /><Relationship Type="http://schemas.openxmlformats.org/officeDocument/2006/relationships/slide" Target="/ppt/slides/slide6.xml" Id="Rdab9bcf532bc44b2" /><Relationship Type="http://schemas.openxmlformats.org/officeDocument/2006/relationships/slide" Target="/ppt/slides/slide7.xml" Id="Rdc8116f4f0644f59" /><Relationship Type="http://schemas.openxmlformats.org/officeDocument/2006/relationships/slide" Target="/ppt/slides/slide8.xml" Id="R53a1c0ec392b4a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6bf135dce24d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6f0045dca34260" /><Relationship Type="http://schemas.openxmlformats.org/officeDocument/2006/relationships/notesMaster" Target="/ppt/notesMasters/notesMaster1.xml" Id="R14468dc3869c4c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d4df72a8ce4d47" /><Relationship Type="http://schemas.openxmlformats.org/officeDocument/2006/relationships/notesMaster" Target="/ppt/notesMasters/notesMaster1.xml" Id="Rc5064104728f44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ef43e3239145e7" /><Relationship Type="http://schemas.openxmlformats.org/officeDocument/2006/relationships/notesMaster" Target="/ppt/notesMasters/notesMaster1.xml" Id="Rcaa6099e884f4e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3550a0febf44d2" /><Relationship Type="http://schemas.openxmlformats.org/officeDocument/2006/relationships/notesMaster" Target="/ppt/notesMasters/notesMaster1.xml" Id="Rd1bed12099624a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40b0c1e3fd45ac" /><Relationship Type="http://schemas.openxmlformats.org/officeDocument/2006/relationships/notesMaster" Target="/ppt/notesMasters/notesMaster1.xml" Id="R278445a7a2ab4a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93a5dfa6db4a9b" /><Relationship Type="http://schemas.openxmlformats.org/officeDocument/2006/relationships/notesMaster" Target="/ppt/notesMasters/notesMaster1.xml" Id="R626c7fb0e84a49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6fedf62a3c4bc7" /><Relationship Type="http://schemas.openxmlformats.org/officeDocument/2006/relationships/notesMaster" Target="/ppt/notesMasters/notesMaster1.xml" Id="R2ff8e2393ee141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ba031926204eb8" /><Relationship Type="http://schemas.openxmlformats.org/officeDocument/2006/relationships/notesMaster" Target="/ppt/notesMasters/notesMaster1.xml" Id="R2a4e631f0f1845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Quality Before Yield. This lesson begins with one principle: gate yield analysis on decision-specific evidence quality.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Gate yield analysis on decision-specific evidence quality. The five controls shown here are Completeness, Timeliness, Weighted coverage, Coherence, Revision and drift.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completeness, move through timeliness and weighted coverage, and finish with coherence and revision and drift.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Missing reports from two high-production districts can invalidate a high national completion rate.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Calculate quality gates and explain when the workflow must abstain from a yield estimate.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completeness clear? Is timeliness documented? Is weighted coverage testable? Is coherence governed? And is revision and drift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V7_A_N03,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cacc85ecd543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ffc4676cd14b9a" /><Relationship Type="http://schemas.openxmlformats.org/officeDocument/2006/relationships/slideLayout" Target="/ppt/slideLayouts/slideLayout1.xml" Id="R796ffb5266a94e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6ffb5266a94e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ea285260044b4a" /><Relationship Type="http://schemas.openxmlformats.org/officeDocument/2006/relationships/notesSlide" Target="/ppt/notesSlides/notesSlide1.xml" Id="R67555f87893e45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29d8b53ad3422d" /><Relationship Type="http://schemas.openxmlformats.org/officeDocument/2006/relationships/notesSlide" Target="/ppt/notesSlides/notesSlide2.xml" Id="R36168f3a3e0645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44b7f22a3e4d10" /><Relationship Type="http://schemas.openxmlformats.org/officeDocument/2006/relationships/notesSlide" Target="/ppt/notesSlides/notesSlide3.xml" Id="R6a1008fdf51943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8a19eced3b4b7a" /><Relationship Type="http://schemas.openxmlformats.org/officeDocument/2006/relationships/notesSlide" Target="/ppt/notesSlides/notesSlide4.xml" Id="Rb4ec62f3cb9043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ad1d6825224f8b" /><Relationship Type="http://schemas.openxmlformats.org/officeDocument/2006/relationships/notesSlide" Target="/ppt/notesSlides/notesSlide5.xml" Id="Rc2767d1f09ea4a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024508fddc48f1" /><Relationship Type="http://schemas.openxmlformats.org/officeDocument/2006/relationships/notesSlide" Target="/ppt/notesSlides/notesSlide6.xml" Id="R1f8191473f0e4a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5c0113b4c1041ef" /><Relationship Type="http://schemas.openxmlformats.org/officeDocument/2006/relationships/notesSlide" Target="/ppt/notesSlides/notesSlide7.xml" Id="R450ddd1550a54d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537fbbb67b4a5d" /><Relationship Type="http://schemas.openxmlformats.org/officeDocument/2006/relationships/notesSlide" Target="/ppt/notesSlides/notesSlide8.xml" Id="Rb05e73c7c1ef46c6"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2D490BF-2B52-4992-92DF-C892C5D6DA1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3C08F8F6-23BE-4605-91B8-712CA2FD1E5E}"/>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C6529CAC-A1D2-4ADF-BBF8-D7B1E85F2BA3}"/>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72092495-79E9-4F2A-9057-91B269E18C3E}"/>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C29A6868-E2EC-4929-9F33-A2CC8163077A}"/>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QUALITY BEFORE YIELD</a:t>
            </a:r>
          </a:p>
        </p:txBody>
      </p:sp>
      <p:sp>
        <p:nvSpPr>
          <p:cNvPr id="6" name="">
            <a:extLst xmlns:a="http://schemas.openxmlformats.org/drawingml/2006/main">
              <a:ext uri="{FF2B5EF4-FFF2-40B4-BE49-F238E27FC236}">
                <a16:creationId xmlns:a16="http://schemas.microsoft.com/office/drawing/2014/main" id="{248729F2-3C0B-4B14-9801-B4EFEE8E7DD5}"/>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Gate yield analysis on decision-specific evidence quality.</a:t>
            </a:r>
          </a:p>
        </p:txBody>
      </p:sp>
      <p:sp>
        <p:nvSpPr>
          <p:cNvPr id="7" name="">
            <a:extLst xmlns:a="http://schemas.openxmlformats.org/drawingml/2006/main">
              <a:ext uri="{FF2B5EF4-FFF2-40B4-BE49-F238E27FC236}">
                <a16:creationId xmlns:a16="http://schemas.microsoft.com/office/drawing/2014/main" id="{3109C75C-8AE9-4E5F-A7FB-8E4BCC4C511A}"/>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V7_A_N03</a:t>
            </a:r>
          </a:p>
        </p:txBody>
      </p:sp>
      <p:sp>
        <p:nvSpPr>
          <p:cNvPr id="8" name="">
            <a:extLst xmlns:a="http://schemas.openxmlformats.org/drawingml/2006/main">
              <a:ext uri="{FF2B5EF4-FFF2-40B4-BE49-F238E27FC236}">
                <a16:creationId xmlns:a16="http://schemas.microsoft.com/office/drawing/2014/main" id="{9A87AE43-C244-42FD-A6B4-C8782A6D2B52}"/>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PU-B07-C08</a:t>
            </a:r>
          </a:p>
        </p:txBody>
      </p:sp>
      <p:sp>
        <p:nvSpPr>
          <p:cNvPr id="9" name="">
            <a:extLst xmlns:a="http://schemas.openxmlformats.org/drawingml/2006/main">
              <a:ext uri="{FF2B5EF4-FFF2-40B4-BE49-F238E27FC236}">
                <a16:creationId xmlns:a16="http://schemas.microsoft.com/office/drawing/2014/main" id="{F7DF5B0C-B8FD-4C8B-A2A2-CC5BAC5D9262}"/>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C9D0C19F-0388-45B6-B378-0276C018BA65}"/>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837206584"/>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0121803-925D-4F20-B9B1-3AABA343ED2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V7_A_N03</a:t>
            </a:r>
          </a:p>
        </p:txBody>
      </p:sp>
      <p:sp>
        <p:nvSpPr>
          <p:cNvPr id="2" name="">
            <a:extLst xmlns:a="http://schemas.openxmlformats.org/drawingml/2006/main">
              <a:ext uri="{FF2B5EF4-FFF2-40B4-BE49-F238E27FC236}">
                <a16:creationId xmlns:a16="http://schemas.microsoft.com/office/drawing/2014/main" id="{98B83C7F-12E8-495F-B831-327EC4BC28D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60805DC4-9BD9-4B6F-B7E8-C21F8E3FC04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5A04352-B8D3-4175-893C-E685B3B7553F}"/>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C6781A2A-5405-4CC7-A9F3-DF0FDD91A361}"/>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Gate yield analysis on decision-specific evidence quality.</a:t>
            </a:r>
          </a:p>
        </p:txBody>
      </p:sp>
      <p:sp>
        <p:nvSpPr>
          <p:cNvPr id="6" name="">
            <a:extLst xmlns:a="http://schemas.openxmlformats.org/drawingml/2006/main">
              <a:ext uri="{FF2B5EF4-FFF2-40B4-BE49-F238E27FC236}">
                <a16:creationId xmlns:a16="http://schemas.microsoft.com/office/drawing/2014/main" id="{BA523CEC-B382-495D-8AB6-8E52444B1BDD}"/>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B37B3F80-731F-423C-BA90-392088AB0E47}"/>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39FC186D-E35B-4499-BB30-45D8829CB842}"/>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Completeness</a:t>
            </a:r>
          </a:p>
        </p:txBody>
      </p:sp>
      <p:sp>
        <p:nvSpPr>
          <p:cNvPr id="9" name="">
            <a:extLst xmlns:a="http://schemas.openxmlformats.org/drawingml/2006/main">
              <a:ext uri="{FF2B5EF4-FFF2-40B4-BE49-F238E27FC236}">
                <a16:creationId xmlns:a16="http://schemas.microsoft.com/office/drawing/2014/main" id="{46867585-10E6-4D40-94E2-7246B69004B1}"/>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EF05ABF1-B412-44B0-8816-EEEF8B24E6A9}"/>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Timeliness</a:t>
            </a:r>
          </a:p>
        </p:txBody>
      </p:sp>
      <p:sp>
        <p:nvSpPr>
          <p:cNvPr id="11" name="">
            <a:extLst xmlns:a="http://schemas.openxmlformats.org/drawingml/2006/main">
              <a:ext uri="{FF2B5EF4-FFF2-40B4-BE49-F238E27FC236}">
                <a16:creationId xmlns:a16="http://schemas.microsoft.com/office/drawing/2014/main" id="{625EE3CC-3F2B-424D-8DD6-DC62D668949E}"/>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CB7AB4DE-A31C-47F5-AE87-35DD274D4CD9}"/>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Weighted coverage</a:t>
            </a:r>
          </a:p>
        </p:txBody>
      </p:sp>
      <p:sp>
        <p:nvSpPr>
          <p:cNvPr id="13" name="">
            <a:extLst xmlns:a="http://schemas.openxmlformats.org/drawingml/2006/main">
              <a:ext uri="{FF2B5EF4-FFF2-40B4-BE49-F238E27FC236}">
                <a16:creationId xmlns:a16="http://schemas.microsoft.com/office/drawing/2014/main" id="{455A30D0-7C47-4A13-9DB5-6AE2F483D84B}"/>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097C6E50-10FB-4D66-8BA0-3ECA3A29CE3F}"/>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Coherence</a:t>
            </a:r>
          </a:p>
        </p:txBody>
      </p:sp>
      <p:sp>
        <p:nvSpPr>
          <p:cNvPr id="15" name="">
            <a:extLst xmlns:a="http://schemas.openxmlformats.org/drawingml/2006/main">
              <a:ext uri="{FF2B5EF4-FFF2-40B4-BE49-F238E27FC236}">
                <a16:creationId xmlns:a16="http://schemas.microsoft.com/office/drawing/2014/main" id="{9C4742FD-520E-4CF3-B890-D154200EC717}"/>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6CA376E5-077B-49A1-A2E7-A21A7066B78F}"/>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Revision and drift</a:t>
            </a:r>
          </a:p>
        </p:txBody>
      </p:sp>
      <p:sp>
        <p:nvSpPr>
          <p:cNvPr id="17" name="">
            <a:extLst xmlns:a="http://schemas.openxmlformats.org/drawingml/2006/main">
              <a:ext uri="{FF2B5EF4-FFF2-40B4-BE49-F238E27FC236}">
                <a16:creationId xmlns:a16="http://schemas.microsoft.com/office/drawing/2014/main" id="{7A0D4DA4-0906-46B9-B6AB-DDEB1E454CE0}"/>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862962895"/>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CC46BC1-07F9-4A55-8D0F-F0A189E6E77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V7_A_N03</a:t>
            </a:r>
          </a:p>
        </p:txBody>
      </p:sp>
      <p:sp>
        <p:nvSpPr>
          <p:cNvPr id="2" name="">
            <a:extLst xmlns:a="http://schemas.openxmlformats.org/drawingml/2006/main">
              <a:ext uri="{FF2B5EF4-FFF2-40B4-BE49-F238E27FC236}">
                <a16:creationId xmlns:a16="http://schemas.microsoft.com/office/drawing/2014/main" id="{5FEE3E70-3BF6-4FCA-86DA-F3725203901B}"/>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0CCD0568-3F7A-43D4-A3E3-20FCBF435B0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6A7B175-0552-4A51-81DA-49BFFA497B7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AC317F78-7BA2-4CDD-982F-8B7A0B87183A}"/>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88760DC5-D19E-4805-A1F9-C7D9DA093D6A}"/>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84205814-6617-48B9-84B3-FFCF76D124A0}"/>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Completeness</a:t>
            </a:r>
          </a:p>
        </p:txBody>
      </p:sp>
      <p:sp>
        <p:nvSpPr>
          <p:cNvPr id="8" name="">
            <a:extLst xmlns:a="http://schemas.openxmlformats.org/drawingml/2006/main">
              <a:ext uri="{FF2B5EF4-FFF2-40B4-BE49-F238E27FC236}">
                <a16:creationId xmlns:a16="http://schemas.microsoft.com/office/drawing/2014/main" id="{6890DD5F-68B1-42B1-A9DA-F1C98C27EB4D}"/>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E7A7E79B-F409-4548-BDA5-890E665E7B70}"/>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4EB3476B-6081-4DFF-ABE3-B8835407D000}"/>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Timeliness</a:t>
            </a:r>
          </a:p>
        </p:txBody>
      </p:sp>
      <p:sp>
        <p:nvSpPr>
          <p:cNvPr id="11" name="">
            <a:extLst xmlns:a="http://schemas.openxmlformats.org/drawingml/2006/main">
              <a:ext uri="{FF2B5EF4-FFF2-40B4-BE49-F238E27FC236}">
                <a16:creationId xmlns:a16="http://schemas.microsoft.com/office/drawing/2014/main" id="{681A0073-5A1A-4520-A34E-1EB5E70774B6}"/>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BD317D40-A6E5-4982-982A-FF1461963E44}"/>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D40F96CB-868C-4210-84C2-921038F879F6}"/>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Weighted coverage</a:t>
            </a:r>
          </a:p>
        </p:txBody>
      </p:sp>
      <p:sp>
        <p:nvSpPr>
          <p:cNvPr id="14" name="">
            <a:extLst xmlns:a="http://schemas.openxmlformats.org/drawingml/2006/main">
              <a:ext uri="{FF2B5EF4-FFF2-40B4-BE49-F238E27FC236}">
                <a16:creationId xmlns:a16="http://schemas.microsoft.com/office/drawing/2014/main" id="{581D656F-FA93-4B5C-9B42-947B9B919BF5}"/>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2323C9A3-C3FA-4CE8-8401-F52F7E12D2CE}"/>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81F7CEE7-282E-4A57-A1E7-4A36DF5335FB}"/>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Coherence</a:t>
            </a:r>
          </a:p>
        </p:txBody>
      </p:sp>
      <p:sp>
        <p:nvSpPr>
          <p:cNvPr id="17" name="">
            <a:extLst xmlns:a="http://schemas.openxmlformats.org/drawingml/2006/main">
              <a:ext uri="{FF2B5EF4-FFF2-40B4-BE49-F238E27FC236}">
                <a16:creationId xmlns:a16="http://schemas.microsoft.com/office/drawing/2014/main" id="{34387530-2BFE-46A7-9ABA-D899D0F4D451}"/>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2482910B-610C-45BB-B244-E6137533157C}"/>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EF9D5B25-83CD-4A32-B11F-391F5D85B10A}"/>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Revision and drift</a:t>
            </a:r>
          </a:p>
        </p:txBody>
      </p:sp>
      <p:sp>
        <p:nvSpPr>
          <p:cNvPr id="20" name="">
            <a:extLst xmlns:a="http://schemas.openxmlformats.org/drawingml/2006/main">
              <a:ext uri="{FF2B5EF4-FFF2-40B4-BE49-F238E27FC236}">
                <a16:creationId xmlns:a16="http://schemas.microsoft.com/office/drawing/2014/main" id="{8956BC77-AA58-4851-91F9-CF05E5E90DF3}"/>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47619768"/>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21AA708-29E1-4B58-B483-2A0FD920FFD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V7_A_N03</a:t>
            </a:r>
          </a:p>
        </p:txBody>
      </p:sp>
      <p:sp>
        <p:nvSpPr>
          <p:cNvPr id="2" name="">
            <a:extLst xmlns:a="http://schemas.openxmlformats.org/drawingml/2006/main">
              <a:ext uri="{FF2B5EF4-FFF2-40B4-BE49-F238E27FC236}">
                <a16:creationId xmlns:a16="http://schemas.microsoft.com/office/drawing/2014/main" id="{AD68CA05-57A6-46CF-800E-C15F88BC886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505881E0-4B58-40D7-9921-01389168D86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5853D0E-13CC-4D74-BFBF-153DFF4D05C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29C5286D-4616-41F7-A868-29D6AF173321}"/>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A3BCD82A-8CC3-431B-ACA8-A4EF1759CC01}"/>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1D6D555A-8648-470C-B63B-88388115710F}"/>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Missing reports from two high-production districts can invalidate a high national completion rate.</a:t>
            </a:r>
          </a:p>
        </p:txBody>
      </p:sp>
      <p:sp>
        <p:nvSpPr>
          <p:cNvPr id="8" name="">
            <a:extLst xmlns:a="http://schemas.openxmlformats.org/drawingml/2006/main">
              <a:ext uri="{FF2B5EF4-FFF2-40B4-BE49-F238E27FC236}">
                <a16:creationId xmlns:a16="http://schemas.microsoft.com/office/drawing/2014/main" id="{E935F97A-91A3-4E63-83EA-8B98D42BFD9C}"/>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27543BCE-09AE-4CF8-9967-FBB3E390AE70}"/>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300E912B-556B-4996-A91D-84CAADEB02E5}"/>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22374DC6-A134-44CB-AFB7-72B71E8BF876}"/>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621295657"/>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008C850-7F09-4B6F-B3E5-8A59DF959A6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V7_A_N03</a:t>
            </a:r>
          </a:p>
        </p:txBody>
      </p:sp>
      <p:sp>
        <p:nvSpPr>
          <p:cNvPr id="2" name="">
            <a:extLst xmlns:a="http://schemas.openxmlformats.org/drawingml/2006/main">
              <a:ext uri="{FF2B5EF4-FFF2-40B4-BE49-F238E27FC236}">
                <a16:creationId xmlns:a16="http://schemas.microsoft.com/office/drawing/2014/main" id="{553F16EC-0714-4ADD-BBF3-C9F8E17D736E}"/>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8CE7D962-5D0B-4348-AA18-021E0A3FE49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6788DAE-7931-4ECF-817D-ACDBC33ACE3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BF079521-60EA-4F88-873F-23C09E15EA37}"/>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Calculate quality gates and explain when the workflow must abstain from a yield estimate.</a:t>
            </a:r>
          </a:p>
        </p:txBody>
      </p:sp>
      <p:sp>
        <p:nvSpPr>
          <p:cNvPr id="6" name="">
            <a:extLst xmlns:a="http://schemas.openxmlformats.org/drawingml/2006/main">
              <a:ext uri="{FF2B5EF4-FFF2-40B4-BE49-F238E27FC236}">
                <a16:creationId xmlns:a16="http://schemas.microsoft.com/office/drawing/2014/main" id="{CE88CA0D-7845-4789-97AC-9CE0E80AFBB7}"/>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C042E6C4-E9D0-41F3-804E-7F987B23205C}"/>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9DAEB10A-5A46-4D25-BE23-2406A393EEB8}"/>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DE81DC8B-CF01-4312-AD79-686AA6D64573}"/>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6179A789-B80A-4E0B-9EB8-A84C6E9C16B9}"/>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48746348-B5AD-41CB-87C2-FA5535740832}"/>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3E6FBB30-623E-4707-A043-5CD988833A71}"/>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739CD72A-2B5A-4551-85E3-B4F93051196E}"/>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C61C7113-F33D-4DBC-A665-4E74F822DBEF}"/>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9B2881FF-ECB8-4852-966B-D770ED709C63}"/>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01932F58-5DDA-4DC0-ACD8-3A8CDE11045C}"/>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82FFD633-A7F9-43BF-B99B-AF019B54C4DD}"/>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610651143"/>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AC06B4D-9655-4588-A0C6-C235451B21C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V7_A_N03</a:t>
            </a:r>
          </a:p>
        </p:txBody>
      </p:sp>
      <p:sp>
        <p:nvSpPr>
          <p:cNvPr id="2" name="">
            <a:extLst xmlns:a="http://schemas.openxmlformats.org/drawingml/2006/main">
              <a:ext uri="{FF2B5EF4-FFF2-40B4-BE49-F238E27FC236}">
                <a16:creationId xmlns:a16="http://schemas.microsoft.com/office/drawing/2014/main" id="{4F4D3224-3DBA-4CDF-8059-20BE7E1C50B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3855F997-26CF-4252-874D-247839AFE12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ABE5E22-7748-43C6-AD8A-8C31AB83A84F}"/>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3719212E-6380-4165-801A-46FD19445880}"/>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27F297E3-78AC-413D-A664-D9F7EB260CBD}"/>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707ADF76-82F8-4C3C-B08F-1EC390FA39AF}"/>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4DABC3FB-19F0-4130-A3C7-076B92D693BA}"/>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A6CFB979-7209-4EED-9373-800DCB0FCE3E}"/>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FCD6F236-77BD-4D99-A962-60ECCF08CD52}"/>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8E83DD2C-2BC3-43BC-AF70-0001A28BDD07}"/>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830F0107-D7FD-4047-A0EA-014E9718A558}"/>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0E49EC14-9B0F-4C6E-A763-099CF4F68EB5}"/>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2743EEE6-A4AD-4024-9F69-73FDD7601FAD}"/>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102047873"/>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8925FF-2341-48BC-B865-CB4B15E42EA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V7_A_N03</a:t>
            </a:r>
          </a:p>
        </p:txBody>
      </p:sp>
      <p:sp>
        <p:nvSpPr>
          <p:cNvPr id="2" name="">
            <a:extLst xmlns:a="http://schemas.openxmlformats.org/drawingml/2006/main">
              <a:ext uri="{FF2B5EF4-FFF2-40B4-BE49-F238E27FC236}">
                <a16:creationId xmlns:a16="http://schemas.microsoft.com/office/drawing/2014/main" id="{B8971DE4-BBA9-4018-AF52-4A660550E23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A2D5089A-A1E9-4792-B100-CC65B940C7BF}"/>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CF706D1-5049-4184-9F7E-7BC1752DCF1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65840295-5F2D-4F71-94DA-6879359DBCC9}"/>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894B5412-8182-4B58-9C28-65748AA54AE4}"/>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89CD193F-2624-4C00-A37C-9C6A47A11051}"/>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C3B190C2-96CE-41CE-BB4A-C97FFFFFF1B7}"/>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C11D43CF-AD3B-43BC-BE1D-691783FF334D}"/>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B80DFA2F-4002-45FA-8FA4-15E936E47E96}"/>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914182823"/>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B0B52B1-1890-439E-8104-BD9701B61154}"/>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39122864-2E9C-4775-9B31-7F415ED5667E}"/>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662E71DA-6C42-48EC-ACF3-A7FF86F9A6F9}"/>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Completeness</a:t>
            </a:r>
          </a:p>
        </p:txBody>
      </p:sp>
      <p:sp>
        <p:nvSpPr>
          <p:cNvPr id="4" name="">
            <a:extLst xmlns:a="http://schemas.openxmlformats.org/drawingml/2006/main">
              <a:ext uri="{FF2B5EF4-FFF2-40B4-BE49-F238E27FC236}">
                <a16:creationId xmlns:a16="http://schemas.microsoft.com/office/drawing/2014/main" id="{AA399C62-8CD4-460A-B9E7-4915928B7054}"/>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44658DED-3146-456E-A942-891EAB38F18C}"/>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Timeliness</a:t>
            </a:r>
          </a:p>
        </p:txBody>
      </p:sp>
      <p:sp>
        <p:nvSpPr>
          <p:cNvPr id="6" name="">
            <a:extLst xmlns:a="http://schemas.openxmlformats.org/drawingml/2006/main">
              <a:ext uri="{FF2B5EF4-FFF2-40B4-BE49-F238E27FC236}">
                <a16:creationId xmlns:a16="http://schemas.microsoft.com/office/drawing/2014/main" id="{E2624571-8A78-42FB-A5B4-006766344E19}"/>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CFA7A460-6557-405A-974A-A1E423063591}"/>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Weighted coverage</a:t>
            </a:r>
          </a:p>
        </p:txBody>
      </p:sp>
      <p:sp>
        <p:nvSpPr>
          <p:cNvPr id="8" name="">
            <a:extLst xmlns:a="http://schemas.openxmlformats.org/drawingml/2006/main">
              <a:ext uri="{FF2B5EF4-FFF2-40B4-BE49-F238E27FC236}">
                <a16:creationId xmlns:a16="http://schemas.microsoft.com/office/drawing/2014/main" id="{C482BD41-95EA-4D93-8FCF-7AA858D9DE5D}"/>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3A9DA3CF-A367-4D9A-BDBD-2F804C9AA86D}"/>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Coherence</a:t>
            </a:r>
          </a:p>
        </p:txBody>
      </p:sp>
      <p:sp>
        <p:nvSpPr>
          <p:cNvPr id="10" name="">
            <a:extLst xmlns:a="http://schemas.openxmlformats.org/drawingml/2006/main">
              <a:ext uri="{FF2B5EF4-FFF2-40B4-BE49-F238E27FC236}">
                <a16:creationId xmlns:a16="http://schemas.microsoft.com/office/drawing/2014/main" id="{74A0D22C-92C4-432B-A86F-2DAE550529FA}"/>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57AA641C-800D-4E23-BA5F-FB68A7A996EC}"/>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Revision and drift</a:t>
            </a:r>
          </a:p>
        </p:txBody>
      </p:sp>
      <p:sp>
        <p:nvSpPr>
          <p:cNvPr id="12" name="">
            <a:extLst xmlns:a="http://schemas.openxmlformats.org/drawingml/2006/main">
              <a:ext uri="{FF2B5EF4-FFF2-40B4-BE49-F238E27FC236}">
                <a16:creationId xmlns:a16="http://schemas.microsoft.com/office/drawing/2014/main" id="{6A749DAA-B6F9-42F6-8E94-6E9FDEF7F1C6}"/>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4106244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2026-09-04T14:32:50.8140000Z</dcterms:created>
  <dcterms:modified xsi:type="dcterms:W3CDTF">2026-09-04T14:32:50.8140000Z</dcterms:modified>
</coreProperties>
</file>