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61ae0d900249bd" /><Relationship Type="http://schemas.openxmlformats.org/officeDocument/2006/relationships/extended-properties" Target="/docProps/app.xml" Id="Rf30f2aa494f744ff" /><Relationship Type="http://schemas.openxmlformats.org/officeDocument/2006/relationships/officeDocument" Target="/ppt/presentation.xml" Id="Rb28c439bad3a4032" /></Relationships>
</file>

<file path=ppt/presentation.xml><?xml version="1.0" encoding="utf-8"?>
<p:presentation xmlns:p="http://schemas.openxmlformats.org/presentationml/2006/main">
  <p:sldMasterIdLst>
    <p:sldMasterId xmlns:r="http://schemas.openxmlformats.org/officeDocument/2006/relationships" id="2147483648" r:id="Ra989d28e849347a0"/>
  </p:sldMasterIdLst>
  <p:notesMasterIdLst>
    <p:notesMasterId xmlns:r="http://schemas.openxmlformats.org/officeDocument/2006/relationships" r:id="Rb13f7d9f41c94fd9"/>
  </p:notesMasterIdLst>
  <p:sldIdLst>
    <p:sldId xmlns:r="http://schemas.openxmlformats.org/officeDocument/2006/relationships" id="256" r:id="Rab2678dbda3b4e40"/>
    <p:sldId xmlns:r="http://schemas.openxmlformats.org/officeDocument/2006/relationships" id="257" r:id="R459f694b837f40e1"/>
    <p:sldId xmlns:r="http://schemas.openxmlformats.org/officeDocument/2006/relationships" id="258" r:id="R7d26bbe2a261411d"/>
    <p:sldId xmlns:r="http://schemas.openxmlformats.org/officeDocument/2006/relationships" id="259" r:id="R9eb9a313af954909"/>
    <p:sldId xmlns:r="http://schemas.openxmlformats.org/officeDocument/2006/relationships" id="260" r:id="R97b623f73fdc44e9"/>
    <p:sldId xmlns:r="http://schemas.openxmlformats.org/officeDocument/2006/relationships" id="261" r:id="R877fc206c6a346e2"/>
    <p:sldId xmlns:r="http://schemas.openxmlformats.org/officeDocument/2006/relationships" id="262" r:id="Ra79fc7a0bc6e48c0"/>
    <p:sldId xmlns:r="http://schemas.openxmlformats.org/officeDocument/2006/relationships" id="263" r:id="R6ca35ede1bfe40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73380e7839d4cd7" /><Relationship Type="http://schemas.openxmlformats.org/officeDocument/2006/relationships/slideMaster" Target="/ppt/slideMasters/slideMaster1.xml" Id="Ra989d28e849347a0" /><Relationship Type="http://schemas.openxmlformats.org/officeDocument/2006/relationships/notesMaster" Target="/ppt/notesMasters/notesMaster1.xml" Id="Rb13f7d9f41c94fd9" /><Relationship Type="http://schemas.openxmlformats.org/officeDocument/2006/relationships/presProps" Target="/ppt/presProps.xml" Id="R958244d0199e4225" /><Relationship Type="http://schemas.openxmlformats.org/officeDocument/2006/relationships/tableStyles" Target="/ppt/tableStyles.xml" Id="R9d06c407bd974ac2" /><Relationship Type="http://schemas.openxmlformats.org/officeDocument/2006/relationships/slide" Target="/ppt/slides/slide1.xml" Id="Rab2678dbda3b4e40" /><Relationship Type="http://schemas.openxmlformats.org/officeDocument/2006/relationships/slide" Target="/ppt/slides/slide2.xml" Id="R459f694b837f40e1" /><Relationship Type="http://schemas.openxmlformats.org/officeDocument/2006/relationships/slide" Target="/ppt/slides/slide3.xml" Id="R7d26bbe2a261411d" /><Relationship Type="http://schemas.openxmlformats.org/officeDocument/2006/relationships/slide" Target="/ppt/slides/slide4.xml" Id="R9eb9a313af954909" /><Relationship Type="http://schemas.openxmlformats.org/officeDocument/2006/relationships/slide" Target="/ppt/slides/slide5.xml" Id="R97b623f73fdc44e9" /><Relationship Type="http://schemas.openxmlformats.org/officeDocument/2006/relationships/slide" Target="/ppt/slides/slide6.xml" Id="R877fc206c6a346e2" /><Relationship Type="http://schemas.openxmlformats.org/officeDocument/2006/relationships/slide" Target="/ppt/slides/slide7.xml" Id="Ra79fc7a0bc6e48c0" /><Relationship Type="http://schemas.openxmlformats.org/officeDocument/2006/relationships/slide" Target="/ppt/slides/slide8.xml" Id="R6ca35ede1bfe40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d9f3e0c2cf94b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b52a7d90229431d" /><Relationship Type="http://schemas.openxmlformats.org/officeDocument/2006/relationships/notesMaster" Target="/ppt/notesMasters/notesMaster1.xml" Id="Rca94406cebe343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5faf3d1d937424a" /><Relationship Type="http://schemas.openxmlformats.org/officeDocument/2006/relationships/notesMaster" Target="/ppt/notesMasters/notesMaster1.xml" Id="Ra05d67974a6147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d26c06f2b946f8" /><Relationship Type="http://schemas.openxmlformats.org/officeDocument/2006/relationships/notesMaster" Target="/ppt/notesMasters/notesMaster1.xml" Id="R3dfc38dbab2543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0204fa426894a66" /><Relationship Type="http://schemas.openxmlformats.org/officeDocument/2006/relationships/notesMaster" Target="/ppt/notesMasters/notesMaster1.xml" Id="R1232960b0be2432f"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7172934dcc472c" /><Relationship Type="http://schemas.openxmlformats.org/officeDocument/2006/relationships/notesMaster" Target="/ppt/notesMasters/notesMaster1.xml" Id="R2b00c2a45c9f48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d07b1f2c447544db" /><Relationship Type="http://schemas.openxmlformats.org/officeDocument/2006/relationships/notesMaster" Target="/ppt/notesMasters/notesMaster1.xml" Id="R047dceb52f6c42c0" /></Relationships>
</file>

<file path=ppt/notesSlides/_rels/notesSlide7.xml.rels>&#65279;<?xml version="1.0" encoding="utf-8"?><Relationships xmlns="http://schemas.openxmlformats.org/package/2006/relationships"><Relationship Type="http://schemas.openxmlformats.org/officeDocument/2006/relationships/slide" Target="/ppt/slides/slide7.xml" Id="Ra5bd97de5005491c" /><Relationship Type="http://schemas.openxmlformats.org/officeDocument/2006/relationships/notesMaster" Target="/ppt/notesMasters/notesMaster1.xml" Id="R58de15d382624158"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5ec42598b34f2e" /><Relationship Type="http://schemas.openxmlformats.org/officeDocument/2006/relationships/notesMaster" Target="/ppt/notesMasters/notesMaster1.xml" Id="Rf1e536f4e58149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Outbreak Signals Before Alarm. This lesson begins with one principle: outbreak detection needs baselines, corroboration, and authorized escalation.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Outbreak detection needs baselines, corroboration, and authorized escalation. The five controls shown here are Seasonal baseline, Threshold, Persistence, Corroboration, Escalation.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seasonal baseline, move through threshold and persistence, and finish with corroboration and escalation.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A syndromic signal is corroborated across facilities before epidemiological review.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Test outbreak thresholds, persistence, uncertainty, and escalation gates.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seasonal baseline clear? Is threshold documented? Is persistence testable? Is corroboration governed? And is escalation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V7_B_N01,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b686d1e2bba44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90b93a721364830" /><Relationship Type="http://schemas.openxmlformats.org/officeDocument/2006/relationships/slideLayout" Target="/ppt/slideLayouts/slideLayout1.xml" Id="R5b856789a4e74cd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b856789a4e74cd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ae6e9d4f58442a0" /><Relationship Type="http://schemas.openxmlformats.org/officeDocument/2006/relationships/notesSlide" Target="/ppt/notesSlides/notesSlide1.xml" Id="R7cc91d73439046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d7a09ea0140438f" /><Relationship Type="http://schemas.openxmlformats.org/officeDocument/2006/relationships/notesSlide" Target="/ppt/notesSlides/notesSlide2.xml" Id="R4eab5b8866ea42e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d9b641428e7458b" /><Relationship Type="http://schemas.openxmlformats.org/officeDocument/2006/relationships/notesSlide" Target="/ppt/notesSlides/notesSlide3.xml" Id="Rd42b9a0d81bf4c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7845fe837794904" /><Relationship Type="http://schemas.openxmlformats.org/officeDocument/2006/relationships/notesSlide" Target="/ppt/notesSlides/notesSlide4.xml" Id="Ra8cdd72938c3424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3c19c064d44d21" /><Relationship Type="http://schemas.openxmlformats.org/officeDocument/2006/relationships/notesSlide" Target="/ppt/notesSlides/notesSlide5.xml" Id="Rcf15c6c8f1374e7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e671ac8a054464d" /><Relationship Type="http://schemas.openxmlformats.org/officeDocument/2006/relationships/notesSlide" Target="/ppt/notesSlides/notesSlide6.xml" Id="R6032204f1f6449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23190a06b0f4401" /><Relationship Type="http://schemas.openxmlformats.org/officeDocument/2006/relationships/notesSlide" Target="/ppt/notesSlides/notesSlide7.xml" Id="R4c121091bc83441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4e604b2b924db3" /><Relationship Type="http://schemas.openxmlformats.org/officeDocument/2006/relationships/notesSlide" Target="/ppt/notesSlides/notesSlide8.xml" Id="R2b58a3f0495e4686"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7F94E155-91B1-4BE0-9DBB-FFEFC8C26FB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CB46D4A6-FDBB-42B8-9C0E-54F21398229D}"/>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0AF528EE-3024-4418-B87E-413664AF4A08}"/>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5D16F764-1A63-495D-9A36-D7A2DFA80A7A}"/>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F6839208-D38A-4625-8D2A-7E627B2E7F3E}"/>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OUTBREAK SIGNALS BEFORE ALARM</a:t>
            </a:r>
          </a:p>
        </p:txBody>
      </p:sp>
      <p:sp>
        <p:nvSpPr>
          <p:cNvPr id="6" name="">
            <a:extLst xmlns:a="http://schemas.openxmlformats.org/drawingml/2006/main">
              <a:ext uri="{FF2B5EF4-FFF2-40B4-BE49-F238E27FC236}">
                <a16:creationId xmlns:a16="http://schemas.microsoft.com/office/drawing/2014/main" id="{1F739EB1-324C-44FA-B457-FC0E8763C8A7}"/>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Outbreak detection needs baselines, corroboration, and authorized escalation.</a:t>
            </a:r>
          </a:p>
        </p:txBody>
      </p:sp>
      <p:sp>
        <p:nvSpPr>
          <p:cNvPr id="7" name="">
            <a:extLst xmlns:a="http://schemas.openxmlformats.org/drawingml/2006/main">
              <a:ext uri="{FF2B5EF4-FFF2-40B4-BE49-F238E27FC236}">
                <a16:creationId xmlns:a16="http://schemas.microsoft.com/office/drawing/2014/main" id="{B1F598FE-3B6C-4D32-B873-4EA1F5D906DA}"/>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V7_B_N01</a:t>
            </a:r>
          </a:p>
        </p:txBody>
      </p:sp>
      <p:sp>
        <p:nvSpPr>
          <p:cNvPr id="8" name="">
            <a:extLst xmlns:a="http://schemas.openxmlformats.org/drawingml/2006/main">
              <a:ext uri="{FF2B5EF4-FFF2-40B4-BE49-F238E27FC236}">
                <a16:creationId xmlns:a16="http://schemas.microsoft.com/office/drawing/2014/main" id="{679778EC-F60E-44E7-B796-EC5D60163327}"/>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PU-B07-C21</a:t>
            </a:r>
          </a:p>
        </p:txBody>
      </p:sp>
      <p:sp>
        <p:nvSpPr>
          <p:cNvPr id="9" name="">
            <a:extLst xmlns:a="http://schemas.openxmlformats.org/drawingml/2006/main">
              <a:ext uri="{FF2B5EF4-FFF2-40B4-BE49-F238E27FC236}">
                <a16:creationId xmlns:a16="http://schemas.microsoft.com/office/drawing/2014/main" id="{3FC782EC-A20C-4032-883D-F3618F6B1E2E}"/>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397AE0CF-4A6B-478F-A62F-347FD13C0AB1}"/>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1893597114"/>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2A98080-E92C-41A7-8658-555CE8537C4F}"/>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1433AE95-E37C-4E98-9EA1-1372AEEE8ED4}"/>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68EDCF5B-A0D5-4AAD-8A84-3F0670200FE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3AAC7662-3129-4FA4-B43E-A1A96C761E3E}"/>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4BD6AEF2-6F39-42BD-B08F-8E159C81B6DF}"/>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Outbreak detection needs baselines, corroboration, and authorized escalation.</a:t>
            </a:r>
          </a:p>
        </p:txBody>
      </p:sp>
      <p:sp>
        <p:nvSpPr>
          <p:cNvPr id="6" name="">
            <a:extLst xmlns:a="http://schemas.openxmlformats.org/drawingml/2006/main">
              <a:ext uri="{FF2B5EF4-FFF2-40B4-BE49-F238E27FC236}">
                <a16:creationId xmlns:a16="http://schemas.microsoft.com/office/drawing/2014/main" id="{A256ABA9-D7D8-4D42-9D97-379772B3EBC8}"/>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85089456-F770-487B-95CE-33A07CB97B43}"/>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E2425C05-A27E-4711-B11E-1640B95D6CE9}"/>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Seasonal baseline</a:t>
            </a:r>
          </a:p>
        </p:txBody>
      </p:sp>
      <p:sp>
        <p:nvSpPr>
          <p:cNvPr id="9" name="">
            <a:extLst xmlns:a="http://schemas.openxmlformats.org/drawingml/2006/main">
              <a:ext uri="{FF2B5EF4-FFF2-40B4-BE49-F238E27FC236}">
                <a16:creationId xmlns:a16="http://schemas.microsoft.com/office/drawing/2014/main" id="{93E5F0F9-8211-4F71-AAAA-5B4F64F53C64}"/>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CA76E0BA-AECD-4576-B7A2-460F145C6B22}"/>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Threshold</a:t>
            </a:r>
          </a:p>
        </p:txBody>
      </p:sp>
      <p:sp>
        <p:nvSpPr>
          <p:cNvPr id="11" name="">
            <a:extLst xmlns:a="http://schemas.openxmlformats.org/drawingml/2006/main">
              <a:ext uri="{FF2B5EF4-FFF2-40B4-BE49-F238E27FC236}">
                <a16:creationId xmlns:a16="http://schemas.microsoft.com/office/drawing/2014/main" id="{B44BF5EC-BDEA-42C4-96F5-AF0CF2DA48A8}"/>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A6CA9AE3-9227-4B79-A100-8CA54D851461}"/>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Persistence</a:t>
            </a:r>
          </a:p>
        </p:txBody>
      </p:sp>
      <p:sp>
        <p:nvSpPr>
          <p:cNvPr id="13" name="">
            <a:extLst xmlns:a="http://schemas.openxmlformats.org/drawingml/2006/main">
              <a:ext uri="{FF2B5EF4-FFF2-40B4-BE49-F238E27FC236}">
                <a16:creationId xmlns:a16="http://schemas.microsoft.com/office/drawing/2014/main" id="{24ADDC74-D5F5-4CB2-BBB9-BC53E0F3D59C}"/>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8E0920EF-3557-4C5E-9C51-7AC7A15C86EE}"/>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Corroboration</a:t>
            </a:r>
          </a:p>
        </p:txBody>
      </p:sp>
      <p:sp>
        <p:nvSpPr>
          <p:cNvPr id="15" name="">
            <a:extLst xmlns:a="http://schemas.openxmlformats.org/drawingml/2006/main">
              <a:ext uri="{FF2B5EF4-FFF2-40B4-BE49-F238E27FC236}">
                <a16:creationId xmlns:a16="http://schemas.microsoft.com/office/drawing/2014/main" id="{5A39A701-D2D3-403B-9651-A55978FC02B1}"/>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679BB9D5-2815-4B61-A3AB-306C7D6FBB39}"/>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Escalation</a:t>
            </a:r>
          </a:p>
        </p:txBody>
      </p:sp>
      <p:sp>
        <p:nvSpPr>
          <p:cNvPr id="17" name="">
            <a:extLst xmlns:a="http://schemas.openxmlformats.org/drawingml/2006/main">
              <a:ext uri="{FF2B5EF4-FFF2-40B4-BE49-F238E27FC236}">
                <a16:creationId xmlns:a16="http://schemas.microsoft.com/office/drawing/2014/main" id="{0E5E4812-64E7-43AB-9C16-BC1185D06B55}"/>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35628069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33CE3A9-253E-4FB9-8078-993D5DBBAB6A}"/>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CA7651D2-CD75-462C-9FD4-61C4EFDEAC8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B00AB95A-5382-4028-90DB-D9AD5F3EC50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9BB2FD6B-E91C-4F2D-80ED-939B030F890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22933AD3-DDE5-4275-A256-DA76FF604C2F}"/>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211C2401-B1A5-43AE-8A3C-0F911E349B68}"/>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4F8EB55F-174B-4500-8DB0-AF6714A9BF62}"/>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Seasonal baseline</a:t>
            </a:r>
          </a:p>
        </p:txBody>
      </p:sp>
      <p:sp>
        <p:nvSpPr>
          <p:cNvPr id="8" name="">
            <a:extLst xmlns:a="http://schemas.openxmlformats.org/drawingml/2006/main">
              <a:ext uri="{FF2B5EF4-FFF2-40B4-BE49-F238E27FC236}">
                <a16:creationId xmlns:a16="http://schemas.microsoft.com/office/drawing/2014/main" id="{51C4FDE9-DC08-459B-8EF1-EF1282E9B72E}"/>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96DB5448-BFD3-448D-895A-5FF16356A67C}"/>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A1D1F275-A281-4681-A9EA-6C557D79C16C}"/>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Threshold</a:t>
            </a:r>
          </a:p>
        </p:txBody>
      </p:sp>
      <p:sp>
        <p:nvSpPr>
          <p:cNvPr id="11" name="">
            <a:extLst xmlns:a="http://schemas.openxmlformats.org/drawingml/2006/main">
              <a:ext uri="{FF2B5EF4-FFF2-40B4-BE49-F238E27FC236}">
                <a16:creationId xmlns:a16="http://schemas.microsoft.com/office/drawing/2014/main" id="{CF252BEC-48D5-4AE2-8633-581BDC3543E1}"/>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03824A49-EAF7-45F4-AEF4-71CE26581C2F}"/>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283E966B-66B4-4BF9-93FE-931426FC309E}"/>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Persistence</a:t>
            </a:r>
          </a:p>
        </p:txBody>
      </p:sp>
      <p:sp>
        <p:nvSpPr>
          <p:cNvPr id="14" name="">
            <a:extLst xmlns:a="http://schemas.openxmlformats.org/drawingml/2006/main">
              <a:ext uri="{FF2B5EF4-FFF2-40B4-BE49-F238E27FC236}">
                <a16:creationId xmlns:a16="http://schemas.microsoft.com/office/drawing/2014/main" id="{35562281-02E4-4BB0-A959-6D92BC0379AB}"/>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954A482-98FD-459C-85DD-DA9600324F0A}"/>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DE41A688-0696-45FE-980C-D5ECD38D1465}"/>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Corroboration</a:t>
            </a:r>
          </a:p>
        </p:txBody>
      </p:sp>
      <p:sp>
        <p:nvSpPr>
          <p:cNvPr id="17" name="">
            <a:extLst xmlns:a="http://schemas.openxmlformats.org/drawingml/2006/main">
              <a:ext uri="{FF2B5EF4-FFF2-40B4-BE49-F238E27FC236}">
                <a16:creationId xmlns:a16="http://schemas.microsoft.com/office/drawing/2014/main" id="{1FFC5E86-8A41-462F-9C66-2859C7845540}"/>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6E3F1D8B-D1E6-46A7-8233-8481C0CA0EC4}"/>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7227A4C-90D9-4E20-B028-0645B12B08CB}"/>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Escalation</a:t>
            </a:r>
          </a:p>
        </p:txBody>
      </p:sp>
      <p:sp>
        <p:nvSpPr>
          <p:cNvPr id="20" name="">
            <a:extLst xmlns:a="http://schemas.openxmlformats.org/drawingml/2006/main">
              <a:ext uri="{FF2B5EF4-FFF2-40B4-BE49-F238E27FC236}">
                <a16:creationId xmlns:a16="http://schemas.microsoft.com/office/drawing/2014/main" id="{35B0C286-7F58-4CA2-8A88-D46B4BA4D433}"/>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937886118"/>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55BB38-F7DA-4E11-A89D-54A6273A6C70}"/>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73359258-C233-4B27-8722-718BD8E9AE4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8FA4BB1A-F937-4CFE-A468-E21B403687DB}"/>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513600E4-F1DB-4BE5-B985-9EFEA41EDB0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CDDD8799-7465-4536-B947-9BABD7FFF27D}"/>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0C3835ED-C86A-42B9-8C68-5D9AC91B4CDB}"/>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9E8BC44D-4754-4B66-BADD-AC9855DB9B32}"/>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A syndromic signal is corroborated across facilities before epidemiological review.</a:t>
            </a:r>
          </a:p>
        </p:txBody>
      </p:sp>
      <p:sp>
        <p:nvSpPr>
          <p:cNvPr id="8" name="">
            <a:extLst xmlns:a="http://schemas.openxmlformats.org/drawingml/2006/main">
              <a:ext uri="{FF2B5EF4-FFF2-40B4-BE49-F238E27FC236}">
                <a16:creationId xmlns:a16="http://schemas.microsoft.com/office/drawing/2014/main" id="{1387A975-FC6C-40E2-AF68-51033120C253}"/>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EFB8B6D7-4AA9-4604-AC5D-CCC58533AFE2}"/>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8BD23CFD-DD20-4610-8285-A4B4B16AA17B}"/>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E6985F9E-AD36-467B-8C9A-28E07E5E6E37}"/>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971958580"/>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D7D77496-5625-483B-8A28-CDC12D77021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6C0F1F64-55A2-4770-A7CB-F8B335E118E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12E6ADA-B4E3-47AA-B72C-AEEBF63C8DD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18B068D1-FA3F-4B22-96B8-B436A1674B6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F41356A1-B899-4D63-9E5B-EBBDD448E64F}"/>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Test outbreak thresholds, persistence, uncertainty, and escalation gates.</a:t>
            </a:r>
          </a:p>
        </p:txBody>
      </p:sp>
      <p:sp>
        <p:nvSpPr>
          <p:cNvPr id="6" name="">
            <a:extLst xmlns:a="http://schemas.openxmlformats.org/drawingml/2006/main">
              <a:ext uri="{FF2B5EF4-FFF2-40B4-BE49-F238E27FC236}">
                <a16:creationId xmlns:a16="http://schemas.microsoft.com/office/drawing/2014/main" id="{F43809EA-CF74-4D6A-8E3D-7158699DCAA7}"/>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A79D56E3-1816-497A-8229-00DA8316F82B}"/>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F3E3006F-4D3C-4360-B266-C0AD8F25BFDB}"/>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22812E23-3E76-45BA-B8A6-1FFA7F2947BF}"/>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12EECD62-91F3-41A6-B386-1381E640328C}"/>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393D6104-99B9-4BAB-A682-2A5B01CD39D1}"/>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6533E461-43DD-44BA-BBA9-EAB25396978B}"/>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4141DC4D-4864-4F14-8388-C75AAAD8B5BB}"/>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7FEC8674-99D0-4B1B-8475-0A05E7D3EB18}"/>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230C1AB1-ABBD-483C-A5EF-F527B8C92602}"/>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D13A4BFF-B6D0-4A9D-BD5D-02A86A58C9A1}"/>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238711ED-DC64-4F3F-B63D-B58E8EDAB3C6}"/>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801144129"/>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103DA5A-9E5B-4ABF-ACE2-C600669991B1}"/>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61A59A0A-0683-4376-B7D5-669A3A54FF86}"/>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4793DEE-2F7C-4369-B8B2-D3282377B7C4}"/>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069DB8A6-4350-4B42-9AA6-FF813B3635BE}"/>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B3E752B1-23AC-42AE-ABC0-99048E64D660}"/>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FD9380A7-9CB7-435C-B474-03C90D333B5A}"/>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7202996E-2D48-43D5-85E7-10B5BA7389D6}"/>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D86954F4-E2E6-45AE-B3B6-F8E92091F3B1}"/>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C903C8FC-AB2A-4585-9D2A-D56389202220}"/>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9992A7AD-6B10-4AC4-8EA0-7C95EDA9F1C6}"/>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6382F001-A81C-4928-95D3-50B7EE4CE422}"/>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956D2D98-8F70-42F8-9856-7EE31A9E9369}"/>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AFC28D18-CF4F-43D7-9636-6FE043768F30}"/>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DA563DA0-6A10-4CF5-AC1B-F05CFA70A4A7}"/>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17883815"/>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E7C629D-A637-43F0-AC0E-3CE9D1A9E1D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V7_B_N01</a:t>
            </a:r>
          </a:p>
        </p:txBody>
      </p:sp>
      <p:sp>
        <p:nvSpPr>
          <p:cNvPr id="2" name="">
            <a:extLst xmlns:a="http://schemas.openxmlformats.org/drawingml/2006/main">
              <a:ext uri="{FF2B5EF4-FFF2-40B4-BE49-F238E27FC236}">
                <a16:creationId xmlns:a16="http://schemas.microsoft.com/office/drawing/2014/main" id="{DF73E9CA-D64F-410F-AB37-BDE00892A631}"/>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03C9A7C2-A7F4-4E29-ABAD-98AB2DDACBF3}"/>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292C528-C2EA-4CBC-A85B-CA0855C4864A}"/>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1773F9E0-B44D-4E50-A058-27241B9AA047}"/>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28033401-6620-4C7F-B824-6D7DBB8E5CCA}"/>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6DFFFBE-23FB-49AA-9DA5-C4D049D1E425}"/>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AD317F82-6025-42D6-B993-EF6DDCDD55F2}"/>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5355261F-A597-4A83-8FA6-EC3692961A08}"/>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07A4861E-CA11-4C24-9DCD-47BBBC600426}"/>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58505414"/>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69A0E02-4BE6-404E-A402-82F6FB05270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3211CAE5-4166-476D-9FD1-76C62346603A}"/>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C3A94740-E0BC-43C7-98E1-D0255052059D}"/>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Seasonal baseline</a:t>
            </a:r>
          </a:p>
        </p:txBody>
      </p:sp>
      <p:sp>
        <p:nvSpPr>
          <p:cNvPr id="4" name="">
            <a:extLst xmlns:a="http://schemas.openxmlformats.org/drawingml/2006/main">
              <a:ext uri="{FF2B5EF4-FFF2-40B4-BE49-F238E27FC236}">
                <a16:creationId xmlns:a16="http://schemas.microsoft.com/office/drawing/2014/main" id="{30AFC914-C9E9-4ACC-BEE1-F3FC13D40EAE}"/>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F1BA4400-3FAD-43A8-97E9-7C16E1C36993}"/>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Threshold</a:t>
            </a:r>
          </a:p>
        </p:txBody>
      </p:sp>
      <p:sp>
        <p:nvSpPr>
          <p:cNvPr id="6" name="">
            <a:extLst xmlns:a="http://schemas.openxmlformats.org/drawingml/2006/main">
              <a:ext uri="{FF2B5EF4-FFF2-40B4-BE49-F238E27FC236}">
                <a16:creationId xmlns:a16="http://schemas.microsoft.com/office/drawing/2014/main" id="{76EA09CC-76BD-4580-8E7E-E145B2CE660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E550EBF7-0CC3-46DD-8EAA-937B35B47BA1}"/>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Persistence</a:t>
            </a:r>
          </a:p>
        </p:txBody>
      </p:sp>
      <p:sp>
        <p:nvSpPr>
          <p:cNvPr id="8" name="">
            <a:extLst xmlns:a="http://schemas.openxmlformats.org/drawingml/2006/main">
              <a:ext uri="{FF2B5EF4-FFF2-40B4-BE49-F238E27FC236}">
                <a16:creationId xmlns:a16="http://schemas.microsoft.com/office/drawing/2014/main" id="{92A2A5DA-932E-47E0-866D-BE85127628B0}"/>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4BFFE901-095A-4C80-A220-EE03F1E9085F}"/>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Corroboration</a:t>
            </a:r>
          </a:p>
        </p:txBody>
      </p:sp>
      <p:sp>
        <p:nvSpPr>
          <p:cNvPr id="10" name="">
            <a:extLst xmlns:a="http://schemas.openxmlformats.org/drawingml/2006/main">
              <a:ext uri="{FF2B5EF4-FFF2-40B4-BE49-F238E27FC236}">
                <a16:creationId xmlns:a16="http://schemas.microsoft.com/office/drawing/2014/main" id="{8DC12E2D-6110-4178-BB63-DBDE0F377EC6}"/>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9462D4DD-A8D6-4755-A7B6-9F50C0C704C9}"/>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Escalation</a:t>
            </a:r>
          </a:p>
        </p:txBody>
      </p:sp>
      <p:sp>
        <p:nvSpPr>
          <p:cNvPr id="12" name="">
            <a:extLst xmlns:a="http://schemas.openxmlformats.org/drawingml/2006/main">
              <a:ext uri="{FF2B5EF4-FFF2-40B4-BE49-F238E27FC236}">
                <a16:creationId xmlns:a16="http://schemas.microsoft.com/office/drawing/2014/main" id="{3CEF1BD7-5E5E-4988-BA45-5D337A063AD9}"/>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02550436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2026-09-04T14:49:26.4260000Z</dcterms:created>
  <dcterms:modified xsi:type="dcterms:W3CDTF">2026-09-04T14:49:26.4260000Z</dcterms:modified>
</coreProperties>
</file>