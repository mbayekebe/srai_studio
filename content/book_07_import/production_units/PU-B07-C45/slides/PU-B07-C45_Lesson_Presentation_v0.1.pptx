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3f08b7c2d2480c" /><Relationship Type="http://schemas.openxmlformats.org/officeDocument/2006/relationships/extended-properties" Target="/docProps/app.xml" Id="R17226c8651bd4159" /><Relationship Type="http://schemas.openxmlformats.org/officeDocument/2006/relationships/officeDocument" Target="/ppt/presentation.xml" Id="Rec11efce6e5d4328" /></Relationships>
</file>

<file path=ppt/presentation.xml><?xml version="1.0" encoding="utf-8"?>
<p:presentation xmlns:p="http://schemas.openxmlformats.org/presentationml/2006/main">
  <p:sldMasterIdLst>
    <p:sldMasterId xmlns:r="http://schemas.openxmlformats.org/officeDocument/2006/relationships" id="2147483648" r:id="R1fb1b5a20a7748cb"/>
  </p:sldMasterIdLst>
  <p:notesMasterIdLst>
    <p:notesMasterId xmlns:r="http://schemas.openxmlformats.org/officeDocument/2006/relationships" r:id="R31bc427782464ace"/>
  </p:notesMasterIdLst>
  <p:sldIdLst>
    <p:sldId xmlns:r="http://schemas.openxmlformats.org/officeDocument/2006/relationships" id="256" r:id="R94c01e76a2da4458"/>
    <p:sldId xmlns:r="http://schemas.openxmlformats.org/officeDocument/2006/relationships" id="257" r:id="Rf959c296b3af4b25"/>
    <p:sldId xmlns:r="http://schemas.openxmlformats.org/officeDocument/2006/relationships" id="258" r:id="R122cba78b1ba427f"/>
    <p:sldId xmlns:r="http://schemas.openxmlformats.org/officeDocument/2006/relationships" id="259" r:id="Rec10e2383c9b4780"/>
    <p:sldId xmlns:r="http://schemas.openxmlformats.org/officeDocument/2006/relationships" id="260" r:id="R6078184016ce4d7e"/>
    <p:sldId xmlns:r="http://schemas.openxmlformats.org/officeDocument/2006/relationships" id="261" r:id="R6516c1be2e0c42d7"/>
    <p:sldId xmlns:r="http://schemas.openxmlformats.org/officeDocument/2006/relationships" id="262" r:id="Rd119c480941a406b"/>
    <p:sldId xmlns:r="http://schemas.openxmlformats.org/officeDocument/2006/relationships" id="263" r:id="Rf89e912861ad4a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46490acc4c461e" /><Relationship Type="http://schemas.openxmlformats.org/officeDocument/2006/relationships/slideMaster" Target="/ppt/slideMasters/slideMaster1.xml" Id="R1fb1b5a20a7748cb" /><Relationship Type="http://schemas.openxmlformats.org/officeDocument/2006/relationships/notesMaster" Target="/ppt/notesMasters/notesMaster1.xml" Id="R31bc427782464ace" /><Relationship Type="http://schemas.openxmlformats.org/officeDocument/2006/relationships/presProps" Target="/ppt/presProps.xml" Id="R5efbef99c15e4025" /><Relationship Type="http://schemas.openxmlformats.org/officeDocument/2006/relationships/tableStyles" Target="/ppt/tableStyles.xml" Id="R72749eeb80744afd" /><Relationship Type="http://schemas.openxmlformats.org/officeDocument/2006/relationships/slide" Target="/ppt/slides/slide1.xml" Id="R94c01e76a2da4458" /><Relationship Type="http://schemas.openxmlformats.org/officeDocument/2006/relationships/slide" Target="/ppt/slides/slide2.xml" Id="Rf959c296b3af4b25" /><Relationship Type="http://schemas.openxmlformats.org/officeDocument/2006/relationships/slide" Target="/ppt/slides/slide3.xml" Id="R122cba78b1ba427f" /><Relationship Type="http://schemas.openxmlformats.org/officeDocument/2006/relationships/slide" Target="/ppt/slides/slide4.xml" Id="Rec10e2383c9b4780" /><Relationship Type="http://schemas.openxmlformats.org/officeDocument/2006/relationships/slide" Target="/ppt/slides/slide5.xml" Id="R6078184016ce4d7e" /><Relationship Type="http://schemas.openxmlformats.org/officeDocument/2006/relationships/slide" Target="/ppt/slides/slide6.xml" Id="R6516c1be2e0c42d7" /><Relationship Type="http://schemas.openxmlformats.org/officeDocument/2006/relationships/slide" Target="/ppt/slides/slide7.xml" Id="Rd119c480941a406b" /><Relationship Type="http://schemas.openxmlformats.org/officeDocument/2006/relationships/slide" Target="/ppt/slides/slide8.xml" Id="Rf89e912861ad4a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5bca25cd224f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003c54e9d34fa0" /><Relationship Type="http://schemas.openxmlformats.org/officeDocument/2006/relationships/notesMaster" Target="/ppt/notesMasters/notesMaster1.xml" Id="R7ede7af7d4154d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7d1cebfae04bad" /><Relationship Type="http://schemas.openxmlformats.org/officeDocument/2006/relationships/notesMaster" Target="/ppt/notesMasters/notesMaster1.xml" Id="R887597b009c24f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fc53b3867f4085" /><Relationship Type="http://schemas.openxmlformats.org/officeDocument/2006/relationships/notesMaster" Target="/ppt/notesMasters/notesMaster1.xml" Id="R2c6cd0f3fe0742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949eec25a7468b" /><Relationship Type="http://schemas.openxmlformats.org/officeDocument/2006/relationships/notesMaster" Target="/ppt/notesMasters/notesMaster1.xml" Id="R43ea89d089de47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f183e8ab34465c" /><Relationship Type="http://schemas.openxmlformats.org/officeDocument/2006/relationships/notesMaster" Target="/ppt/notesMasters/notesMaster1.xml" Id="R3c1c56344e554b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f96fada82a44e4" /><Relationship Type="http://schemas.openxmlformats.org/officeDocument/2006/relationships/notesMaster" Target="/ppt/notesMasters/notesMaster1.xml" Id="Rd25cbd7191e049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a689fa44ff4677" /><Relationship Type="http://schemas.openxmlformats.org/officeDocument/2006/relationships/notesMaster" Target="/ppt/notesMasters/notesMaster1.xml" Id="Ra258b5d544e644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c47e13d0ad4a0c" /><Relationship Type="http://schemas.openxmlformats.org/officeDocument/2006/relationships/notesMaster" Target="/ppt/notesMasters/notesMaster1.xml" Id="Rc2a3eab2d07a4a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Keep Learning Going When Hazards Arrive. This lesson begins with one principle: school safety must connect hazard evidence to equitable learning continuity.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School safety must connect hazard evidence to equitable learning continuity. The five controls shown here are Hazard, Exposure, Vulnerability, Preparedness, Continuity.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hazard, move through exposure and vulnerability, and finish with preparedness and continuity.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A district tests heat, flood, access, and continuity scenarios before activating a safety plan.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and test a proportionate school-safety and learning-continuity decision workflow.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hazard clear? Is exposure documented? Is vulnerability testable? Is preparedness governed? And is continuity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b1461c41884e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f9dccccc0546cc" /><Relationship Type="http://schemas.openxmlformats.org/officeDocument/2006/relationships/slideLayout" Target="/ppt/slideLayouts/slideLayout1.xml" Id="R68cbde24444d40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cbde24444d40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0444ec8d184014" /><Relationship Type="http://schemas.openxmlformats.org/officeDocument/2006/relationships/notesSlide" Target="/ppt/notesSlides/notesSlide1.xml" Id="R82d33afd157444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0cfb3edb7e4db5" /><Relationship Type="http://schemas.openxmlformats.org/officeDocument/2006/relationships/notesSlide" Target="/ppt/notesSlides/notesSlide2.xml" Id="Ra7bdaaa8059245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c66c8febc341a7" /><Relationship Type="http://schemas.openxmlformats.org/officeDocument/2006/relationships/notesSlide" Target="/ppt/notesSlides/notesSlide3.xml" Id="Re3c39926c3a24a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db47143e0e467e" /><Relationship Type="http://schemas.openxmlformats.org/officeDocument/2006/relationships/notesSlide" Target="/ppt/notesSlides/notesSlide4.xml" Id="R3d08a714a3dc47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85824302af450a" /><Relationship Type="http://schemas.openxmlformats.org/officeDocument/2006/relationships/notesSlide" Target="/ppt/notesSlides/notesSlide5.xml" Id="Re677e318ef664e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c39dbbffc749ef" /><Relationship Type="http://schemas.openxmlformats.org/officeDocument/2006/relationships/notesSlide" Target="/ppt/notesSlides/notesSlide6.xml" Id="R76f11d4cee654c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189e65943de4522" /><Relationship Type="http://schemas.openxmlformats.org/officeDocument/2006/relationships/notesSlide" Target="/ppt/notesSlides/notesSlide7.xml" Id="R61ed21c3b5f447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312c62fe1b4e90" /><Relationship Type="http://schemas.openxmlformats.org/officeDocument/2006/relationships/notesSlide" Target="/ppt/notesSlides/notesSlide8.xml" Id="R0ad2e5547ffa4c7e"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A2904F-53C1-4891-B45B-9EBA93F4F1B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74515F57-EA87-413D-8E1A-D42577F7B4DC}"/>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1BF991F7-DA38-41E2-BCFD-FEE806B3C3EE}"/>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343E0720-B938-4216-BAA6-ABD438A6CC80}"/>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6FFE9B96-BC81-4725-A949-E1A8ADBCB4B9}"/>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KEEP LEARNING GOING WHEN HAZARDS ARRIVE</a:t>
            </a:r>
          </a:p>
        </p:txBody>
      </p:sp>
      <p:sp>
        <p:nvSpPr>
          <p:cNvPr id="6" name="">
            <a:extLst xmlns:a="http://schemas.openxmlformats.org/drawingml/2006/main">
              <a:ext uri="{FF2B5EF4-FFF2-40B4-BE49-F238E27FC236}">
                <a16:creationId xmlns:a16="http://schemas.microsoft.com/office/drawing/2014/main" id="{AE68CD67-CF3D-41E2-AB0E-BBFFADA2CD6B}"/>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School safety must connect hazard evidence to equitable learning continuity.</a:t>
            </a:r>
          </a:p>
        </p:txBody>
      </p:sp>
      <p:sp>
        <p:nvSpPr>
          <p:cNvPr id="7" name="">
            <a:extLst xmlns:a="http://schemas.openxmlformats.org/drawingml/2006/main">
              <a:ext uri="{FF2B5EF4-FFF2-40B4-BE49-F238E27FC236}">
                <a16:creationId xmlns:a16="http://schemas.microsoft.com/office/drawing/2014/main" id="{FD4D101B-9007-4E56-96F6-A6B56DE51561}"/>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V7_C_N10</a:t>
            </a:r>
          </a:p>
        </p:txBody>
      </p:sp>
      <p:sp>
        <p:nvSpPr>
          <p:cNvPr id="8" name="">
            <a:extLst xmlns:a="http://schemas.openxmlformats.org/drawingml/2006/main">
              <a:ext uri="{FF2B5EF4-FFF2-40B4-BE49-F238E27FC236}">
                <a16:creationId xmlns:a16="http://schemas.microsoft.com/office/drawing/2014/main" id="{67B762CB-1D2D-4D6C-B170-CCAF1A7BB368}"/>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PU-B07-C45</a:t>
            </a:r>
          </a:p>
        </p:txBody>
      </p:sp>
      <p:sp>
        <p:nvSpPr>
          <p:cNvPr id="9" name="">
            <a:extLst xmlns:a="http://schemas.openxmlformats.org/drawingml/2006/main">
              <a:ext uri="{FF2B5EF4-FFF2-40B4-BE49-F238E27FC236}">
                <a16:creationId xmlns:a16="http://schemas.microsoft.com/office/drawing/2014/main" id="{530CCFA0-6CEA-4CFB-AC5E-3AD948F2A94C}"/>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A1F86553-D83E-4B9C-96B2-1BA2665F22A7}"/>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263120875"/>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994133C-5093-4A60-810E-86999F2C7D7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V7_C_N10</a:t>
            </a:r>
          </a:p>
        </p:txBody>
      </p:sp>
      <p:sp>
        <p:nvSpPr>
          <p:cNvPr id="2" name="">
            <a:extLst xmlns:a="http://schemas.openxmlformats.org/drawingml/2006/main">
              <a:ext uri="{FF2B5EF4-FFF2-40B4-BE49-F238E27FC236}">
                <a16:creationId xmlns:a16="http://schemas.microsoft.com/office/drawing/2014/main" id="{2A61D3D9-27F3-4A57-848E-50D0F428065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1BAD9526-DBAC-453A-8CAB-A995A2C950D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179D5D9-2A49-413B-8603-13F6231B8336}"/>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A97AEC55-9F2D-465F-A8DB-E045B47FC0E6}"/>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School safety must connect hazard evidence to equitable learning continuity.</a:t>
            </a:r>
          </a:p>
        </p:txBody>
      </p:sp>
      <p:sp>
        <p:nvSpPr>
          <p:cNvPr id="6" name="">
            <a:extLst xmlns:a="http://schemas.openxmlformats.org/drawingml/2006/main">
              <a:ext uri="{FF2B5EF4-FFF2-40B4-BE49-F238E27FC236}">
                <a16:creationId xmlns:a16="http://schemas.microsoft.com/office/drawing/2014/main" id="{9FD5C2DC-6DE3-4186-BA5B-58B589CC5C7A}"/>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0B6BBB20-7C51-4A5E-B463-C3307B6CD4E2}"/>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B7676265-5565-42CD-B7DB-2124CE316ED0}"/>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Hazard</a:t>
            </a:r>
          </a:p>
        </p:txBody>
      </p:sp>
      <p:sp>
        <p:nvSpPr>
          <p:cNvPr id="9" name="">
            <a:extLst xmlns:a="http://schemas.openxmlformats.org/drawingml/2006/main">
              <a:ext uri="{FF2B5EF4-FFF2-40B4-BE49-F238E27FC236}">
                <a16:creationId xmlns:a16="http://schemas.microsoft.com/office/drawing/2014/main" id="{6D96FCF2-85CA-4088-ADC4-D5833909963F}"/>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AD202E17-78EE-4708-A4E6-97F246114CE4}"/>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Exposure</a:t>
            </a:r>
          </a:p>
        </p:txBody>
      </p:sp>
      <p:sp>
        <p:nvSpPr>
          <p:cNvPr id="11" name="">
            <a:extLst xmlns:a="http://schemas.openxmlformats.org/drawingml/2006/main">
              <a:ext uri="{FF2B5EF4-FFF2-40B4-BE49-F238E27FC236}">
                <a16:creationId xmlns:a16="http://schemas.microsoft.com/office/drawing/2014/main" id="{373C25FF-BB13-4E86-90BC-A0D5E9A3334C}"/>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52B6A387-D183-446B-AAEB-265FE4E2F03F}"/>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Vulnerability</a:t>
            </a:r>
          </a:p>
        </p:txBody>
      </p:sp>
      <p:sp>
        <p:nvSpPr>
          <p:cNvPr id="13" name="">
            <a:extLst xmlns:a="http://schemas.openxmlformats.org/drawingml/2006/main">
              <a:ext uri="{FF2B5EF4-FFF2-40B4-BE49-F238E27FC236}">
                <a16:creationId xmlns:a16="http://schemas.microsoft.com/office/drawing/2014/main" id="{3A6C8EB4-674C-4C28-9CD7-2879AA8A766A}"/>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1164E2C7-AC0B-4CB2-8E4B-89BBB30EC73F}"/>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Preparedness</a:t>
            </a:r>
          </a:p>
        </p:txBody>
      </p:sp>
      <p:sp>
        <p:nvSpPr>
          <p:cNvPr id="15" name="">
            <a:extLst xmlns:a="http://schemas.openxmlformats.org/drawingml/2006/main">
              <a:ext uri="{FF2B5EF4-FFF2-40B4-BE49-F238E27FC236}">
                <a16:creationId xmlns:a16="http://schemas.microsoft.com/office/drawing/2014/main" id="{7DBFB588-E6EB-4383-A1D0-D1FAF6BB580E}"/>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D1E1706F-53D6-4BD4-AD47-C4BB7D2B8793}"/>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Continuity</a:t>
            </a:r>
          </a:p>
        </p:txBody>
      </p:sp>
      <p:sp>
        <p:nvSpPr>
          <p:cNvPr id="17" name="">
            <a:extLst xmlns:a="http://schemas.openxmlformats.org/drawingml/2006/main">
              <a:ext uri="{FF2B5EF4-FFF2-40B4-BE49-F238E27FC236}">
                <a16:creationId xmlns:a16="http://schemas.microsoft.com/office/drawing/2014/main" id="{9B3E5B08-7114-4296-A6B5-625580B2151C}"/>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936661150"/>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656F221-014C-4296-8CDA-56CBD99FB84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V7_C_N10</a:t>
            </a:r>
          </a:p>
        </p:txBody>
      </p:sp>
      <p:sp>
        <p:nvSpPr>
          <p:cNvPr id="2" name="">
            <a:extLst xmlns:a="http://schemas.openxmlformats.org/drawingml/2006/main">
              <a:ext uri="{FF2B5EF4-FFF2-40B4-BE49-F238E27FC236}">
                <a16:creationId xmlns:a16="http://schemas.microsoft.com/office/drawing/2014/main" id="{67918627-2D1A-43D9-93AB-463D456A6A4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D4B73850-041D-4EA8-B45A-3EB42673274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6590B25-059D-451F-A24B-5C80C70A640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36D6CED8-2C87-4D15-B88E-631D6AECA4D1}"/>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E953525F-22EE-4B87-A093-B3EC17C1460D}"/>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AD9576C3-1606-4396-B6E8-BBC6002FB6BC}"/>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Hazard</a:t>
            </a:r>
          </a:p>
        </p:txBody>
      </p:sp>
      <p:sp>
        <p:nvSpPr>
          <p:cNvPr id="8" name="">
            <a:extLst xmlns:a="http://schemas.openxmlformats.org/drawingml/2006/main">
              <a:ext uri="{FF2B5EF4-FFF2-40B4-BE49-F238E27FC236}">
                <a16:creationId xmlns:a16="http://schemas.microsoft.com/office/drawing/2014/main" id="{35D5DFF2-E01F-43DD-A784-745DB3FCEC4C}"/>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572C1AA7-7024-4788-863C-D62B90540632}"/>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E87C2956-DAF6-460B-A58F-5F5008B616C3}"/>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Exposure</a:t>
            </a:r>
          </a:p>
        </p:txBody>
      </p:sp>
      <p:sp>
        <p:nvSpPr>
          <p:cNvPr id="11" name="">
            <a:extLst xmlns:a="http://schemas.openxmlformats.org/drawingml/2006/main">
              <a:ext uri="{FF2B5EF4-FFF2-40B4-BE49-F238E27FC236}">
                <a16:creationId xmlns:a16="http://schemas.microsoft.com/office/drawing/2014/main" id="{739809B3-4721-4574-A4FC-01CB2299BE05}"/>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CC267CCA-7847-406B-9BFC-1E762F3CE734}"/>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E8A15932-18C0-4F16-AEEF-8522C735828C}"/>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Vulnerability</a:t>
            </a:r>
          </a:p>
        </p:txBody>
      </p:sp>
      <p:sp>
        <p:nvSpPr>
          <p:cNvPr id="14" name="">
            <a:extLst xmlns:a="http://schemas.openxmlformats.org/drawingml/2006/main">
              <a:ext uri="{FF2B5EF4-FFF2-40B4-BE49-F238E27FC236}">
                <a16:creationId xmlns:a16="http://schemas.microsoft.com/office/drawing/2014/main" id="{5DC29A23-A8CD-4C69-8460-7CA035053D05}"/>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0AD24F30-488A-49F5-8B1F-36EB7C75C718}"/>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DF93B1FD-9E70-4B0E-8AAC-ECDAA229C590}"/>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Preparedness</a:t>
            </a:r>
          </a:p>
        </p:txBody>
      </p:sp>
      <p:sp>
        <p:nvSpPr>
          <p:cNvPr id="17" name="">
            <a:extLst xmlns:a="http://schemas.openxmlformats.org/drawingml/2006/main">
              <a:ext uri="{FF2B5EF4-FFF2-40B4-BE49-F238E27FC236}">
                <a16:creationId xmlns:a16="http://schemas.microsoft.com/office/drawing/2014/main" id="{74F90FC1-0B9B-4948-BB0C-5CF2B9019342}"/>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5370539F-C132-41EE-91F4-E618E5F94CFB}"/>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0A181863-6D7F-40A0-9DA2-0C7095286979}"/>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Continuity</a:t>
            </a:r>
          </a:p>
        </p:txBody>
      </p:sp>
      <p:sp>
        <p:nvSpPr>
          <p:cNvPr id="20" name="">
            <a:extLst xmlns:a="http://schemas.openxmlformats.org/drawingml/2006/main">
              <a:ext uri="{FF2B5EF4-FFF2-40B4-BE49-F238E27FC236}">
                <a16:creationId xmlns:a16="http://schemas.microsoft.com/office/drawing/2014/main" id="{3B8FF59D-C509-4C5E-9E45-F6957EAEE7D6}"/>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2017022079"/>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5E112E5-73B6-49E3-93EC-F117AA0AEF0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V7_C_N10</a:t>
            </a:r>
          </a:p>
        </p:txBody>
      </p:sp>
      <p:sp>
        <p:nvSpPr>
          <p:cNvPr id="2" name="">
            <a:extLst xmlns:a="http://schemas.openxmlformats.org/drawingml/2006/main">
              <a:ext uri="{FF2B5EF4-FFF2-40B4-BE49-F238E27FC236}">
                <a16:creationId xmlns:a16="http://schemas.microsoft.com/office/drawing/2014/main" id="{478AAF54-C698-42D7-B757-47F4354AD0A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12673CE3-065C-4836-BD57-58A69D094B1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1033B29-A5E5-4787-96A0-BFEFC1208E0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02F8A413-3E0F-4928-8C73-FE75A83A7B1F}"/>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D04D1403-E92C-4662-AF12-5DBD15A5545D}"/>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FE58F945-1086-40EE-B911-205538840C9C}"/>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district tests heat, flood, access, and continuity scenarios before activating a safety plan.</a:t>
            </a:r>
          </a:p>
        </p:txBody>
      </p:sp>
      <p:sp>
        <p:nvSpPr>
          <p:cNvPr id="8" name="">
            <a:extLst xmlns:a="http://schemas.openxmlformats.org/drawingml/2006/main">
              <a:ext uri="{FF2B5EF4-FFF2-40B4-BE49-F238E27FC236}">
                <a16:creationId xmlns:a16="http://schemas.microsoft.com/office/drawing/2014/main" id="{2A41C793-F31A-4CD2-AEE7-EB10C82B7640}"/>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FF28C4F5-5D7F-440D-AA91-83F6CB4DD3D9}"/>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F32C5429-98C3-4179-91C4-8DF85A7F68F9}"/>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3DF7616D-F171-41F7-9A96-8724CC35F6A4}"/>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481306927"/>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609074B-D91D-467E-9A52-81F7CF144E1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V7_C_N10</a:t>
            </a:r>
          </a:p>
        </p:txBody>
      </p:sp>
      <p:sp>
        <p:nvSpPr>
          <p:cNvPr id="2" name="">
            <a:extLst xmlns:a="http://schemas.openxmlformats.org/drawingml/2006/main">
              <a:ext uri="{FF2B5EF4-FFF2-40B4-BE49-F238E27FC236}">
                <a16:creationId xmlns:a16="http://schemas.microsoft.com/office/drawing/2014/main" id="{9D171E7B-326B-4783-9ADF-2F62AC7FFDB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BA574ABF-CE9E-4752-A2C1-7044B281FDA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4CEBF49-0692-4391-BBB6-BFED99FDF71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0FD28C6B-6B0E-464D-A33F-67888CFFB76B}"/>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and test a proportionate school-safety and learning-continuity decision workflow.</a:t>
            </a:r>
          </a:p>
        </p:txBody>
      </p:sp>
      <p:sp>
        <p:nvSpPr>
          <p:cNvPr id="6" name="">
            <a:extLst xmlns:a="http://schemas.openxmlformats.org/drawingml/2006/main">
              <a:ext uri="{FF2B5EF4-FFF2-40B4-BE49-F238E27FC236}">
                <a16:creationId xmlns:a16="http://schemas.microsoft.com/office/drawing/2014/main" id="{A808EFD3-3F44-4E56-8FA2-DE206FFF8C0C}"/>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EC9D9B59-BCE3-451A-85AF-028C1C2E67B3}"/>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DCBBAF5C-1EC2-48B2-972D-5EA6E3B4D626}"/>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32A6BC46-FE75-4E3B-92D9-781ED04A1E4E}"/>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DFA469C3-C3BB-49B9-B043-F9C260CBCD84}"/>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4169E990-5F30-4B4D-9C08-F9F4E6041444}"/>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D13B7DAA-A68D-4DB4-BCE5-6B80CBD9383C}"/>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5BD00C0F-C74C-4782-96E4-19433918D340}"/>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FC8F8088-5F63-4065-A728-D006E3FEB40B}"/>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79D2BA79-0958-4E75-A5B7-B2BD1BDDF66D}"/>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7F1CAEE8-C88D-4C92-B67D-4778A749B5C3}"/>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BE0C8FA0-4019-4645-9593-EB680EEADC6D}"/>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811488425"/>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B0D33A9-FFAA-4C9F-A21E-AB9F6232375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V7_C_N10</a:t>
            </a:r>
          </a:p>
        </p:txBody>
      </p:sp>
      <p:sp>
        <p:nvSpPr>
          <p:cNvPr id="2" name="">
            <a:extLst xmlns:a="http://schemas.openxmlformats.org/drawingml/2006/main">
              <a:ext uri="{FF2B5EF4-FFF2-40B4-BE49-F238E27FC236}">
                <a16:creationId xmlns:a16="http://schemas.microsoft.com/office/drawing/2014/main" id="{B52702C7-34E9-41C1-AB92-D7F89CD7009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AD3724DB-0735-4FD2-8A86-3DD786AD915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EE016CF-0708-489D-93ED-B9D835C15B2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37A83049-F9E6-4431-84B3-2514BF4D5126}"/>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6C9DF1E9-AB67-46E1-8409-7A901480D7FD}"/>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253966C8-FBEA-433B-A3EE-FE9F323B18D9}"/>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219285C7-49DD-4603-9524-C4D72F409A89}"/>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6AA268DB-78B4-4881-A4B9-E8CC3CF7C352}"/>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76F0A0ED-033A-4B29-B7CD-C690265A6C87}"/>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B0FE50A4-058A-405C-8F7F-DD5E4F077947}"/>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3C1DE8CD-D4DD-40EE-BAE8-2FDD2B9BF9CA}"/>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3B99E1C2-E34B-4F58-B5CC-40103B4CDD27}"/>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F1C085A8-1851-48B2-909F-9DE9E62D8FE4}"/>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356376055"/>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DC13F9-BA84-4024-B458-26789AF8B4A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V7_C_N10</a:t>
            </a:r>
          </a:p>
        </p:txBody>
      </p:sp>
      <p:sp>
        <p:nvSpPr>
          <p:cNvPr id="2" name="">
            <a:extLst xmlns:a="http://schemas.openxmlformats.org/drawingml/2006/main">
              <a:ext uri="{FF2B5EF4-FFF2-40B4-BE49-F238E27FC236}">
                <a16:creationId xmlns:a16="http://schemas.microsoft.com/office/drawing/2014/main" id="{0800BA9F-4067-4EF2-9138-F296919124D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C4DD527B-93D8-4766-ACDF-C671314ACC6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85C1265-3B3C-4705-8A32-6A094447118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BBBF5AC7-A917-4913-A9B6-A2AE00615498}"/>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DC56EAF5-CBD4-493B-9547-3C05DEFBFBEE}"/>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AF8C68AA-0F76-4869-9A47-C67BC9371652}"/>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EED65DBA-1B4C-41A7-9326-829BC6CDF777}"/>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0A9F5C9B-E269-4005-9308-29FF0C97080C}"/>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3E99FFD0-914A-4E36-B802-FF189BC1E5F6}"/>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857512731"/>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30B2FA-8D6D-49E0-AF76-79EFCA24F0A7}"/>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75C30A10-994D-4835-BCC1-6444C5E605AE}"/>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2C00594A-7020-4CF4-91CD-21A306CFAECA}"/>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Hazard</a:t>
            </a:r>
          </a:p>
        </p:txBody>
      </p:sp>
      <p:sp>
        <p:nvSpPr>
          <p:cNvPr id="4" name="">
            <a:extLst xmlns:a="http://schemas.openxmlformats.org/drawingml/2006/main">
              <a:ext uri="{FF2B5EF4-FFF2-40B4-BE49-F238E27FC236}">
                <a16:creationId xmlns:a16="http://schemas.microsoft.com/office/drawing/2014/main" id="{BE3CF6A2-B33D-4B29-9BE5-3F01B77D8D55}"/>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FE045611-CB10-492C-ABEE-D8230F07AD85}"/>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Exposure</a:t>
            </a:r>
          </a:p>
        </p:txBody>
      </p:sp>
      <p:sp>
        <p:nvSpPr>
          <p:cNvPr id="6" name="">
            <a:extLst xmlns:a="http://schemas.openxmlformats.org/drawingml/2006/main">
              <a:ext uri="{FF2B5EF4-FFF2-40B4-BE49-F238E27FC236}">
                <a16:creationId xmlns:a16="http://schemas.microsoft.com/office/drawing/2014/main" id="{AB3F10E2-163A-41C9-B053-FB7F2583323D}"/>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F45D3B55-02FE-4362-8B7C-71D91620D578}"/>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Vulnerability</a:t>
            </a:r>
          </a:p>
        </p:txBody>
      </p:sp>
      <p:sp>
        <p:nvSpPr>
          <p:cNvPr id="8" name="">
            <a:extLst xmlns:a="http://schemas.openxmlformats.org/drawingml/2006/main">
              <a:ext uri="{FF2B5EF4-FFF2-40B4-BE49-F238E27FC236}">
                <a16:creationId xmlns:a16="http://schemas.microsoft.com/office/drawing/2014/main" id="{3873B843-6873-4564-9960-E641A7380F30}"/>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FD8F7D37-4E3D-45BB-BC4B-140E765A59CB}"/>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Preparedness</a:t>
            </a:r>
          </a:p>
        </p:txBody>
      </p:sp>
      <p:sp>
        <p:nvSpPr>
          <p:cNvPr id="10" name="">
            <a:extLst xmlns:a="http://schemas.openxmlformats.org/drawingml/2006/main">
              <a:ext uri="{FF2B5EF4-FFF2-40B4-BE49-F238E27FC236}">
                <a16:creationId xmlns:a16="http://schemas.microsoft.com/office/drawing/2014/main" id="{3A4CE886-F530-4784-A97A-D1358436B5D7}"/>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7680051D-21AF-49A1-93FA-59053BA6841E}"/>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Continuity</a:t>
            </a:r>
          </a:p>
        </p:txBody>
      </p:sp>
      <p:sp>
        <p:nvSpPr>
          <p:cNvPr id="12" name="">
            <a:extLst xmlns:a="http://schemas.openxmlformats.org/drawingml/2006/main">
              <a:ext uri="{FF2B5EF4-FFF2-40B4-BE49-F238E27FC236}">
                <a16:creationId xmlns:a16="http://schemas.microsoft.com/office/drawing/2014/main" id="{5A3FA208-2CA9-4E81-AA0F-385B1659AD3E}"/>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2327207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2026-09-04T15:30:40.6360000Z</dcterms:created>
  <dcterms:modified xsi:type="dcterms:W3CDTF">2026-09-04T15:30:40.6360000Z</dcterms:modified>
</coreProperties>
</file>