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e821bcbeab4742" /><Relationship Type="http://schemas.openxmlformats.org/officeDocument/2006/relationships/extended-properties" Target="/docProps/app.xml" Id="Rc11b4fd2adad4387" /><Relationship Type="http://schemas.openxmlformats.org/officeDocument/2006/relationships/officeDocument" Target="/ppt/presentation.xml" Id="R29764693e2ac4cea" /></Relationships>
</file>

<file path=ppt/presentation.xml><?xml version="1.0" encoding="utf-8"?>
<p:presentation xmlns:p="http://schemas.openxmlformats.org/presentationml/2006/main">
  <p:sldMasterIdLst>
    <p:sldMasterId xmlns:r="http://schemas.openxmlformats.org/officeDocument/2006/relationships" id="2147483648" r:id="Rbbe7e93b6cfe477b"/>
  </p:sldMasterIdLst>
  <p:notesMasterIdLst>
    <p:notesMasterId xmlns:r="http://schemas.openxmlformats.org/officeDocument/2006/relationships" r:id="R410b5b7396ef4a7a"/>
  </p:notesMasterIdLst>
  <p:sldIdLst>
    <p:sldId xmlns:r="http://schemas.openxmlformats.org/officeDocument/2006/relationships" id="256" r:id="R0a33a4d25e4c44b1"/>
    <p:sldId xmlns:r="http://schemas.openxmlformats.org/officeDocument/2006/relationships" id="257" r:id="R12e3437edcae4ca8"/>
    <p:sldId xmlns:r="http://schemas.openxmlformats.org/officeDocument/2006/relationships" id="258" r:id="Rc848e87b6eac4a17"/>
    <p:sldId xmlns:r="http://schemas.openxmlformats.org/officeDocument/2006/relationships" id="259" r:id="R4c7d192cb6544822"/>
    <p:sldId xmlns:r="http://schemas.openxmlformats.org/officeDocument/2006/relationships" id="260" r:id="R98fee5cc62df4e06"/>
    <p:sldId xmlns:r="http://schemas.openxmlformats.org/officeDocument/2006/relationships" id="261" r:id="R1e330719996d4481"/>
    <p:sldId xmlns:r="http://schemas.openxmlformats.org/officeDocument/2006/relationships" id="262" r:id="R2b35a1f485b540ae"/>
    <p:sldId xmlns:r="http://schemas.openxmlformats.org/officeDocument/2006/relationships" id="263" r:id="Rcb7304dd8b814d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6a5f91c2a24132" /><Relationship Type="http://schemas.openxmlformats.org/officeDocument/2006/relationships/slideMaster" Target="/ppt/slideMasters/slideMaster1.xml" Id="Rbbe7e93b6cfe477b" /><Relationship Type="http://schemas.openxmlformats.org/officeDocument/2006/relationships/notesMaster" Target="/ppt/notesMasters/notesMaster1.xml" Id="R410b5b7396ef4a7a" /><Relationship Type="http://schemas.openxmlformats.org/officeDocument/2006/relationships/presProps" Target="/ppt/presProps.xml" Id="R3660ccfc5e9e4d81" /><Relationship Type="http://schemas.openxmlformats.org/officeDocument/2006/relationships/tableStyles" Target="/ppt/tableStyles.xml" Id="R01dc582ab5b84770" /><Relationship Type="http://schemas.openxmlformats.org/officeDocument/2006/relationships/slide" Target="/ppt/slides/slide1.xml" Id="R0a33a4d25e4c44b1" /><Relationship Type="http://schemas.openxmlformats.org/officeDocument/2006/relationships/slide" Target="/ppt/slides/slide2.xml" Id="R12e3437edcae4ca8" /><Relationship Type="http://schemas.openxmlformats.org/officeDocument/2006/relationships/slide" Target="/ppt/slides/slide3.xml" Id="Rc848e87b6eac4a17" /><Relationship Type="http://schemas.openxmlformats.org/officeDocument/2006/relationships/slide" Target="/ppt/slides/slide4.xml" Id="R4c7d192cb6544822" /><Relationship Type="http://schemas.openxmlformats.org/officeDocument/2006/relationships/slide" Target="/ppt/slides/slide5.xml" Id="R98fee5cc62df4e06" /><Relationship Type="http://schemas.openxmlformats.org/officeDocument/2006/relationships/slide" Target="/ppt/slides/slide6.xml" Id="R1e330719996d4481" /><Relationship Type="http://schemas.openxmlformats.org/officeDocument/2006/relationships/slide" Target="/ppt/slides/slide7.xml" Id="R2b35a1f485b540ae" /><Relationship Type="http://schemas.openxmlformats.org/officeDocument/2006/relationships/slide" Target="/ppt/slides/slide8.xml" Id="Rcb7304dd8b814d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77fcba7d1341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956db2594845f6" /><Relationship Type="http://schemas.openxmlformats.org/officeDocument/2006/relationships/notesMaster" Target="/ppt/notesMasters/notesMaster1.xml" Id="Raad5511cee8743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d974b179674fab" /><Relationship Type="http://schemas.openxmlformats.org/officeDocument/2006/relationships/notesMaster" Target="/ppt/notesMasters/notesMaster1.xml" Id="R53f46c2c030a48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d39d8bc12f4394" /><Relationship Type="http://schemas.openxmlformats.org/officeDocument/2006/relationships/notesMaster" Target="/ppt/notesMasters/notesMaster1.xml" Id="R8b212862075844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ce325d54dc4833" /><Relationship Type="http://schemas.openxmlformats.org/officeDocument/2006/relationships/notesMaster" Target="/ppt/notesMasters/notesMaster1.xml" Id="R0dac3575b2fd4a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dbea29ab7c4c79" /><Relationship Type="http://schemas.openxmlformats.org/officeDocument/2006/relationships/notesMaster" Target="/ppt/notesMasters/notesMaster1.xml" Id="R6420b5822e114f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40a6161f344802" /><Relationship Type="http://schemas.openxmlformats.org/officeDocument/2006/relationships/notesMaster" Target="/ppt/notesMasters/notesMaster1.xml" Id="R1bf5f686257a4d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d07f6f65944442" /><Relationship Type="http://schemas.openxmlformats.org/officeDocument/2006/relationships/notesMaster" Target="/ppt/notesMasters/notesMaster1.xml" Id="R1fa94d8902bc42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1d98df635343e0" /><Relationship Type="http://schemas.openxmlformats.org/officeDocument/2006/relationships/notesMaster" Target="/ppt/notesMasters/notesMaster1.xml" Id="R6283d25972bd4ec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From School to Work Without Chasing Yesterday. This lesson begins with one principle: transition planning must anticipate change without pretending forecasts are certain.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V7_C_N08,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Transition planning must anticipate change without pretending forecasts are certain. The five controls shown here are Transition, Skills, Labour demand, Adaptation, Uncertainty. Together, they prevent an education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V7_C_N08,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transition, move through skills and labour demand, and finish with adaptation and uncertainty.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V7_C_N08,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education example. A review combines graduate outcomes, employer evidence, occupation change, and programme capacity.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V7_C_N08,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Test a school-to-work evidence chain under changing labour-demand scenarios.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V7_C_N08,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education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V7_C_N08,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V7_C_N08,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transition clear? Is skills documented? Is labour demand testable? Is adaptation governed? And is uncertainty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V7_C_N08,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64181fce2e49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4d23c4763a487d" /><Relationship Type="http://schemas.openxmlformats.org/officeDocument/2006/relationships/slideLayout" Target="/ppt/slideLayouts/slideLayout1.xml" Id="Rcb2b07c3875048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2b07c3875048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de16aeae754817" /><Relationship Type="http://schemas.openxmlformats.org/officeDocument/2006/relationships/notesSlide" Target="/ppt/notesSlides/notesSlide1.xml" Id="Rd1e0a9c369f541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bd520f73a747d7" /><Relationship Type="http://schemas.openxmlformats.org/officeDocument/2006/relationships/notesSlide" Target="/ppt/notesSlides/notesSlide2.xml" Id="R0a12c79ae7a04f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8f4ca11bf24d2a" /><Relationship Type="http://schemas.openxmlformats.org/officeDocument/2006/relationships/notesSlide" Target="/ppt/notesSlides/notesSlide3.xml" Id="R59843bc4586747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1a7baed289749af" /><Relationship Type="http://schemas.openxmlformats.org/officeDocument/2006/relationships/notesSlide" Target="/ppt/notesSlides/notesSlide4.xml" Id="R22320ecb813649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c6238c5c3c4264" /><Relationship Type="http://schemas.openxmlformats.org/officeDocument/2006/relationships/notesSlide" Target="/ppt/notesSlides/notesSlide5.xml" Id="R59d810868fa54d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ebf940c56cd4652" /><Relationship Type="http://schemas.openxmlformats.org/officeDocument/2006/relationships/notesSlide" Target="/ppt/notesSlides/notesSlide6.xml" Id="Rae6854ac3f5d48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058c69a2f143bd" /><Relationship Type="http://schemas.openxmlformats.org/officeDocument/2006/relationships/notesSlide" Target="/ppt/notesSlides/notesSlide7.xml" Id="R7c0643d5689149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a1c423dd424ecd" /><Relationship Type="http://schemas.openxmlformats.org/officeDocument/2006/relationships/notesSlide" Target="/ppt/notesSlides/notesSlide8.xml" Id="Rd44be898fbf745b0"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495049-1E17-484A-A561-02A7B21BB5A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B449D004-3ED6-42A4-8D21-D1C00D174806}"/>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B6EF04E2-163A-405F-9D9D-956046A84E15}"/>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D6769CD8-15AC-4B33-B3DE-618F6BF494F9}"/>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EDUCATION TRACK</a:t>
            </a:r>
          </a:p>
        </p:txBody>
      </p:sp>
      <p:sp>
        <p:nvSpPr>
          <p:cNvPr id="5" name="">
            <a:extLst xmlns:a="http://schemas.openxmlformats.org/drawingml/2006/main">
              <a:ext uri="{FF2B5EF4-FFF2-40B4-BE49-F238E27FC236}">
                <a16:creationId xmlns:a16="http://schemas.microsoft.com/office/drawing/2014/main" id="{7F0C0CB0-71A9-4209-9E53-807C5BD22C7E}"/>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FROM SCHOOL TO WORK WITHOUT CHASING YESTERDAY</a:t>
            </a:r>
          </a:p>
        </p:txBody>
      </p:sp>
      <p:sp>
        <p:nvSpPr>
          <p:cNvPr id="6" name="">
            <a:extLst xmlns:a="http://schemas.openxmlformats.org/drawingml/2006/main">
              <a:ext uri="{FF2B5EF4-FFF2-40B4-BE49-F238E27FC236}">
                <a16:creationId xmlns:a16="http://schemas.microsoft.com/office/drawing/2014/main" id="{20306514-81FF-404E-82EE-DBF4171C9D16}"/>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Transition planning must anticipate change without pretending forecasts are certain.</a:t>
            </a:r>
          </a:p>
        </p:txBody>
      </p:sp>
      <p:sp>
        <p:nvSpPr>
          <p:cNvPr id="7" name="">
            <a:extLst xmlns:a="http://schemas.openxmlformats.org/drawingml/2006/main">
              <a:ext uri="{FF2B5EF4-FFF2-40B4-BE49-F238E27FC236}">
                <a16:creationId xmlns:a16="http://schemas.microsoft.com/office/drawing/2014/main" id="{CD3612D5-44B8-428E-A9A1-B48E90337114}"/>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V7_C_N08</a:t>
            </a:r>
          </a:p>
        </p:txBody>
      </p:sp>
      <p:sp>
        <p:nvSpPr>
          <p:cNvPr id="8" name="">
            <a:extLst xmlns:a="http://schemas.openxmlformats.org/drawingml/2006/main">
              <a:ext uri="{FF2B5EF4-FFF2-40B4-BE49-F238E27FC236}">
                <a16:creationId xmlns:a16="http://schemas.microsoft.com/office/drawing/2014/main" id="{DB001A42-CB67-40A4-AF6C-DBDDB5451657}"/>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PU-B07-C43</a:t>
            </a:r>
          </a:p>
        </p:txBody>
      </p:sp>
      <p:sp>
        <p:nvSpPr>
          <p:cNvPr id="9" name="">
            <a:extLst xmlns:a="http://schemas.openxmlformats.org/drawingml/2006/main">
              <a:ext uri="{FF2B5EF4-FFF2-40B4-BE49-F238E27FC236}">
                <a16:creationId xmlns:a16="http://schemas.microsoft.com/office/drawing/2014/main" id="{D06F50B9-29A9-4BF6-AA95-69BCB203B76D}"/>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F0C3DF27-CACA-453B-BBC7-AC90600B3915}"/>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553082588"/>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D98D1B5-810B-441C-9D2A-0D8FA93E817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V7_C_N08</a:t>
            </a:r>
          </a:p>
        </p:txBody>
      </p:sp>
      <p:sp>
        <p:nvSpPr>
          <p:cNvPr id="2" name="">
            <a:extLst xmlns:a="http://schemas.openxmlformats.org/drawingml/2006/main">
              <a:ext uri="{FF2B5EF4-FFF2-40B4-BE49-F238E27FC236}">
                <a16:creationId xmlns:a16="http://schemas.microsoft.com/office/drawing/2014/main" id="{AADD880F-F8D1-4D30-81A6-F82FDB45AFD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742E0966-7CB3-477E-801D-3B326850503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8127C95-CFE0-4CA3-B06D-712F11DD6234}"/>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050E3957-0B07-43EC-BE80-03AAB2D32F07}"/>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Transition planning must anticipate change without pretending forecasts are certain.</a:t>
            </a:r>
          </a:p>
        </p:txBody>
      </p:sp>
      <p:sp>
        <p:nvSpPr>
          <p:cNvPr id="6" name="">
            <a:extLst xmlns:a="http://schemas.openxmlformats.org/drawingml/2006/main">
              <a:ext uri="{FF2B5EF4-FFF2-40B4-BE49-F238E27FC236}">
                <a16:creationId xmlns:a16="http://schemas.microsoft.com/office/drawing/2014/main" id="{9D520DF6-1E2A-49CE-9915-AEFF31512415}"/>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8C15B7F2-8035-46DC-97A1-47C1D2107100}"/>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A876D190-6B29-4D3C-93D0-D0B61854DA01}"/>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Transition</a:t>
            </a:r>
          </a:p>
        </p:txBody>
      </p:sp>
      <p:sp>
        <p:nvSpPr>
          <p:cNvPr id="9" name="">
            <a:extLst xmlns:a="http://schemas.openxmlformats.org/drawingml/2006/main">
              <a:ext uri="{FF2B5EF4-FFF2-40B4-BE49-F238E27FC236}">
                <a16:creationId xmlns:a16="http://schemas.microsoft.com/office/drawing/2014/main" id="{E09D5328-B223-4E35-AB42-4F521819C665}"/>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A7C2CC90-D951-4C5F-ADB0-D527007B1A96}"/>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Skills</a:t>
            </a:r>
          </a:p>
        </p:txBody>
      </p:sp>
      <p:sp>
        <p:nvSpPr>
          <p:cNvPr id="11" name="">
            <a:extLst xmlns:a="http://schemas.openxmlformats.org/drawingml/2006/main">
              <a:ext uri="{FF2B5EF4-FFF2-40B4-BE49-F238E27FC236}">
                <a16:creationId xmlns:a16="http://schemas.microsoft.com/office/drawing/2014/main" id="{681AB15A-4879-4B7F-8478-2FF32A8438C2}"/>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4062311F-A62C-44DB-8948-6336933264F0}"/>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Labour demand</a:t>
            </a:r>
          </a:p>
        </p:txBody>
      </p:sp>
      <p:sp>
        <p:nvSpPr>
          <p:cNvPr id="13" name="">
            <a:extLst xmlns:a="http://schemas.openxmlformats.org/drawingml/2006/main">
              <a:ext uri="{FF2B5EF4-FFF2-40B4-BE49-F238E27FC236}">
                <a16:creationId xmlns:a16="http://schemas.microsoft.com/office/drawing/2014/main" id="{FA185FE3-9330-434A-8428-8D2B90997F7B}"/>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92A3F14D-640F-42E0-BD0C-9DD78A0CE593}"/>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Adaptation</a:t>
            </a:r>
          </a:p>
        </p:txBody>
      </p:sp>
      <p:sp>
        <p:nvSpPr>
          <p:cNvPr id="15" name="">
            <a:extLst xmlns:a="http://schemas.openxmlformats.org/drawingml/2006/main">
              <a:ext uri="{FF2B5EF4-FFF2-40B4-BE49-F238E27FC236}">
                <a16:creationId xmlns:a16="http://schemas.microsoft.com/office/drawing/2014/main" id="{B4F1F80A-7FCE-4F30-9213-BEF08A53C92F}"/>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F318B9AA-254D-4F6A-B9D4-C886EAB4329A}"/>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Uncertainty</a:t>
            </a:r>
          </a:p>
        </p:txBody>
      </p:sp>
      <p:sp>
        <p:nvSpPr>
          <p:cNvPr id="17" name="">
            <a:extLst xmlns:a="http://schemas.openxmlformats.org/drawingml/2006/main">
              <a:ext uri="{FF2B5EF4-FFF2-40B4-BE49-F238E27FC236}">
                <a16:creationId xmlns:a16="http://schemas.microsoft.com/office/drawing/2014/main" id="{474A1589-C7B0-4A3E-91F3-696FFF775490}"/>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831245995"/>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5579B47-74E6-4DF9-B9F5-9D6D9648429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V7_C_N08</a:t>
            </a:r>
          </a:p>
        </p:txBody>
      </p:sp>
      <p:sp>
        <p:nvSpPr>
          <p:cNvPr id="2" name="">
            <a:extLst xmlns:a="http://schemas.openxmlformats.org/drawingml/2006/main">
              <a:ext uri="{FF2B5EF4-FFF2-40B4-BE49-F238E27FC236}">
                <a16:creationId xmlns:a16="http://schemas.microsoft.com/office/drawing/2014/main" id="{2A69AE1D-DCE1-4023-9BB4-FE02731E208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1EF825EA-9239-4EBD-872C-2CCB90B28E7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6B99EB3-29EF-4DCF-AA14-10339E0D1A2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CF6F865A-93EB-4BBC-8C9C-D5E44FF7E8C8}"/>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C5042BDD-7908-4DBC-8323-03BEDBC4FFEE}"/>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F92208B6-E9B2-49E1-8CF5-902E41F4DC0D}"/>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Transition</a:t>
            </a:r>
          </a:p>
        </p:txBody>
      </p:sp>
      <p:sp>
        <p:nvSpPr>
          <p:cNvPr id="8" name="">
            <a:extLst xmlns:a="http://schemas.openxmlformats.org/drawingml/2006/main">
              <a:ext uri="{FF2B5EF4-FFF2-40B4-BE49-F238E27FC236}">
                <a16:creationId xmlns:a16="http://schemas.microsoft.com/office/drawing/2014/main" id="{B6FAF1E6-AFFA-4BBE-B1D5-FED86C996F25}"/>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1AB3DC1C-5D60-4D62-ACE2-BB75FF76BBCA}"/>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34F277DE-FBC9-4988-9C24-1302DAE4F898}"/>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Skills</a:t>
            </a:r>
          </a:p>
        </p:txBody>
      </p:sp>
      <p:sp>
        <p:nvSpPr>
          <p:cNvPr id="11" name="">
            <a:extLst xmlns:a="http://schemas.openxmlformats.org/drawingml/2006/main">
              <a:ext uri="{FF2B5EF4-FFF2-40B4-BE49-F238E27FC236}">
                <a16:creationId xmlns:a16="http://schemas.microsoft.com/office/drawing/2014/main" id="{9D61809C-D350-4BCC-8668-DB254040EFE9}"/>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AE3B88E9-B765-4C44-8AD2-A362E818482B}"/>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FB2DBCDE-4C91-4E0F-9A6C-7F382864889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Labour demand</a:t>
            </a:r>
          </a:p>
        </p:txBody>
      </p:sp>
      <p:sp>
        <p:nvSpPr>
          <p:cNvPr id="14" name="">
            <a:extLst xmlns:a="http://schemas.openxmlformats.org/drawingml/2006/main">
              <a:ext uri="{FF2B5EF4-FFF2-40B4-BE49-F238E27FC236}">
                <a16:creationId xmlns:a16="http://schemas.microsoft.com/office/drawing/2014/main" id="{1B730FAE-5638-4BCA-A255-1F4D37561B84}"/>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A32E6734-B370-4902-B2A2-42834282D947}"/>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69663A62-F98F-46AB-ADCD-50422764787D}"/>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Adaptation</a:t>
            </a:r>
          </a:p>
        </p:txBody>
      </p:sp>
      <p:sp>
        <p:nvSpPr>
          <p:cNvPr id="17" name="">
            <a:extLst xmlns:a="http://schemas.openxmlformats.org/drawingml/2006/main">
              <a:ext uri="{FF2B5EF4-FFF2-40B4-BE49-F238E27FC236}">
                <a16:creationId xmlns:a16="http://schemas.microsoft.com/office/drawing/2014/main" id="{FDBB400C-3C90-4066-A7DB-BDFB21D5AA51}"/>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4AD0D97D-70D0-40D3-A64C-B36EA42C6FAA}"/>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41B54924-75DD-4ADD-8730-85DEB3B3DFEB}"/>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Uncertainty</a:t>
            </a:r>
          </a:p>
        </p:txBody>
      </p:sp>
      <p:sp>
        <p:nvSpPr>
          <p:cNvPr id="20" name="">
            <a:extLst xmlns:a="http://schemas.openxmlformats.org/drawingml/2006/main">
              <a:ext uri="{FF2B5EF4-FFF2-40B4-BE49-F238E27FC236}">
                <a16:creationId xmlns:a16="http://schemas.microsoft.com/office/drawing/2014/main" id="{E015EF94-2F40-4268-A68D-95C2617F1B00}"/>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46133480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82B5086-21BD-4A12-BDAA-E39ED813958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V7_C_N08</a:t>
            </a:r>
          </a:p>
        </p:txBody>
      </p:sp>
      <p:sp>
        <p:nvSpPr>
          <p:cNvPr id="2" name="">
            <a:extLst xmlns:a="http://schemas.openxmlformats.org/drawingml/2006/main">
              <a:ext uri="{FF2B5EF4-FFF2-40B4-BE49-F238E27FC236}">
                <a16:creationId xmlns:a16="http://schemas.microsoft.com/office/drawing/2014/main" id="{4C95F123-34E0-4656-8B95-836B4C2404E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B0653D09-E3F8-42DE-990D-16B9D58EC04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684BC24-32DB-4C5E-B816-A91A99CE0FC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9EE913F3-F027-4340-9034-F9F8243C4E0A}"/>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34CCDF47-F999-4B13-A9F7-8BA115A7F284}"/>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F62A471-7003-486B-A8CE-6C02907A2FCC}"/>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review combines graduate outcomes, employer evidence, occupation change, and programme capacity.</a:t>
            </a:r>
          </a:p>
        </p:txBody>
      </p:sp>
      <p:sp>
        <p:nvSpPr>
          <p:cNvPr id="8" name="">
            <a:extLst xmlns:a="http://schemas.openxmlformats.org/drawingml/2006/main">
              <a:ext uri="{FF2B5EF4-FFF2-40B4-BE49-F238E27FC236}">
                <a16:creationId xmlns:a16="http://schemas.microsoft.com/office/drawing/2014/main" id="{FCB34C58-8429-42C3-BE04-D5A3DEBCBBA4}"/>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40C63AC3-258D-424E-9AB6-E24A32FF104A}"/>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6C0E5933-E176-46D8-A665-D88084A6CF2F}"/>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E00F9819-AA2C-4BC1-83DC-B5E371F9F6AE}"/>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310494409"/>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DC034E9-5FA8-4152-A569-A2234C7A06D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V7_C_N08</a:t>
            </a:r>
          </a:p>
        </p:txBody>
      </p:sp>
      <p:sp>
        <p:nvSpPr>
          <p:cNvPr id="2" name="">
            <a:extLst xmlns:a="http://schemas.openxmlformats.org/drawingml/2006/main">
              <a:ext uri="{FF2B5EF4-FFF2-40B4-BE49-F238E27FC236}">
                <a16:creationId xmlns:a16="http://schemas.microsoft.com/office/drawing/2014/main" id="{5BAE272E-6712-4553-B1E1-3D5E0904B8B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23343FAB-5E4B-484D-A813-A2599BBB536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742795E-D68F-40ED-ACF3-C971FBA8F00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95C89663-6A15-4625-BB30-699D971A12CB}"/>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Test a school-to-work evidence chain under changing labour-demand scenarios.</a:t>
            </a:r>
          </a:p>
        </p:txBody>
      </p:sp>
      <p:sp>
        <p:nvSpPr>
          <p:cNvPr id="6" name="">
            <a:extLst xmlns:a="http://schemas.openxmlformats.org/drawingml/2006/main">
              <a:ext uri="{FF2B5EF4-FFF2-40B4-BE49-F238E27FC236}">
                <a16:creationId xmlns:a16="http://schemas.microsoft.com/office/drawing/2014/main" id="{BE3C372D-62F6-4C92-82B3-DFDCDB8F715F}"/>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D0D8B196-B22C-4BBD-9399-93C0C6049EAD}"/>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F23A5E61-BF1B-4C0D-A3CF-20CF6FF46C63}"/>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2953BAA8-FDCE-410E-86FC-20A9DC525C27}"/>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6D1D2411-7647-4F79-9B26-292915F44BC0}"/>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5B8C49E7-518F-41CA-AEA1-5C9BD5C5B019}"/>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9849B8BE-894C-40B0-B704-57B86B38BEFA}"/>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C719E172-E1CF-4ACC-8AA9-9CE00EF818A7}"/>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D0768F8F-94FD-4B6B-A506-2C7B412E62AD}"/>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B414BB04-2FFE-407D-B26F-CCAB4CD71CD9}"/>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E0210BCB-6851-419C-A079-4F586E3EBB47}"/>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1C9FFA5E-0221-40D8-841C-55F210F70DC0}"/>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488394384"/>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7A38157-8ABD-4E67-AADC-958C178EC25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V7_C_N08</a:t>
            </a:r>
          </a:p>
        </p:txBody>
      </p:sp>
      <p:sp>
        <p:nvSpPr>
          <p:cNvPr id="2" name="">
            <a:extLst xmlns:a="http://schemas.openxmlformats.org/drawingml/2006/main">
              <a:ext uri="{FF2B5EF4-FFF2-40B4-BE49-F238E27FC236}">
                <a16:creationId xmlns:a16="http://schemas.microsoft.com/office/drawing/2014/main" id="{4B695A15-91CB-4F29-B9BD-1D57159341B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7F3E1AC8-8EDE-43B7-9084-A0C730AEC4A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51AAAD6-2C37-4E6E-B26F-D0F3383408F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9CEDCF95-3038-4847-8E13-71D786C0EEB1}"/>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E323CD03-2B97-4633-84B3-7D0DFB80A929}"/>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F02E67BB-FE02-4F9B-A0DF-B25F8861F282}"/>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2C931009-C0FB-4D55-9128-8B55A2428FA0}"/>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036477A4-F3F3-4E3F-A19C-EE35240E1387}"/>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DCA2BD9A-1F03-41C6-94D6-373968EBC0B0}"/>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369C0958-A831-4760-8685-60FD3EBD0A7A}"/>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D913D344-E9BD-4F1F-B808-96DEAAF5F8D7}"/>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1844EA81-6AB2-45F3-9831-2D84BA9E8640}"/>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6D8F5246-156E-41FB-A860-B683F5F62E34}"/>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684572270"/>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E477FE4-F561-4C95-9542-8F014D37C53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V7_C_N08</a:t>
            </a:r>
          </a:p>
        </p:txBody>
      </p:sp>
      <p:sp>
        <p:nvSpPr>
          <p:cNvPr id="2" name="">
            <a:extLst xmlns:a="http://schemas.openxmlformats.org/drawingml/2006/main">
              <a:ext uri="{FF2B5EF4-FFF2-40B4-BE49-F238E27FC236}">
                <a16:creationId xmlns:a16="http://schemas.microsoft.com/office/drawing/2014/main" id="{665D43A3-05A7-412B-AC9B-89241422B13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F08C1B83-7EC2-46F1-A1F7-23EBAF20E38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371867E-8FA7-456E-86E1-C87D8F432CA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F7DBF8C4-E8E5-4AE7-8AFD-0E82FB9345B2}"/>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39C55D21-78F1-43EA-964C-D0C58D81FB23}"/>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016FB203-8999-4F4F-BD03-9CD3B73448A9}"/>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1FA25D7D-4C9C-4BFB-B2CB-B454A6F205E4}"/>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E24B8B69-9ADC-4DC7-86C9-911ABE301821}"/>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342AFAF6-346D-452A-B11A-18DFCADBD521}"/>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474707036"/>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E2E93F-7BF4-4DC0-A798-C48B8B880AFC}"/>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CC5D4AB6-DFFA-41E5-9C0C-F137CB56305D}"/>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F460C2F4-5A1F-4EAA-8066-7F6A200159C4}"/>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Transition</a:t>
            </a:r>
          </a:p>
        </p:txBody>
      </p:sp>
      <p:sp>
        <p:nvSpPr>
          <p:cNvPr id="4" name="">
            <a:extLst xmlns:a="http://schemas.openxmlformats.org/drawingml/2006/main">
              <a:ext uri="{FF2B5EF4-FFF2-40B4-BE49-F238E27FC236}">
                <a16:creationId xmlns:a16="http://schemas.microsoft.com/office/drawing/2014/main" id="{FB5B5AD3-5438-4243-832B-1B38EC9EE109}"/>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CC8D264D-040F-4686-9D7D-E2B648B65E3E}"/>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Skills</a:t>
            </a:r>
          </a:p>
        </p:txBody>
      </p:sp>
      <p:sp>
        <p:nvSpPr>
          <p:cNvPr id="6" name="">
            <a:extLst xmlns:a="http://schemas.openxmlformats.org/drawingml/2006/main">
              <a:ext uri="{FF2B5EF4-FFF2-40B4-BE49-F238E27FC236}">
                <a16:creationId xmlns:a16="http://schemas.microsoft.com/office/drawing/2014/main" id="{5B253DA2-D008-4F62-A1CD-87AA04559832}"/>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B8148396-8E31-4346-AEF5-2775253722E6}"/>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Labour demand</a:t>
            </a:r>
          </a:p>
        </p:txBody>
      </p:sp>
      <p:sp>
        <p:nvSpPr>
          <p:cNvPr id="8" name="">
            <a:extLst xmlns:a="http://schemas.openxmlformats.org/drawingml/2006/main">
              <a:ext uri="{FF2B5EF4-FFF2-40B4-BE49-F238E27FC236}">
                <a16:creationId xmlns:a16="http://schemas.microsoft.com/office/drawing/2014/main" id="{59348CD4-B571-412B-9E18-D1D604947BEB}"/>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EDBCAE4C-3B65-4DDC-898C-3FB4F09F72B5}"/>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Adaptation</a:t>
            </a:r>
          </a:p>
        </p:txBody>
      </p:sp>
      <p:sp>
        <p:nvSpPr>
          <p:cNvPr id="10" name="">
            <a:extLst xmlns:a="http://schemas.openxmlformats.org/drawingml/2006/main">
              <a:ext uri="{FF2B5EF4-FFF2-40B4-BE49-F238E27FC236}">
                <a16:creationId xmlns:a16="http://schemas.microsoft.com/office/drawing/2014/main" id="{8D578C56-A3AF-4E62-BE18-EBBB9744F73D}"/>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19064F90-F94D-46C8-9E40-73EC581B1D7E}"/>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Uncertainty</a:t>
            </a:r>
          </a:p>
        </p:txBody>
      </p:sp>
      <p:sp>
        <p:nvSpPr>
          <p:cNvPr id="12" name="">
            <a:extLst xmlns:a="http://schemas.openxmlformats.org/drawingml/2006/main">
              <a:ext uri="{FF2B5EF4-FFF2-40B4-BE49-F238E27FC236}">
                <a16:creationId xmlns:a16="http://schemas.microsoft.com/office/drawing/2014/main" id="{8839D637-F157-4583-AE3C-1D7288BE5D6A}"/>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439135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2026-09-04T15:30:39.7140000Z</dcterms:created>
  <dcterms:modified xsi:type="dcterms:W3CDTF">2026-09-04T15:30:39.7140000Z</dcterms:modified>
</coreProperties>
</file>