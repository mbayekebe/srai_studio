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167dc8aac94d44" /><Relationship Type="http://schemas.openxmlformats.org/officeDocument/2006/relationships/extended-properties" Target="/docProps/app.xml" Id="Re62995ce11c24453" /><Relationship Type="http://schemas.openxmlformats.org/officeDocument/2006/relationships/officeDocument" Target="/ppt/presentation.xml" Id="R35fdf33f523a493c" /></Relationships>
</file>

<file path=ppt/presentation.xml><?xml version="1.0" encoding="utf-8"?>
<p:presentation xmlns:p="http://schemas.openxmlformats.org/presentationml/2006/main">
  <p:sldMasterIdLst>
    <p:sldMasterId xmlns:r="http://schemas.openxmlformats.org/officeDocument/2006/relationships" id="2147483648" r:id="Rc6080786c9c2469e"/>
  </p:sldMasterIdLst>
  <p:notesMasterIdLst>
    <p:notesMasterId xmlns:r="http://schemas.openxmlformats.org/officeDocument/2006/relationships" r:id="R40c8695478844cec"/>
  </p:notesMasterIdLst>
  <p:sldIdLst>
    <p:sldId xmlns:r="http://schemas.openxmlformats.org/officeDocument/2006/relationships" id="256" r:id="Re245c61f70334165"/>
    <p:sldId xmlns:r="http://schemas.openxmlformats.org/officeDocument/2006/relationships" id="257" r:id="Rc103e6ee5da94606"/>
    <p:sldId xmlns:r="http://schemas.openxmlformats.org/officeDocument/2006/relationships" id="258" r:id="R4075cf18b1014eb4"/>
    <p:sldId xmlns:r="http://schemas.openxmlformats.org/officeDocument/2006/relationships" id="259" r:id="Re86e1eb4b22d4c86"/>
    <p:sldId xmlns:r="http://schemas.openxmlformats.org/officeDocument/2006/relationships" id="260" r:id="R72e6181ed6b04437"/>
    <p:sldId xmlns:r="http://schemas.openxmlformats.org/officeDocument/2006/relationships" id="261" r:id="R375209032b274c52"/>
    <p:sldId xmlns:r="http://schemas.openxmlformats.org/officeDocument/2006/relationships" id="262" r:id="R0718ec5eb92c4842"/>
    <p:sldId xmlns:r="http://schemas.openxmlformats.org/officeDocument/2006/relationships" id="263" r:id="Ref5d9ab820a441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265bd6008e45bb" /><Relationship Type="http://schemas.openxmlformats.org/officeDocument/2006/relationships/slideMaster" Target="/ppt/slideMasters/slideMaster1.xml" Id="Rc6080786c9c2469e" /><Relationship Type="http://schemas.openxmlformats.org/officeDocument/2006/relationships/notesMaster" Target="/ppt/notesMasters/notesMaster1.xml" Id="R40c8695478844cec" /><Relationship Type="http://schemas.openxmlformats.org/officeDocument/2006/relationships/presProps" Target="/ppt/presProps.xml" Id="R18a12863ecae4705" /><Relationship Type="http://schemas.openxmlformats.org/officeDocument/2006/relationships/tableStyles" Target="/ppt/tableStyles.xml" Id="R5d9b91fa1b994251" /><Relationship Type="http://schemas.openxmlformats.org/officeDocument/2006/relationships/slide" Target="/ppt/slides/slide1.xml" Id="Re245c61f70334165" /><Relationship Type="http://schemas.openxmlformats.org/officeDocument/2006/relationships/slide" Target="/ppt/slides/slide2.xml" Id="Rc103e6ee5da94606" /><Relationship Type="http://schemas.openxmlformats.org/officeDocument/2006/relationships/slide" Target="/ppt/slides/slide3.xml" Id="R4075cf18b1014eb4" /><Relationship Type="http://schemas.openxmlformats.org/officeDocument/2006/relationships/slide" Target="/ppt/slides/slide4.xml" Id="Re86e1eb4b22d4c86" /><Relationship Type="http://schemas.openxmlformats.org/officeDocument/2006/relationships/slide" Target="/ppt/slides/slide5.xml" Id="R72e6181ed6b04437" /><Relationship Type="http://schemas.openxmlformats.org/officeDocument/2006/relationships/slide" Target="/ppt/slides/slide6.xml" Id="R375209032b274c52" /><Relationship Type="http://schemas.openxmlformats.org/officeDocument/2006/relationships/slide" Target="/ppt/slides/slide7.xml" Id="R0718ec5eb92c4842" /><Relationship Type="http://schemas.openxmlformats.org/officeDocument/2006/relationships/slide" Target="/ppt/slides/slide8.xml" Id="Ref5d9ab820a441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45fd4174c24a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c5c45dd78f437d" /><Relationship Type="http://schemas.openxmlformats.org/officeDocument/2006/relationships/notesMaster" Target="/ppt/notesMasters/notesMaster1.xml" Id="R70331fcf695a42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b8f72996774f93" /><Relationship Type="http://schemas.openxmlformats.org/officeDocument/2006/relationships/notesMaster" Target="/ppt/notesMasters/notesMaster1.xml" Id="Rfe444fba0d424e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728baa5c08422a" /><Relationship Type="http://schemas.openxmlformats.org/officeDocument/2006/relationships/notesMaster" Target="/ppt/notesMasters/notesMaster1.xml" Id="Rf34e7d5dbb634b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03c3f21e1f43b0" /><Relationship Type="http://schemas.openxmlformats.org/officeDocument/2006/relationships/notesMaster" Target="/ppt/notesMasters/notesMaster1.xml" Id="Ra72d7521cb6b41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b17d599dc4419b" /><Relationship Type="http://schemas.openxmlformats.org/officeDocument/2006/relationships/notesMaster" Target="/ppt/notesMasters/notesMaster1.xml" Id="R88b769422db54c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d3116e7ea14d3c" /><Relationship Type="http://schemas.openxmlformats.org/officeDocument/2006/relationships/notesMaster" Target="/ppt/notesMasters/notesMaster1.xml" Id="R8dc9c58324054c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38a8e3a1104940" /><Relationship Type="http://schemas.openxmlformats.org/officeDocument/2006/relationships/notesMaster" Target="/ppt/notesMasters/notesMaster1.xml" Id="Rfe256072c3394f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31d8a4f8bd4217" /><Relationship Type="http://schemas.openxmlformats.org/officeDocument/2006/relationships/notesMaster" Target="/ppt/notesMasters/notesMaster1.xml" Id="Rdf06cf51fc7f45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Education Surveys and Frames. This lesson begins with one principle: survey evidence is trustworthy only when its population and frame are defensible.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Survey evidence is trustworthy only when its population and frame are defensible. The five controls shown here are Population, Frame, Selection, Weighting, Precision.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population, move through frame and selection, and finish with weighting and precision.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 school survey reports frame coverage and weighted uncertainty before district estimates.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 survey estimate and test coverage, weighting, precision, and disclosure.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population clear? Is frame documented? Is selection testable? Is weighting governed? And is precision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V7_C_N12,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dec2d1f61e4c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f0104b0aea43ed" /><Relationship Type="http://schemas.openxmlformats.org/officeDocument/2006/relationships/slideLayout" Target="/ppt/slideLayouts/slideLayout1.xml" Id="R72f8e8228ca64f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f8e8228ca64f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aeaf156e864b4b" /><Relationship Type="http://schemas.openxmlformats.org/officeDocument/2006/relationships/notesSlide" Target="/ppt/notesSlides/notesSlide1.xml" Id="R51d3fac8a6bc4e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ab7ad59eb643c3" /><Relationship Type="http://schemas.openxmlformats.org/officeDocument/2006/relationships/notesSlide" Target="/ppt/notesSlides/notesSlide2.xml" Id="Ra36671a2ac4d47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271d5e61564f07" /><Relationship Type="http://schemas.openxmlformats.org/officeDocument/2006/relationships/notesSlide" Target="/ppt/notesSlides/notesSlide3.xml" Id="Rea52c598416a4e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6977efc24d4a85" /><Relationship Type="http://schemas.openxmlformats.org/officeDocument/2006/relationships/notesSlide" Target="/ppt/notesSlides/notesSlide4.xml" Id="Rebcedf0a35dd40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ef0c1b54224ff2" /><Relationship Type="http://schemas.openxmlformats.org/officeDocument/2006/relationships/notesSlide" Target="/ppt/notesSlides/notesSlide5.xml" Id="Rec6a7fa5f9a948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abdfbf18b648ac" /><Relationship Type="http://schemas.openxmlformats.org/officeDocument/2006/relationships/notesSlide" Target="/ppt/notesSlides/notesSlide6.xml" Id="Rb67ffaa9ee074d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bbdba3aeb34b8e" /><Relationship Type="http://schemas.openxmlformats.org/officeDocument/2006/relationships/notesSlide" Target="/ppt/notesSlides/notesSlide7.xml" Id="R12c66ef5f79c49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9b89762d10548aa" /><Relationship Type="http://schemas.openxmlformats.org/officeDocument/2006/relationships/notesSlide" Target="/ppt/notesSlides/notesSlide8.xml" Id="Rd11e0b65d9844e24"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1C2236F-6F21-40F6-AE00-873CD393461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DD34FE15-F03F-4519-AA33-A00243956CA6}"/>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55842353-82E0-47B9-A7AC-0AADD0721F86}"/>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EEE2E66F-6510-4CB4-B7FD-EA8337A2A048}"/>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898366CF-39BF-4ADD-B899-1A4E54558F58}"/>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EDUCATION SURVEYS AND FRAMES</a:t>
            </a:r>
          </a:p>
        </p:txBody>
      </p:sp>
      <p:sp>
        <p:nvSpPr>
          <p:cNvPr id="6" name="">
            <a:extLst xmlns:a="http://schemas.openxmlformats.org/drawingml/2006/main">
              <a:ext uri="{FF2B5EF4-FFF2-40B4-BE49-F238E27FC236}">
                <a16:creationId xmlns:a16="http://schemas.microsoft.com/office/drawing/2014/main" id="{C6725D70-6CA6-4B06-82DE-34C586B2BA19}"/>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Survey evidence is trustworthy only when its population and frame are defensible.</a:t>
            </a:r>
          </a:p>
        </p:txBody>
      </p:sp>
      <p:sp>
        <p:nvSpPr>
          <p:cNvPr id="7" name="">
            <a:extLst xmlns:a="http://schemas.openxmlformats.org/drawingml/2006/main">
              <a:ext uri="{FF2B5EF4-FFF2-40B4-BE49-F238E27FC236}">
                <a16:creationId xmlns:a16="http://schemas.microsoft.com/office/drawing/2014/main" id="{35EED6CC-79BA-4447-8E7B-6CF4968A6A43}"/>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V7_C_N12</a:t>
            </a:r>
          </a:p>
        </p:txBody>
      </p:sp>
      <p:sp>
        <p:nvSpPr>
          <p:cNvPr id="8" name="">
            <a:extLst xmlns:a="http://schemas.openxmlformats.org/drawingml/2006/main">
              <a:ext uri="{FF2B5EF4-FFF2-40B4-BE49-F238E27FC236}">
                <a16:creationId xmlns:a16="http://schemas.microsoft.com/office/drawing/2014/main" id="{7B9D2A28-104A-4017-9C2B-3899D97EC403}"/>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PU-B07-C47</a:t>
            </a:r>
          </a:p>
        </p:txBody>
      </p:sp>
      <p:sp>
        <p:nvSpPr>
          <p:cNvPr id="9" name="">
            <a:extLst xmlns:a="http://schemas.openxmlformats.org/drawingml/2006/main">
              <a:ext uri="{FF2B5EF4-FFF2-40B4-BE49-F238E27FC236}">
                <a16:creationId xmlns:a16="http://schemas.microsoft.com/office/drawing/2014/main" id="{DA4C1A9D-42CF-4B83-848D-CFA5927B3E85}"/>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AD001132-710A-4D3C-A40F-EAC17022C969}"/>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403636665"/>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1D2678D-C67B-49EB-A9E3-3E7E4CFE686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V7_C_N12</a:t>
            </a:r>
          </a:p>
        </p:txBody>
      </p:sp>
      <p:sp>
        <p:nvSpPr>
          <p:cNvPr id="2" name="">
            <a:extLst xmlns:a="http://schemas.openxmlformats.org/drawingml/2006/main">
              <a:ext uri="{FF2B5EF4-FFF2-40B4-BE49-F238E27FC236}">
                <a16:creationId xmlns:a16="http://schemas.microsoft.com/office/drawing/2014/main" id="{4D6B55E7-BA58-41AF-A558-79955B74F5D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9D15975D-FE0A-4601-AD3D-7E14ACDDEBC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41EC46C-390E-4928-967A-27A49BBEB1B6}"/>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609991B2-6562-4BBB-874B-CAC69C07DBEC}"/>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Survey evidence is trustworthy only when its population and frame are defensible.</a:t>
            </a:r>
          </a:p>
        </p:txBody>
      </p:sp>
      <p:sp>
        <p:nvSpPr>
          <p:cNvPr id="6" name="">
            <a:extLst xmlns:a="http://schemas.openxmlformats.org/drawingml/2006/main">
              <a:ext uri="{FF2B5EF4-FFF2-40B4-BE49-F238E27FC236}">
                <a16:creationId xmlns:a16="http://schemas.microsoft.com/office/drawing/2014/main" id="{8ED3A9AF-3075-40D7-B61F-4EC29C39A237}"/>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85069714-BED7-4A81-A8CF-865FA2FBA263}"/>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07DFFBAB-02B9-47E1-AC77-3EDDAC8179D5}"/>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Population</a:t>
            </a:r>
          </a:p>
        </p:txBody>
      </p:sp>
      <p:sp>
        <p:nvSpPr>
          <p:cNvPr id="9" name="">
            <a:extLst xmlns:a="http://schemas.openxmlformats.org/drawingml/2006/main">
              <a:ext uri="{FF2B5EF4-FFF2-40B4-BE49-F238E27FC236}">
                <a16:creationId xmlns:a16="http://schemas.microsoft.com/office/drawing/2014/main" id="{95F1E063-387D-4F59-911B-092493664839}"/>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35D69E41-108E-4433-BED6-3E40F7CC0F18}"/>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Frame</a:t>
            </a:r>
          </a:p>
        </p:txBody>
      </p:sp>
      <p:sp>
        <p:nvSpPr>
          <p:cNvPr id="11" name="">
            <a:extLst xmlns:a="http://schemas.openxmlformats.org/drawingml/2006/main">
              <a:ext uri="{FF2B5EF4-FFF2-40B4-BE49-F238E27FC236}">
                <a16:creationId xmlns:a16="http://schemas.microsoft.com/office/drawing/2014/main" id="{E92C2505-957B-4B75-9C0D-92308193DC3E}"/>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CF0D4D89-BFEA-498C-AAD0-8D6714FC98BB}"/>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Selection</a:t>
            </a:r>
          </a:p>
        </p:txBody>
      </p:sp>
      <p:sp>
        <p:nvSpPr>
          <p:cNvPr id="13" name="">
            <a:extLst xmlns:a="http://schemas.openxmlformats.org/drawingml/2006/main">
              <a:ext uri="{FF2B5EF4-FFF2-40B4-BE49-F238E27FC236}">
                <a16:creationId xmlns:a16="http://schemas.microsoft.com/office/drawing/2014/main" id="{2F2983FB-B262-4AE2-B4BB-8060A8D5E5C0}"/>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D6C3DDBA-7699-4D3B-9C1D-23D67793BC09}"/>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Weighting</a:t>
            </a:r>
          </a:p>
        </p:txBody>
      </p:sp>
      <p:sp>
        <p:nvSpPr>
          <p:cNvPr id="15" name="">
            <a:extLst xmlns:a="http://schemas.openxmlformats.org/drawingml/2006/main">
              <a:ext uri="{FF2B5EF4-FFF2-40B4-BE49-F238E27FC236}">
                <a16:creationId xmlns:a16="http://schemas.microsoft.com/office/drawing/2014/main" id="{FB27F9EE-94D1-4642-A9C0-0B47C15DCA67}"/>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98F2F647-86B2-42D4-B3AB-EAB6942EF5C7}"/>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Precision</a:t>
            </a:r>
          </a:p>
        </p:txBody>
      </p:sp>
      <p:sp>
        <p:nvSpPr>
          <p:cNvPr id="17" name="">
            <a:extLst xmlns:a="http://schemas.openxmlformats.org/drawingml/2006/main">
              <a:ext uri="{FF2B5EF4-FFF2-40B4-BE49-F238E27FC236}">
                <a16:creationId xmlns:a16="http://schemas.microsoft.com/office/drawing/2014/main" id="{475FB0E6-5BC1-4C2C-817D-3BF32E5C348D}"/>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400891595"/>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DC7BA0F-60D3-400B-B4C5-9277B542EB27}"/>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V7_C_N12</a:t>
            </a:r>
          </a:p>
        </p:txBody>
      </p:sp>
      <p:sp>
        <p:nvSpPr>
          <p:cNvPr id="2" name="">
            <a:extLst xmlns:a="http://schemas.openxmlformats.org/drawingml/2006/main">
              <a:ext uri="{FF2B5EF4-FFF2-40B4-BE49-F238E27FC236}">
                <a16:creationId xmlns:a16="http://schemas.microsoft.com/office/drawing/2014/main" id="{53154A1C-FDB3-4AA3-88D8-1F56EDBCF7E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2FE68121-1E0B-4534-99C8-F339B65E961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896410E-6D11-4EF3-B9ED-052525009BA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17EB6311-E481-425C-98E1-655634D8E97C}"/>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70B51C42-51A8-477B-9E8A-A75BD4272FD8}"/>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818823CC-42F7-444B-9CD1-BF0B4235DE3C}"/>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Population</a:t>
            </a:r>
          </a:p>
        </p:txBody>
      </p:sp>
      <p:sp>
        <p:nvSpPr>
          <p:cNvPr id="8" name="">
            <a:extLst xmlns:a="http://schemas.openxmlformats.org/drawingml/2006/main">
              <a:ext uri="{FF2B5EF4-FFF2-40B4-BE49-F238E27FC236}">
                <a16:creationId xmlns:a16="http://schemas.microsoft.com/office/drawing/2014/main" id="{19903D20-D82A-4E75-B7EC-832B2DFDC07C}"/>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E45D01B2-1CBF-4CE0-8210-3FD802CE3549}"/>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DE239673-A645-4FC2-8BE9-1FAADA3F828E}"/>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Frame</a:t>
            </a:r>
          </a:p>
        </p:txBody>
      </p:sp>
      <p:sp>
        <p:nvSpPr>
          <p:cNvPr id="11" name="">
            <a:extLst xmlns:a="http://schemas.openxmlformats.org/drawingml/2006/main">
              <a:ext uri="{FF2B5EF4-FFF2-40B4-BE49-F238E27FC236}">
                <a16:creationId xmlns:a16="http://schemas.microsoft.com/office/drawing/2014/main" id="{A7EBD52C-B42E-4C17-AED8-EDA35E89B430}"/>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1E0049BB-CE14-408A-8FE9-61B8C32DD878}"/>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4E20A637-6114-4B1C-B341-D39434657570}"/>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Selection</a:t>
            </a:r>
          </a:p>
        </p:txBody>
      </p:sp>
      <p:sp>
        <p:nvSpPr>
          <p:cNvPr id="14" name="">
            <a:extLst xmlns:a="http://schemas.openxmlformats.org/drawingml/2006/main">
              <a:ext uri="{FF2B5EF4-FFF2-40B4-BE49-F238E27FC236}">
                <a16:creationId xmlns:a16="http://schemas.microsoft.com/office/drawing/2014/main" id="{109C4F22-6124-4311-AFFD-BDD0A2EEF21A}"/>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E349C6BE-71AF-4287-A519-F8B4813964EB}"/>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BA7F8591-C27D-48CB-874E-8D2D374F3915}"/>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Weighting</a:t>
            </a:r>
          </a:p>
        </p:txBody>
      </p:sp>
      <p:sp>
        <p:nvSpPr>
          <p:cNvPr id="17" name="">
            <a:extLst xmlns:a="http://schemas.openxmlformats.org/drawingml/2006/main">
              <a:ext uri="{FF2B5EF4-FFF2-40B4-BE49-F238E27FC236}">
                <a16:creationId xmlns:a16="http://schemas.microsoft.com/office/drawing/2014/main" id="{B845C753-0426-44D6-A957-19DBEB4F93CF}"/>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FAD1823A-DBCE-4B87-88E8-325980FDC0E4}"/>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5A4BA287-DAFF-4C84-983F-90C5BEDC1975}"/>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Precision</a:t>
            </a:r>
          </a:p>
        </p:txBody>
      </p:sp>
      <p:sp>
        <p:nvSpPr>
          <p:cNvPr id="20" name="">
            <a:extLst xmlns:a="http://schemas.openxmlformats.org/drawingml/2006/main">
              <a:ext uri="{FF2B5EF4-FFF2-40B4-BE49-F238E27FC236}">
                <a16:creationId xmlns:a16="http://schemas.microsoft.com/office/drawing/2014/main" id="{8F7EA36E-0EB2-4EB6-81AD-16336021CAA6}"/>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417623088"/>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F864A0A-8369-456D-903C-7C8B294B240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V7_C_N12</a:t>
            </a:r>
          </a:p>
        </p:txBody>
      </p:sp>
      <p:sp>
        <p:nvSpPr>
          <p:cNvPr id="2" name="">
            <a:extLst xmlns:a="http://schemas.openxmlformats.org/drawingml/2006/main">
              <a:ext uri="{FF2B5EF4-FFF2-40B4-BE49-F238E27FC236}">
                <a16:creationId xmlns:a16="http://schemas.microsoft.com/office/drawing/2014/main" id="{D1CE5AB6-46C5-46B8-B09A-C9666AF87E1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7D483771-A8C6-4EE0-9188-ECAA21EAE5E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02F7BB2-2A48-40F6-A712-EF7920F60AA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B0B69EB6-0E54-44F4-B1EA-5C69329F3E5A}"/>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63C8BFC5-04D5-4557-9119-BCE29817C6AF}"/>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105E0DF-24DE-48A5-9465-7E3994414FFD}"/>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school survey reports frame coverage and weighted uncertainty before district estimates.</a:t>
            </a:r>
          </a:p>
        </p:txBody>
      </p:sp>
      <p:sp>
        <p:nvSpPr>
          <p:cNvPr id="8" name="">
            <a:extLst xmlns:a="http://schemas.openxmlformats.org/drawingml/2006/main">
              <a:ext uri="{FF2B5EF4-FFF2-40B4-BE49-F238E27FC236}">
                <a16:creationId xmlns:a16="http://schemas.microsoft.com/office/drawing/2014/main" id="{54C67AC9-A880-4102-914F-B157790F8EDC}"/>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E26D01EF-46B7-4247-8DFF-213D1BF1D87E}"/>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630ADCBB-288E-4FC7-9CD4-A96D40E5BA18}"/>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BB4F63BE-B2E2-47D7-A4DD-9D5C7AACD5B5}"/>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689880260"/>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DF642A5-217D-4189-8271-5A56686DDED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V7_C_N12</a:t>
            </a:r>
          </a:p>
        </p:txBody>
      </p:sp>
      <p:sp>
        <p:nvSpPr>
          <p:cNvPr id="2" name="">
            <a:extLst xmlns:a="http://schemas.openxmlformats.org/drawingml/2006/main">
              <a:ext uri="{FF2B5EF4-FFF2-40B4-BE49-F238E27FC236}">
                <a16:creationId xmlns:a16="http://schemas.microsoft.com/office/drawing/2014/main" id="{1FFBA8D7-A341-4195-8353-BF9563B39B6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6941AE9D-8CC1-4989-A30C-3095152310B0}"/>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CF0B766-6C88-446F-BBA4-41858CDE496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D41BDE2F-F282-41EF-B09F-99CDC52696FD}"/>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 survey estimate and test coverage, weighting, precision, and disclosure.</a:t>
            </a:r>
          </a:p>
        </p:txBody>
      </p:sp>
      <p:sp>
        <p:nvSpPr>
          <p:cNvPr id="6" name="">
            <a:extLst xmlns:a="http://schemas.openxmlformats.org/drawingml/2006/main">
              <a:ext uri="{FF2B5EF4-FFF2-40B4-BE49-F238E27FC236}">
                <a16:creationId xmlns:a16="http://schemas.microsoft.com/office/drawing/2014/main" id="{4D1EC8C3-62B1-4CCE-96E0-A8BCF1FB6C5F}"/>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21952237-6DF1-4B8A-BF5F-B5C6612C99E4}"/>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D69ECB21-92B6-414C-B179-5A86C9BA53AA}"/>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B493E8BE-F019-45E6-89D9-82DA97E9916B}"/>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4F05C63C-CC0F-437E-A86D-95FA64A6A89E}"/>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FA7A34F7-C34B-4207-B634-67F97A4E8D5C}"/>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76904726-1843-4E51-91BC-2E633F0E47E1}"/>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DE2A195E-6F04-4C6A-8D31-CA45B04145BA}"/>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DA309F73-F4EE-459A-AE7D-8AD10EC42BA9}"/>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B357BF90-E9CE-458B-A6CC-2B7E97616302}"/>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15DF4ECC-22B5-46C6-8458-0EB310AB5E3E}"/>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F92C1992-378E-403F-95FA-F2CFAAF3396B}"/>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352846786"/>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212BFE0-032A-4639-85CD-B74B9793318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V7_C_N12</a:t>
            </a:r>
          </a:p>
        </p:txBody>
      </p:sp>
      <p:sp>
        <p:nvSpPr>
          <p:cNvPr id="2" name="">
            <a:extLst xmlns:a="http://schemas.openxmlformats.org/drawingml/2006/main">
              <a:ext uri="{FF2B5EF4-FFF2-40B4-BE49-F238E27FC236}">
                <a16:creationId xmlns:a16="http://schemas.microsoft.com/office/drawing/2014/main" id="{A33FCF5D-2C74-4C7B-AB07-07E31150B90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76FF091E-1D73-4560-B725-6D6ABD2E63D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62D7918-C603-4546-9CC5-B8F8B0026AC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AC756191-40AB-41FE-95FD-F08282E16A6A}"/>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9F81C476-0CEE-41D7-82C9-A98D119200C9}"/>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42A37834-CDC6-49AC-93B3-1151EAEEB023}"/>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F45E0476-07E0-4187-BBE8-A9E421466F05}"/>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C1AFC049-3193-44AD-8575-4D37BF84C602}"/>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009D3332-95D4-4935-9804-08016D39B483}"/>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98FA2FFB-E710-4A6F-B633-3664B9BEF303}"/>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0D8D6F7A-C0CE-4E72-A8A0-DE867116855F}"/>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D4CB25AF-6704-4879-94CF-67ACE4147FC7}"/>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927DE529-317B-4AA9-8FFA-7FF87A6BE28D}"/>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863524140"/>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421F46-8250-4CE6-BAC3-64CE3F89E6F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V7_C_N12</a:t>
            </a:r>
          </a:p>
        </p:txBody>
      </p:sp>
      <p:sp>
        <p:nvSpPr>
          <p:cNvPr id="2" name="">
            <a:extLst xmlns:a="http://schemas.openxmlformats.org/drawingml/2006/main">
              <a:ext uri="{FF2B5EF4-FFF2-40B4-BE49-F238E27FC236}">
                <a16:creationId xmlns:a16="http://schemas.microsoft.com/office/drawing/2014/main" id="{5C41B99E-B84E-4A8B-9629-8C81C24B47C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F69BB319-ABBA-47C6-BA6B-AB7DAB4ED399}"/>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CAC6A69-A62E-491A-A2DD-3916253B096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5B3D165F-E353-446F-A0B5-79430F3B23FD}"/>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1AAE1C0C-B5D1-4D29-B342-4358CB661A7E}"/>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B071EADF-BF2B-44AB-8ED2-42451D90A189}"/>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DF8995C1-0AE2-4518-8343-553787CB16E5}"/>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041C869B-42D2-4372-9A00-22BE65E2A19E}"/>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137A12D7-D152-4449-8B9B-64CB46D1DA2F}"/>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385583321"/>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71FED49-521D-4B11-AD57-4F5DA05C9615}"/>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FE84B435-4515-4132-84DE-F6F745602A89}"/>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BB44B247-8B82-4C3F-AC73-26EBF17C11DF}"/>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Population</a:t>
            </a:r>
          </a:p>
        </p:txBody>
      </p:sp>
      <p:sp>
        <p:nvSpPr>
          <p:cNvPr id="4" name="">
            <a:extLst xmlns:a="http://schemas.openxmlformats.org/drawingml/2006/main">
              <a:ext uri="{FF2B5EF4-FFF2-40B4-BE49-F238E27FC236}">
                <a16:creationId xmlns:a16="http://schemas.microsoft.com/office/drawing/2014/main" id="{93B349F6-054C-4629-9607-2DD4CF218D8A}"/>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552203F8-54BA-4109-BB8F-201C5CD562F3}"/>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Frame</a:t>
            </a:r>
          </a:p>
        </p:txBody>
      </p:sp>
      <p:sp>
        <p:nvSpPr>
          <p:cNvPr id="6" name="">
            <a:extLst xmlns:a="http://schemas.openxmlformats.org/drawingml/2006/main">
              <a:ext uri="{FF2B5EF4-FFF2-40B4-BE49-F238E27FC236}">
                <a16:creationId xmlns:a16="http://schemas.microsoft.com/office/drawing/2014/main" id="{21DF2703-C7AA-46A9-9616-095B37E756A8}"/>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FAE5B78C-A02C-46DD-BFEE-77046049EF66}"/>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Selection</a:t>
            </a:r>
          </a:p>
        </p:txBody>
      </p:sp>
      <p:sp>
        <p:nvSpPr>
          <p:cNvPr id="8" name="">
            <a:extLst xmlns:a="http://schemas.openxmlformats.org/drawingml/2006/main">
              <a:ext uri="{FF2B5EF4-FFF2-40B4-BE49-F238E27FC236}">
                <a16:creationId xmlns:a16="http://schemas.microsoft.com/office/drawing/2014/main" id="{0EAECBF6-8A63-44FA-96EA-646423731FC2}"/>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B755EFF8-C02B-41CE-A88E-B207971C38BA}"/>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Weighting</a:t>
            </a:r>
          </a:p>
        </p:txBody>
      </p:sp>
      <p:sp>
        <p:nvSpPr>
          <p:cNvPr id="10" name="">
            <a:extLst xmlns:a="http://schemas.openxmlformats.org/drawingml/2006/main">
              <a:ext uri="{FF2B5EF4-FFF2-40B4-BE49-F238E27FC236}">
                <a16:creationId xmlns:a16="http://schemas.microsoft.com/office/drawing/2014/main" id="{B90C6395-EC58-4A64-82F3-2187722D51E7}"/>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F8841CAC-413D-423A-A432-8216D9E471AB}"/>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Precision</a:t>
            </a:r>
          </a:p>
        </p:txBody>
      </p:sp>
      <p:sp>
        <p:nvSpPr>
          <p:cNvPr id="12" name="">
            <a:extLst xmlns:a="http://schemas.openxmlformats.org/drawingml/2006/main">
              <a:ext uri="{FF2B5EF4-FFF2-40B4-BE49-F238E27FC236}">
                <a16:creationId xmlns:a16="http://schemas.microsoft.com/office/drawing/2014/main" id="{4450C4D3-2811-4AFA-BE27-6394CDF14823}"/>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5238831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2026-09-04T15:35:04.5750000Z</dcterms:created>
  <dcterms:modified xsi:type="dcterms:W3CDTF">2026-09-04T15:35:04.5750000Z</dcterms:modified>
</coreProperties>
</file>