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52c49842734bcf" /><Relationship Type="http://schemas.openxmlformats.org/officeDocument/2006/relationships/extended-properties" Target="/docProps/app.xml" Id="R620c823a56494700" /><Relationship Type="http://schemas.openxmlformats.org/officeDocument/2006/relationships/officeDocument" Target="/ppt/presentation.xml" Id="R0e02a557fa6a4a3b" /></Relationships>
</file>

<file path=ppt/presentation.xml><?xml version="1.0" encoding="utf-8"?>
<p:presentation xmlns:p="http://schemas.openxmlformats.org/presentationml/2006/main">
  <p:sldMasterIdLst>
    <p:sldMasterId xmlns:r="http://schemas.openxmlformats.org/officeDocument/2006/relationships" id="2147483648" r:id="R3f57a4289f4c4d7e"/>
  </p:sldMasterIdLst>
  <p:notesMasterIdLst>
    <p:notesMasterId xmlns:r="http://schemas.openxmlformats.org/officeDocument/2006/relationships" r:id="R1f9f17aaa28b44f9"/>
  </p:notesMasterIdLst>
  <p:sldIdLst>
    <p:sldId xmlns:r="http://schemas.openxmlformats.org/officeDocument/2006/relationships" id="256" r:id="R05daafa4a7ad44c0"/>
    <p:sldId xmlns:r="http://schemas.openxmlformats.org/officeDocument/2006/relationships" id="257" r:id="R2ae7d9984cfb4a65"/>
    <p:sldId xmlns:r="http://schemas.openxmlformats.org/officeDocument/2006/relationships" id="258" r:id="R566c34ea81fe4745"/>
    <p:sldId xmlns:r="http://schemas.openxmlformats.org/officeDocument/2006/relationships" id="259" r:id="R60efb509eacc49c5"/>
    <p:sldId xmlns:r="http://schemas.openxmlformats.org/officeDocument/2006/relationships" id="260" r:id="Ree7f538d50554118"/>
    <p:sldId xmlns:r="http://schemas.openxmlformats.org/officeDocument/2006/relationships" id="261" r:id="Rdde058ff16a64be4"/>
    <p:sldId xmlns:r="http://schemas.openxmlformats.org/officeDocument/2006/relationships" id="262" r:id="R63fcdbdb66dd434c"/>
    <p:sldId xmlns:r="http://schemas.openxmlformats.org/officeDocument/2006/relationships" id="263" r:id="R65fc17c79c6f46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b7c0a97a0c41a9" /><Relationship Type="http://schemas.openxmlformats.org/officeDocument/2006/relationships/slideMaster" Target="/ppt/slideMasters/slideMaster1.xml" Id="R3f57a4289f4c4d7e" /><Relationship Type="http://schemas.openxmlformats.org/officeDocument/2006/relationships/notesMaster" Target="/ppt/notesMasters/notesMaster1.xml" Id="R1f9f17aaa28b44f9" /><Relationship Type="http://schemas.openxmlformats.org/officeDocument/2006/relationships/presProps" Target="/ppt/presProps.xml" Id="Rd592f5a85a5e46c4" /><Relationship Type="http://schemas.openxmlformats.org/officeDocument/2006/relationships/tableStyles" Target="/ppt/tableStyles.xml" Id="R680ff068eb0a41b9" /><Relationship Type="http://schemas.openxmlformats.org/officeDocument/2006/relationships/slide" Target="/ppt/slides/slide1.xml" Id="R05daafa4a7ad44c0" /><Relationship Type="http://schemas.openxmlformats.org/officeDocument/2006/relationships/slide" Target="/ppt/slides/slide2.xml" Id="R2ae7d9984cfb4a65" /><Relationship Type="http://schemas.openxmlformats.org/officeDocument/2006/relationships/slide" Target="/ppt/slides/slide3.xml" Id="R566c34ea81fe4745" /><Relationship Type="http://schemas.openxmlformats.org/officeDocument/2006/relationships/slide" Target="/ppt/slides/slide4.xml" Id="R60efb509eacc49c5" /><Relationship Type="http://schemas.openxmlformats.org/officeDocument/2006/relationships/slide" Target="/ppt/slides/slide5.xml" Id="Ree7f538d50554118" /><Relationship Type="http://schemas.openxmlformats.org/officeDocument/2006/relationships/slide" Target="/ppt/slides/slide6.xml" Id="Rdde058ff16a64be4" /><Relationship Type="http://schemas.openxmlformats.org/officeDocument/2006/relationships/slide" Target="/ppt/slides/slide7.xml" Id="R63fcdbdb66dd434c" /><Relationship Type="http://schemas.openxmlformats.org/officeDocument/2006/relationships/slide" Target="/ppt/slides/slide8.xml" Id="R65fc17c79c6f46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1037161d8d4d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cb192723a441e9" /><Relationship Type="http://schemas.openxmlformats.org/officeDocument/2006/relationships/notesMaster" Target="/ppt/notesMasters/notesMaster1.xml" Id="Rd255e7ff7c9542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94a7ad8b4c4acd" /><Relationship Type="http://schemas.openxmlformats.org/officeDocument/2006/relationships/notesMaster" Target="/ppt/notesMasters/notesMaster1.xml" Id="R77e9f12811084a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e9b3e62e3a4f5b" /><Relationship Type="http://schemas.openxmlformats.org/officeDocument/2006/relationships/notesMaster" Target="/ppt/notesMasters/notesMaster1.xml" Id="Re024eb367da043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ce8d1418924975" /><Relationship Type="http://schemas.openxmlformats.org/officeDocument/2006/relationships/notesMaster" Target="/ppt/notesMasters/notesMaster1.xml" Id="Rc4c9c216149946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4467ec9001451b" /><Relationship Type="http://schemas.openxmlformats.org/officeDocument/2006/relationships/notesMaster" Target="/ppt/notesMasters/notesMaster1.xml" Id="Rcee8907da2294c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36a1af09bd4c7a" /><Relationship Type="http://schemas.openxmlformats.org/officeDocument/2006/relationships/notesMaster" Target="/ppt/notesMasters/notesMaster1.xml" Id="Ra53900a4637c48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28acc6d9594f8d" /><Relationship Type="http://schemas.openxmlformats.org/officeDocument/2006/relationships/notesMaster" Target="/ppt/notesMasters/notesMaster1.xml" Id="R088d0e3aa24944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f654592bc848f0" /><Relationship Type="http://schemas.openxmlformats.org/officeDocument/2006/relationships/notesMaster" Target="/ppt/notesMasters/notesMaster1.xml" Id="R10ab50bca8e54c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Trust the Health Indicator Only After Testing Its Denominator. This lesson begins with one principle: a health rate is trustworthy only when its denominator is defensible.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A health rate is trustworthy only when its denominator is defensible. The five controls shown here are Numerator, Denominator, Population, Reference period, Coverage. Together, they prevent an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numerator, move through denominator and population, and finish with reference period and coverage.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A maternal-care rate uses eligible pregnancies—not all women—as its denominator.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Test denominator, coverage, and revision failures.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numerator clear? Is denominator documented? Is population testable? Is reference period governed? And is coverage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7b9240345747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f67b0bbaef46c0" /><Relationship Type="http://schemas.openxmlformats.org/officeDocument/2006/relationships/slideLayout" Target="/ppt/slideLayouts/slideLayout1.xml" Id="Rd0e05f75d2b242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e05f75d2b242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449f6c0cf245dd" /><Relationship Type="http://schemas.openxmlformats.org/officeDocument/2006/relationships/notesSlide" Target="/ppt/notesSlides/notesSlide1.xml" Id="Rbc6758a9d8bc4b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4d16177b0d4442" /><Relationship Type="http://schemas.openxmlformats.org/officeDocument/2006/relationships/notesSlide" Target="/ppt/notesSlides/notesSlide2.xml" Id="R2a31eb95b82144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33dec3d05c4093" /><Relationship Type="http://schemas.openxmlformats.org/officeDocument/2006/relationships/notesSlide" Target="/ppt/notesSlides/notesSlide3.xml" Id="Re3430666482c47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ff82170aff4de3" /><Relationship Type="http://schemas.openxmlformats.org/officeDocument/2006/relationships/notesSlide" Target="/ppt/notesSlides/notesSlide4.xml" Id="Rcb639a93c67643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38163cc9c3a49d0" /><Relationship Type="http://schemas.openxmlformats.org/officeDocument/2006/relationships/notesSlide" Target="/ppt/notesSlides/notesSlide5.xml" Id="Rb141faa864064e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a724d210184c24" /><Relationship Type="http://schemas.openxmlformats.org/officeDocument/2006/relationships/notesSlide" Target="/ppt/notesSlides/notesSlide6.xml" Id="R85a6db9d5eda46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d6f114fca6e4845" /><Relationship Type="http://schemas.openxmlformats.org/officeDocument/2006/relationships/notesSlide" Target="/ppt/notesSlides/notesSlide7.xml" Id="Rc8bb7bcba6404f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0b22e5aabd4cec" /><Relationship Type="http://schemas.openxmlformats.org/officeDocument/2006/relationships/notesSlide" Target="/ppt/notesSlides/notesSlide8.xml" Id="R75d7b6bed00c4de9"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BA0CB74-2144-4F31-A0B1-9F1FE7246E4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628E37C1-4196-4CF5-A724-2876AB9F1E59}"/>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920BA242-CBD2-4A75-8412-EB03C0DC01B1}"/>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185B518F-FB50-4E6C-B253-9D639AB2E96D}"/>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F61BAB13-9C08-4DDC-9881-549995B1F48B}"/>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TRUST THE HEALTH INDICATOR ONLY AFTER TESTING ITS DENOMINATOR</a:t>
            </a:r>
          </a:p>
        </p:txBody>
      </p:sp>
      <p:sp>
        <p:nvSpPr>
          <p:cNvPr id="6" name="">
            <a:extLst xmlns:a="http://schemas.openxmlformats.org/drawingml/2006/main">
              <a:ext uri="{FF2B5EF4-FFF2-40B4-BE49-F238E27FC236}">
                <a16:creationId xmlns:a16="http://schemas.microsoft.com/office/drawing/2014/main" id="{0DFBF4F3-C949-4D54-93ED-03CBE7FA9AD5}"/>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A health rate is trustworthy only when its denominator is defensible.</a:t>
            </a:r>
          </a:p>
        </p:txBody>
      </p:sp>
      <p:sp>
        <p:nvSpPr>
          <p:cNvPr id="7" name="">
            <a:extLst xmlns:a="http://schemas.openxmlformats.org/drawingml/2006/main">
              <a:ext uri="{FF2B5EF4-FFF2-40B4-BE49-F238E27FC236}">
                <a16:creationId xmlns:a16="http://schemas.microsoft.com/office/drawing/2014/main" id="{F97CBD87-6B34-436B-8CE1-A6D8102BB49F}"/>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V7_B_N06</a:t>
            </a:r>
          </a:p>
        </p:txBody>
      </p:sp>
      <p:sp>
        <p:nvSpPr>
          <p:cNvPr id="8" name="">
            <a:extLst xmlns:a="http://schemas.openxmlformats.org/drawingml/2006/main">
              <a:ext uri="{FF2B5EF4-FFF2-40B4-BE49-F238E27FC236}">
                <a16:creationId xmlns:a16="http://schemas.microsoft.com/office/drawing/2014/main" id="{4E2E10AA-F52F-46E9-A52E-D5762BB017CE}"/>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PU-B07-C26</a:t>
            </a:r>
          </a:p>
        </p:txBody>
      </p:sp>
      <p:sp>
        <p:nvSpPr>
          <p:cNvPr id="9" name="">
            <a:extLst xmlns:a="http://schemas.openxmlformats.org/drawingml/2006/main">
              <a:ext uri="{FF2B5EF4-FFF2-40B4-BE49-F238E27FC236}">
                <a16:creationId xmlns:a16="http://schemas.microsoft.com/office/drawing/2014/main" id="{15D9B97C-2217-4E24-A807-DFA3B571BFA6}"/>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23191CDB-BFD8-4C7E-B075-F2A886418085}"/>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112591176"/>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EDCF284-0EB6-4235-B92A-F06D037FDA4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V7_B_N06</a:t>
            </a:r>
          </a:p>
        </p:txBody>
      </p:sp>
      <p:sp>
        <p:nvSpPr>
          <p:cNvPr id="2" name="">
            <a:extLst xmlns:a="http://schemas.openxmlformats.org/drawingml/2006/main">
              <a:ext uri="{FF2B5EF4-FFF2-40B4-BE49-F238E27FC236}">
                <a16:creationId xmlns:a16="http://schemas.microsoft.com/office/drawing/2014/main" id="{7E73D7DB-DE27-4AF2-977B-00BD6233498B}"/>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B012614F-AAA3-4B57-B1F3-3B5D8385583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F702EBB-135A-4094-9066-F6FABDAEA79F}"/>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584D69C8-81D8-4A56-A737-02638CB838B0}"/>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A health rate is trustworthy only when its denominator is defensible.</a:t>
            </a:r>
          </a:p>
        </p:txBody>
      </p:sp>
      <p:sp>
        <p:nvSpPr>
          <p:cNvPr id="6" name="">
            <a:extLst xmlns:a="http://schemas.openxmlformats.org/drawingml/2006/main">
              <a:ext uri="{FF2B5EF4-FFF2-40B4-BE49-F238E27FC236}">
                <a16:creationId xmlns:a16="http://schemas.microsoft.com/office/drawing/2014/main" id="{B4E054A1-C014-412E-9EC0-1A94299E0744}"/>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07C9F755-66EF-41DE-8AEB-7B5D97F05678}"/>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33824BF1-325B-4E0B-AF17-0981A5952B69}"/>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Numerator</a:t>
            </a:r>
          </a:p>
        </p:txBody>
      </p:sp>
      <p:sp>
        <p:nvSpPr>
          <p:cNvPr id="9" name="">
            <a:extLst xmlns:a="http://schemas.openxmlformats.org/drawingml/2006/main">
              <a:ext uri="{FF2B5EF4-FFF2-40B4-BE49-F238E27FC236}">
                <a16:creationId xmlns:a16="http://schemas.microsoft.com/office/drawing/2014/main" id="{C7ADE8E8-E42C-4F08-B33D-4BF491B8AD29}"/>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4367DAD1-4316-4EF9-B7EE-8109EDF345B4}"/>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Denominator</a:t>
            </a:r>
          </a:p>
        </p:txBody>
      </p:sp>
      <p:sp>
        <p:nvSpPr>
          <p:cNvPr id="11" name="">
            <a:extLst xmlns:a="http://schemas.openxmlformats.org/drawingml/2006/main">
              <a:ext uri="{FF2B5EF4-FFF2-40B4-BE49-F238E27FC236}">
                <a16:creationId xmlns:a16="http://schemas.microsoft.com/office/drawing/2014/main" id="{E49A4DD5-A03B-4027-8954-95DC240191A2}"/>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9DB33780-5C31-4B15-ADDA-0CA73405A3C8}"/>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Population</a:t>
            </a:r>
          </a:p>
        </p:txBody>
      </p:sp>
      <p:sp>
        <p:nvSpPr>
          <p:cNvPr id="13" name="">
            <a:extLst xmlns:a="http://schemas.openxmlformats.org/drawingml/2006/main">
              <a:ext uri="{FF2B5EF4-FFF2-40B4-BE49-F238E27FC236}">
                <a16:creationId xmlns:a16="http://schemas.microsoft.com/office/drawing/2014/main" id="{0A3358A8-1343-4C7E-AD5B-254EA69FEC17}"/>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BE3F1F76-A6DD-41B8-9F63-269D502ADD08}"/>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Reference period</a:t>
            </a:r>
          </a:p>
        </p:txBody>
      </p:sp>
      <p:sp>
        <p:nvSpPr>
          <p:cNvPr id="15" name="">
            <a:extLst xmlns:a="http://schemas.openxmlformats.org/drawingml/2006/main">
              <a:ext uri="{FF2B5EF4-FFF2-40B4-BE49-F238E27FC236}">
                <a16:creationId xmlns:a16="http://schemas.microsoft.com/office/drawing/2014/main" id="{A44E21CD-4785-468E-9606-3C1655C1242B}"/>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5E9ACE80-98D6-4255-98F4-22347B03E10D}"/>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Coverage</a:t>
            </a:r>
          </a:p>
        </p:txBody>
      </p:sp>
      <p:sp>
        <p:nvSpPr>
          <p:cNvPr id="17" name="">
            <a:extLst xmlns:a="http://schemas.openxmlformats.org/drawingml/2006/main">
              <a:ext uri="{FF2B5EF4-FFF2-40B4-BE49-F238E27FC236}">
                <a16:creationId xmlns:a16="http://schemas.microsoft.com/office/drawing/2014/main" id="{FECCA692-F2D6-45B8-BA09-ED9CAD19638C}"/>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355081593"/>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616588C-5B49-4C14-BBD9-8580C6819E6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V7_B_N06</a:t>
            </a:r>
          </a:p>
        </p:txBody>
      </p:sp>
      <p:sp>
        <p:nvSpPr>
          <p:cNvPr id="2" name="">
            <a:extLst xmlns:a="http://schemas.openxmlformats.org/drawingml/2006/main">
              <a:ext uri="{FF2B5EF4-FFF2-40B4-BE49-F238E27FC236}">
                <a16:creationId xmlns:a16="http://schemas.microsoft.com/office/drawing/2014/main" id="{ABC612A8-01D7-411E-822F-B5D1316CD69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A27B7B0A-C9A7-47F2-80FC-7D448FF26B7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2F89300-2CB5-410E-BBDE-8D3C1100577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D706CC6D-4E18-409A-9876-FCC39E44E841}"/>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37A68676-1D9D-4468-A6AA-7D33620FA250}"/>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199C92F7-BDE4-412B-A79E-A818ED03EE05}"/>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Numerator</a:t>
            </a:r>
          </a:p>
        </p:txBody>
      </p:sp>
      <p:sp>
        <p:nvSpPr>
          <p:cNvPr id="8" name="">
            <a:extLst xmlns:a="http://schemas.openxmlformats.org/drawingml/2006/main">
              <a:ext uri="{FF2B5EF4-FFF2-40B4-BE49-F238E27FC236}">
                <a16:creationId xmlns:a16="http://schemas.microsoft.com/office/drawing/2014/main" id="{AE51217B-58C2-4028-B953-BB5E8464A0CD}"/>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19EDD462-B8D1-4071-9D10-6FFA700951F0}"/>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EA3CDE82-9A2C-4736-8478-667E04C2EE83}"/>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Denominator</a:t>
            </a:r>
          </a:p>
        </p:txBody>
      </p:sp>
      <p:sp>
        <p:nvSpPr>
          <p:cNvPr id="11" name="">
            <a:extLst xmlns:a="http://schemas.openxmlformats.org/drawingml/2006/main">
              <a:ext uri="{FF2B5EF4-FFF2-40B4-BE49-F238E27FC236}">
                <a16:creationId xmlns:a16="http://schemas.microsoft.com/office/drawing/2014/main" id="{40E9AD02-7058-43A5-BEC9-E746314AFC50}"/>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A0066B4A-A0B8-4971-B560-69C737B2B3B6}"/>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E1B7516D-2E7A-4439-98D4-8E08A3E2D6E5}"/>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Population</a:t>
            </a:r>
          </a:p>
        </p:txBody>
      </p:sp>
      <p:sp>
        <p:nvSpPr>
          <p:cNvPr id="14" name="">
            <a:extLst xmlns:a="http://schemas.openxmlformats.org/drawingml/2006/main">
              <a:ext uri="{FF2B5EF4-FFF2-40B4-BE49-F238E27FC236}">
                <a16:creationId xmlns:a16="http://schemas.microsoft.com/office/drawing/2014/main" id="{C5FB6270-D4BE-4CAA-B110-7E3360F1308A}"/>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DA17FADF-1DF7-4FA8-956B-46053156FE68}"/>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8A2A7009-37C2-45D4-BF75-BF22D3C42EA0}"/>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Reference period</a:t>
            </a:r>
          </a:p>
        </p:txBody>
      </p:sp>
      <p:sp>
        <p:nvSpPr>
          <p:cNvPr id="17" name="">
            <a:extLst xmlns:a="http://schemas.openxmlformats.org/drawingml/2006/main">
              <a:ext uri="{FF2B5EF4-FFF2-40B4-BE49-F238E27FC236}">
                <a16:creationId xmlns:a16="http://schemas.microsoft.com/office/drawing/2014/main" id="{6D91A6AD-ACD7-4B48-AED2-3E77C2368FAC}"/>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2603C7FD-84D3-4524-AACA-47232C42D507}"/>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5866B7C7-77EC-41A0-8185-5E57B7FAC4F3}"/>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Coverage</a:t>
            </a:r>
          </a:p>
        </p:txBody>
      </p:sp>
      <p:sp>
        <p:nvSpPr>
          <p:cNvPr id="20" name="">
            <a:extLst xmlns:a="http://schemas.openxmlformats.org/drawingml/2006/main">
              <a:ext uri="{FF2B5EF4-FFF2-40B4-BE49-F238E27FC236}">
                <a16:creationId xmlns:a16="http://schemas.microsoft.com/office/drawing/2014/main" id="{F760D507-479B-46EC-B0C3-B2553266C9B6}"/>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2110501460"/>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668115-7D5D-4717-8A5D-9D5261F24D5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V7_B_N06</a:t>
            </a:r>
          </a:p>
        </p:txBody>
      </p:sp>
      <p:sp>
        <p:nvSpPr>
          <p:cNvPr id="2" name="">
            <a:extLst xmlns:a="http://schemas.openxmlformats.org/drawingml/2006/main">
              <a:ext uri="{FF2B5EF4-FFF2-40B4-BE49-F238E27FC236}">
                <a16:creationId xmlns:a16="http://schemas.microsoft.com/office/drawing/2014/main" id="{7B9579F3-E158-4DCC-8DF0-B3E63F62608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21CD6A41-3D8E-42D0-884F-5901B2261C5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A005D91-4839-4C01-9DD6-72767D39D48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C1E6A49E-870A-490E-B425-D191A8208E57}"/>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DFFA920A-0F00-43FA-BDCA-32C0B3788609}"/>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B7EF4EE2-8ADE-49F0-98D3-AED39246FAAE}"/>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maternal-care rate uses eligible pregnancies—not all women—as its denominator.</a:t>
            </a:r>
          </a:p>
        </p:txBody>
      </p:sp>
      <p:sp>
        <p:nvSpPr>
          <p:cNvPr id="8" name="">
            <a:extLst xmlns:a="http://schemas.openxmlformats.org/drawingml/2006/main">
              <a:ext uri="{FF2B5EF4-FFF2-40B4-BE49-F238E27FC236}">
                <a16:creationId xmlns:a16="http://schemas.microsoft.com/office/drawing/2014/main" id="{59288DED-E9BA-4E25-A37D-EE35AE1E0126}"/>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76324011-60A2-402E-AA7A-86459A1659FD}"/>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23EFD640-D282-45F1-8D7D-4DF767287783}"/>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C4B798E0-BD10-4CDA-BCA1-460DE17B2713}"/>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230049858"/>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9680E8A-B551-4DD3-B84D-B4A164ABE17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V7_B_N06</a:t>
            </a:r>
          </a:p>
        </p:txBody>
      </p:sp>
      <p:sp>
        <p:nvSpPr>
          <p:cNvPr id="2" name="">
            <a:extLst xmlns:a="http://schemas.openxmlformats.org/drawingml/2006/main">
              <a:ext uri="{FF2B5EF4-FFF2-40B4-BE49-F238E27FC236}">
                <a16:creationId xmlns:a16="http://schemas.microsoft.com/office/drawing/2014/main" id="{88D748F7-5DB3-499A-80EC-CB99705CAC1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EB6FC615-2F93-4B84-A7FD-06314350A9A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0782F95-C1F9-4322-A599-AB1BA665502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788F4739-03FD-4BE7-9BC0-8FB3519D2F5D}"/>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Test denominator, coverage, and revision failures.</a:t>
            </a:r>
          </a:p>
        </p:txBody>
      </p:sp>
      <p:sp>
        <p:nvSpPr>
          <p:cNvPr id="6" name="">
            <a:extLst xmlns:a="http://schemas.openxmlformats.org/drawingml/2006/main">
              <a:ext uri="{FF2B5EF4-FFF2-40B4-BE49-F238E27FC236}">
                <a16:creationId xmlns:a16="http://schemas.microsoft.com/office/drawing/2014/main" id="{5FA0C103-136C-47D5-A42E-DC3F7F3CC47A}"/>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71651A1C-1829-47D6-B66B-3100F1660302}"/>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0535DA94-40CF-4C45-B24E-71A40271F92F}"/>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8F2C4E35-9A20-4407-A665-D3D2D1915D9E}"/>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63499882-59F6-4EB9-B940-D0834FF38C9C}"/>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2C6F1F40-4F18-445B-AFBD-2D2D68530834}"/>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A6B4C935-DEEB-451E-97D3-5359E20E61A6}"/>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CBFFBE22-B0A6-4DCB-B3FB-16E5D21671E0}"/>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98B20A0C-2D88-4917-A50A-34E268C49BEE}"/>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58209EC1-2632-4042-9332-9F4A370EC969}"/>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E446948C-C459-4BCE-8651-24C8151BCC1E}"/>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18D46E76-9C76-412B-A34D-DB9583B8D922}"/>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2073390237"/>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F3CEA2F-1F34-42FC-B014-0D792CB383B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V7_B_N06</a:t>
            </a:r>
          </a:p>
        </p:txBody>
      </p:sp>
      <p:sp>
        <p:nvSpPr>
          <p:cNvPr id="2" name="">
            <a:extLst xmlns:a="http://schemas.openxmlformats.org/drawingml/2006/main">
              <a:ext uri="{FF2B5EF4-FFF2-40B4-BE49-F238E27FC236}">
                <a16:creationId xmlns:a16="http://schemas.microsoft.com/office/drawing/2014/main" id="{1935ECD1-49F2-45A1-9A66-8D8DE942B18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0535AD2D-92D4-4197-92F8-98BAE996997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D85CE5F-53A9-47FF-90A0-25AD470D79A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88716B6D-C547-4CDE-BB5C-D8A9A455432A}"/>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B3ADC57C-82FC-4B21-958B-FB72A132DC15}"/>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B1392B78-32CB-478E-8FF0-2215ABF33253}"/>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65FBEFF9-BEBC-45C3-BA4C-5E15CAE56078}"/>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30C80C2F-258E-4AD9-A6A6-5ADFD27D7E25}"/>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13F2DF26-D80D-4267-B89A-B0E5CFE2440A}"/>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B80E1583-DCC8-46D4-B00E-97D589FD426C}"/>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42B81989-DA58-4E77-AFA1-B5AA21855734}"/>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ACC5E96D-9B12-4922-B43D-9C0425E8A014}"/>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6E39E433-881C-407A-BA3C-FBE9F8C0901F}"/>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963998606"/>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520E92-0740-4E3C-B8D1-BD3DF21E5E4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V7_B_N06</a:t>
            </a:r>
          </a:p>
        </p:txBody>
      </p:sp>
      <p:sp>
        <p:nvSpPr>
          <p:cNvPr id="2" name="">
            <a:extLst xmlns:a="http://schemas.openxmlformats.org/drawingml/2006/main">
              <a:ext uri="{FF2B5EF4-FFF2-40B4-BE49-F238E27FC236}">
                <a16:creationId xmlns:a16="http://schemas.microsoft.com/office/drawing/2014/main" id="{478E5C47-F82E-404D-9063-E726839A87A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F7DDE31F-1A16-456C-A1B5-45FFE242605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DE9E488-FD33-462F-88BD-2CB04581342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F3362DDA-8E92-4326-A01D-92A60C5E0431}"/>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1D7E1033-734F-4909-AA30-912EAF0DC45C}"/>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F8B6474F-EB9E-4427-BF83-47C944F1DD05}"/>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E24A5494-1CF3-4A61-A3DA-1B2147168836}"/>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7B9B0ADB-154A-4696-8E0C-CD8CC2ECD145}"/>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309D54D4-202C-4315-A1CB-D6D0848ED74C}"/>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189023376"/>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6DAB847-C0D5-4760-9BA5-E1B8D5479EC3}"/>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6E8B9993-146B-4002-9EFF-A17FA0372E39}"/>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3EA8C2A6-5F2F-4D6A-B10D-8E53991D1B42}"/>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Numerator</a:t>
            </a:r>
          </a:p>
        </p:txBody>
      </p:sp>
      <p:sp>
        <p:nvSpPr>
          <p:cNvPr id="4" name="">
            <a:extLst xmlns:a="http://schemas.openxmlformats.org/drawingml/2006/main">
              <a:ext uri="{FF2B5EF4-FFF2-40B4-BE49-F238E27FC236}">
                <a16:creationId xmlns:a16="http://schemas.microsoft.com/office/drawing/2014/main" id="{9ACEA99B-E779-4690-B654-1D62A763AA8A}"/>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C7162EAC-A718-4DD4-B7E5-C6837554F46E}"/>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Denominator</a:t>
            </a:r>
          </a:p>
        </p:txBody>
      </p:sp>
      <p:sp>
        <p:nvSpPr>
          <p:cNvPr id="6" name="">
            <a:extLst xmlns:a="http://schemas.openxmlformats.org/drawingml/2006/main">
              <a:ext uri="{FF2B5EF4-FFF2-40B4-BE49-F238E27FC236}">
                <a16:creationId xmlns:a16="http://schemas.microsoft.com/office/drawing/2014/main" id="{6C33A254-7A4F-4C16-90AA-14415D42308A}"/>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0E4A8AFD-783B-4BDE-BE38-73FF3623F18C}"/>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Population</a:t>
            </a:r>
          </a:p>
        </p:txBody>
      </p:sp>
      <p:sp>
        <p:nvSpPr>
          <p:cNvPr id="8" name="">
            <a:extLst xmlns:a="http://schemas.openxmlformats.org/drawingml/2006/main">
              <a:ext uri="{FF2B5EF4-FFF2-40B4-BE49-F238E27FC236}">
                <a16:creationId xmlns:a16="http://schemas.microsoft.com/office/drawing/2014/main" id="{92A8864C-12A8-4815-A521-0A018B99AF1C}"/>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72FE4D61-DBB0-46F8-A88E-E6C71A846303}"/>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Reference period</a:t>
            </a:r>
          </a:p>
        </p:txBody>
      </p:sp>
      <p:sp>
        <p:nvSpPr>
          <p:cNvPr id="10" name="">
            <a:extLst xmlns:a="http://schemas.openxmlformats.org/drawingml/2006/main">
              <a:ext uri="{FF2B5EF4-FFF2-40B4-BE49-F238E27FC236}">
                <a16:creationId xmlns:a16="http://schemas.microsoft.com/office/drawing/2014/main" id="{3788C42C-C6C7-4129-90C9-5DA39A4E8576}"/>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9F137061-9058-4D08-A82C-F415F0B36913}"/>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Coverage</a:t>
            </a:r>
          </a:p>
        </p:txBody>
      </p:sp>
      <p:sp>
        <p:nvSpPr>
          <p:cNvPr id="12" name="">
            <a:extLst xmlns:a="http://schemas.openxmlformats.org/drawingml/2006/main">
              <a:ext uri="{FF2B5EF4-FFF2-40B4-BE49-F238E27FC236}">
                <a16:creationId xmlns:a16="http://schemas.microsoft.com/office/drawing/2014/main" id="{FE43C89B-F383-4D85-AD8A-96692E906A21}"/>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912304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2026-09-04T15:12:13.8120000Z</dcterms:created>
  <dcterms:modified xsi:type="dcterms:W3CDTF">2026-09-04T15:12:13.8120000Z</dcterms:modified>
</coreProperties>
</file>