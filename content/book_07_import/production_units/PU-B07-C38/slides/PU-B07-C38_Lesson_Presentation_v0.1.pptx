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9b30cba94844a7" /><Relationship Type="http://schemas.openxmlformats.org/officeDocument/2006/relationships/extended-properties" Target="/docProps/app.xml" Id="Rf1528b20f9ad410c" /><Relationship Type="http://schemas.openxmlformats.org/officeDocument/2006/relationships/officeDocument" Target="/ppt/presentation.xml" Id="Rc52a036bc65a4cd3" /></Relationships>
</file>

<file path=ppt/presentation.xml><?xml version="1.0" encoding="utf-8"?>
<p:presentation xmlns:p="http://schemas.openxmlformats.org/presentationml/2006/main">
  <p:sldMasterIdLst>
    <p:sldMasterId xmlns:r="http://schemas.openxmlformats.org/officeDocument/2006/relationships" id="2147483648" r:id="Ra3aa4e3cd9d94214"/>
  </p:sldMasterIdLst>
  <p:notesMasterIdLst>
    <p:notesMasterId xmlns:r="http://schemas.openxmlformats.org/officeDocument/2006/relationships" r:id="R30cf4b820a1e407d"/>
  </p:notesMasterIdLst>
  <p:sldIdLst>
    <p:sldId xmlns:r="http://schemas.openxmlformats.org/officeDocument/2006/relationships" id="256" r:id="R1a53af875840441e"/>
    <p:sldId xmlns:r="http://schemas.openxmlformats.org/officeDocument/2006/relationships" id="257" r:id="Re3548fe148524433"/>
    <p:sldId xmlns:r="http://schemas.openxmlformats.org/officeDocument/2006/relationships" id="258" r:id="R93640ae611084c68"/>
    <p:sldId xmlns:r="http://schemas.openxmlformats.org/officeDocument/2006/relationships" id="259" r:id="R14cb3f6699d04fed"/>
    <p:sldId xmlns:r="http://schemas.openxmlformats.org/officeDocument/2006/relationships" id="260" r:id="Rc5409bd3bf43432b"/>
    <p:sldId xmlns:r="http://schemas.openxmlformats.org/officeDocument/2006/relationships" id="261" r:id="R001fa16714c84439"/>
    <p:sldId xmlns:r="http://schemas.openxmlformats.org/officeDocument/2006/relationships" id="262" r:id="R755d2f72b1ae464d"/>
    <p:sldId xmlns:r="http://schemas.openxmlformats.org/officeDocument/2006/relationships" id="263" r:id="R4215eee02a0348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be633b27414533" /><Relationship Type="http://schemas.openxmlformats.org/officeDocument/2006/relationships/slideMaster" Target="/ppt/slideMasters/slideMaster1.xml" Id="Ra3aa4e3cd9d94214" /><Relationship Type="http://schemas.openxmlformats.org/officeDocument/2006/relationships/notesMaster" Target="/ppt/notesMasters/notesMaster1.xml" Id="R30cf4b820a1e407d" /><Relationship Type="http://schemas.openxmlformats.org/officeDocument/2006/relationships/presProps" Target="/ppt/presProps.xml" Id="Ree4c0ccc62a847df" /><Relationship Type="http://schemas.openxmlformats.org/officeDocument/2006/relationships/tableStyles" Target="/ppt/tableStyles.xml" Id="R9854f9c9127a4947" /><Relationship Type="http://schemas.openxmlformats.org/officeDocument/2006/relationships/slide" Target="/ppt/slides/slide1.xml" Id="R1a53af875840441e" /><Relationship Type="http://schemas.openxmlformats.org/officeDocument/2006/relationships/slide" Target="/ppt/slides/slide2.xml" Id="Re3548fe148524433" /><Relationship Type="http://schemas.openxmlformats.org/officeDocument/2006/relationships/slide" Target="/ppt/slides/slide3.xml" Id="R93640ae611084c68" /><Relationship Type="http://schemas.openxmlformats.org/officeDocument/2006/relationships/slide" Target="/ppt/slides/slide4.xml" Id="R14cb3f6699d04fed" /><Relationship Type="http://schemas.openxmlformats.org/officeDocument/2006/relationships/slide" Target="/ppt/slides/slide5.xml" Id="Rc5409bd3bf43432b" /><Relationship Type="http://schemas.openxmlformats.org/officeDocument/2006/relationships/slide" Target="/ppt/slides/slide6.xml" Id="R001fa16714c84439" /><Relationship Type="http://schemas.openxmlformats.org/officeDocument/2006/relationships/slide" Target="/ppt/slides/slide7.xml" Id="R755d2f72b1ae464d" /><Relationship Type="http://schemas.openxmlformats.org/officeDocument/2006/relationships/slide" Target="/ppt/slides/slide8.xml" Id="R4215eee02a0348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dcf455e7f345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5ebd7955354ac8" /><Relationship Type="http://schemas.openxmlformats.org/officeDocument/2006/relationships/notesMaster" Target="/ppt/notesMasters/notesMaster1.xml" Id="R7c229435c83c41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31e0010512441b" /><Relationship Type="http://schemas.openxmlformats.org/officeDocument/2006/relationships/notesMaster" Target="/ppt/notesMasters/notesMaster1.xml" Id="Re2244a6c37e849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acf989065141c8" /><Relationship Type="http://schemas.openxmlformats.org/officeDocument/2006/relationships/notesMaster" Target="/ppt/notesMasters/notesMaster1.xml" Id="R7f0fecb81b7548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87338a856345bf" /><Relationship Type="http://schemas.openxmlformats.org/officeDocument/2006/relationships/notesMaster" Target="/ppt/notesMasters/notesMaster1.xml" Id="R75949eada63941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2fae93a94e463e" /><Relationship Type="http://schemas.openxmlformats.org/officeDocument/2006/relationships/notesMaster" Target="/ppt/notesMasters/notesMaster1.xml" Id="R624fd5cb1bf34e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687962365241e1" /><Relationship Type="http://schemas.openxmlformats.org/officeDocument/2006/relationships/notesMaster" Target="/ppt/notesMasters/notesMaster1.xml" Id="Rf3a71b3edf6840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12407b1ee04592" /><Relationship Type="http://schemas.openxmlformats.org/officeDocument/2006/relationships/notesMaster" Target="/ppt/notesMasters/notesMaster1.xml" Id="R8abdf1c2d63c48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f3a36088b047c2" /><Relationship Type="http://schemas.openxmlformats.org/officeDocument/2006/relationships/notesMaster" Target="/ppt/notesMasters/notesMaster1.xml" Id="R9d1b4eea2c1942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Learning Gaps to Proportionate Support. This lesson begins with one principle: assessment evidence should guide support without fixing labels on learners.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Assessment evidence should guide support without fixing labels on learners. The five controls shown here are Assessment, Learning gap, Context, Support, Monitoring.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assessment, move through learning gap and context, and finish with support and monitoring.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Teachers combine assessment patterns with classroom evidence to select targeted support.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Translate assessment evidence into proportionate support and monitor response.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assessment clear? Is learning gap documented? Is context testable? Is support governed? And is monitoring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589cc4ae0843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c4b9fab8ae4adc" /><Relationship Type="http://schemas.openxmlformats.org/officeDocument/2006/relationships/slideLayout" Target="/ppt/slideLayouts/slideLayout1.xml" Id="R9ea97bbc372a4d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a97bbc372a4d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93a0a8a0a54d2a" /><Relationship Type="http://schemas.openxmlformats.org/officeDocument/2006/relationships/notesSlide" Target="/ppt/notesSlides/notesSlide1.xml" Id="Ra4847d33646647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b5135447844a9c" /><Relationship Type="http://schemas.openxmlformats.org/officeDocument/2006/relationships/notesSlide" Target="/ppt/notesSlides/notesSlide2.xml" Id="Rad8e2261cb504b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5825eda0684fbc" /><Relationship Type="http://schemas.openxmlformats.org/officeDocument/2006/relationships/notesSlide" Target="/ppt/notesSlides/notesSlide3.xml" Id="Rd90f851791684d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ead0ba503e4ca8" /><Relationship Type="http://schemas.openxmlformats.org/officeDocument/2006/relationships/notesSlide" Target="/ppt/notesSlides/notesSlide4.xml" Id="R54d5143c9a7b4a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c034bd8e2b4151" /><Relationship Type="http://schemas.openxmlformats.org/officeDocument/2006/relationships/notesSlide" Target="/ppt/notesSlides/notesSlide5.xml" Id="Ra61e3ac200df43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6f88dbb054474a" /><Relationship Type="http://schemas.openxmlformats.org/officeDocument/2006/relationships/notesSlide" Target="/ppt/notesSlides/notesSlide6.xml" Id="R9d6faa83820b4e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1408b9de3b4cb5" /><Relationship Type="http://schemas.openxmlformats.org/officeDocument/2006/relationships/notesSlide" Target="/ppt/notesSlides/notesSlide7.xml" Id="Rf995a3df0d2046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9a3800afa34f3a" /><Relationship Type="http://schemas.openxmlformats.org/officeDocument/2006/relationships/notesSlide" Target="/ppt/notesSlides/notesSlide8.xml" Id="R6ea2edc9f1b0415a"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18EDD2-0513-45D9-AF81-1E10375505E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FA79A6B5-1ACD-4D77-9DCA-F69696F78AB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DBBE46D9-577F-485C-B888-A4DC2DF3AFB4}"/>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BB823F6D-1FB9-49C9-9652-4F9D094D920F}"/>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7C80FA5F-D4A6-4D6B-A997-0E91E5941365}"/>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LEARNING GAPS TO PROPORTIONATE SUPPORT</a:t>
            </a:r>
          </a:p>
        </p:txBody>
      </p:sp>
      <p:sp>
        <p:nvSpPr>
          <p:cNvPr id="6" name="">
            <a:extLst xmlns:a="http://schemas.openxmlformats.org/drawingml/2006/main">
              <a:ext uri="{FF2B5EF4-FFF2-40B4-BE49-F238E27FC236}">
                <a16:creationId xmlns:a16="http://schemas.microsoft.com/office/drawing/2014/main" id="{94E6991D-4620-4C46-BD11-15DC0BF1B170}"/>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Assessment evidence should guide support without fixing labels on learners.</a:t>
            </a:r>
          </a:p>
        </p:txBody>
      </p:sp>
      <p:sp>
        <p:nvSpPr>
          <p:cNvPr id="7" name="">
            <a:extLst xmlns:a="http://schemas.openxmlformats.org/drawingml/2006/main">
              <a:ext uri="{FF2B5EF4-FFF2-40B4-BE49-F238E27FC236}">
                <a16:creationId xmlns:a16="http://schemas.microsoft.com/office/drawing/2014/main" id="{FA10E79B-2A43-41B5-A160-693AD765FC1F}"/>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V7_C_N03</a:t>
            </a:r>
          </a:p>
        </p:txBody>
      </p:sp>
      <p:sp>
        <p:nvSpPr>
          <p:cNvPr id="8" name="">
            <a:extLst xmlns:a="http://schemas.openxmlformats.org/drawingml/2006/main">
              <a:ext uri="{FF2B5EF4-FFF2-40B4-BE49-F238E27FC236}">
                <a16:creationId xmlns:a16="http://schemas.microsoft.com/office/drawing/2014/main" id="{D38BCC44-06EF-4A86-9551-1463CB299945}"/>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PU-B07-C38</a:t>
            </a:r>
          </a:p>
        </p:txBody>
      </p:sp>
      <p:sp>
        <p:nvSpPr>
          <p:cNvPr id="9" name="">
            <a:extLst xmlns:a="http://schemas.openxmlformats.org/drawingml/2006/main">
              <a:ext uri="{FF2B5EF4-FFF2-40B4-BE49-F238E27FC236}">
                <a16:creationId xmlns:a16="http://schemas.microsoft.com/office/drawing/2014/main" id="{D65BA22A-7E65-4B43-A353-62336736E86A}"/>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2049BA64-A666-41DE-BE54-0A544B517B80}"/>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397296010"/>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8575C52-EAC6-4DFB-8BE9-3456202AC84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V7_C_N03</a:t>
            </a:r>
          </a:p>
        </p:txBody>
      </p:sp>
      <p:sp>
        <p:nvSpPr>
          <p:cNvPr id="2" name="">
            <a:extLst xmlns:a="http://schemas.openxmlformats.org/drawingml/2006/main">
              <a:ext uri="{FF2B5EF4-FFF2-40B4-BE49-F238E27FC236}">
                <a16:creationId xmlns:a16="http://schemas.microsoft.com/office/drawing/2014/main" id="{765195FF-A1DE-40E4-BD36-CED0F483400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D6A6A39C-EA40-4EAD-9447-2E0EC0CD8DB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70888FB-9E05-4BFB-A491-EAB21D8114C9}"/>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0E706B16-A898-446C-BAE7-AE4320E2E636}"/>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Assessment evidence should guide support without fixing labels on learners.</a:t>
            </a:r>
          </a:p>
        </p:txBody>
      </p:sp>
      <p:sp>
        <p:nvSpPr>
          <p:cNvPr id="6" name="">
            <a:extLst xmlns:a="http://schemas.openxmlformats.org/drawingml/2006/main">
              <a:ext uri="{FF2B5EF4-FFF2-40B4-BE49-F238E27FC236}">
                <a16:creationId xmlns:a16="http://schemas.microsoft.com/office/drawing/2014/main" id="{42C4B20A-B68F-4C8E-9AA6-F84A83724B32}"/>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271B1C0A-F822-4A3F-9A2A-3F4863C92D2C}"/>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24DD69B8-68AE-497A-9B5C-E973258DFBD5}"/>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Assessment</a:t>
            </a:r>
          </a:p>
        </p:txBody>
      </p:sp>
      <p:sp>
        <p:nvSpPr>
          <p:cNvPr id="9" name="">
            <a:extLst xmlns:a="http://schemas.openxmlformats.org/drawingml/2006/main">
              <a:ext uri="{FF2B5EF4-FFF2-40B4-BE49-F238E27FC236}">
                <a16:creationId xmlns:a16="http://schemas.microsoft.com/office/drawing/2014/main" id="{7118B745-65A4-4E4D-9FBB-6BFF2DF36E5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CC7D60E3-4D11-45BD-865E-9E6962D456A3}"/>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Learning gap</a:t>
            </a:r>
          </a:p>
        </p:txBody>
      </p:sp>
      <p:sp>
        <p:nvSpPr>
          <p:cNvPr id="11" name="">
            <a:extLst xmlns:a="http://schemas.openxmlformats.org/drawingml/2006/main">
              <a:ext uri="{FF2B5EF4-FFF2-40B4-BE49-F238E27FC236}">
                <a16:creationId xmlns:a16="http://schemas.microsoft.com/office/drawing/2014/main" id="{340E8A77-6A22-4B4E-8F12-4E1C012520BD}"/>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21B71D72-04E9-4BB8-B62E-1D8C7673D040}"/>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Context</a:t>
            </a:r>
          </a:p>
        </p:txBody>
      </p:sp>
      <p:sp>
        <p:nvSpPr>
          <p:cNvPr id="13" name="">
            <a:extLst xmlns:a="http://schemas.openxmlformats.org/drawingml/2006/main">
              <a:ext uri="{FF2B5EF4-FFF2-40B4-BE49-F238E27FC236}">
                <a16:creationId xmlns:a16="http://schemas.microsoft.com/office/drawing/2014/main" id="{59F44737-0166-450D-8DC5-967FC2F7D65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279BC999-3C5F-43EA-BC99-E6D6CE1F2378}"/>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Support</a:t>
            </a:r>
          </a:p>
        </p:txBody>
      </p:sp>
      <p:sp>
        <p:nvSpPr>
          <p:cNvPr id="15" name="">
            <a:extLst xmlns:a="http://schemas.openxmlformats.org/drawingml/2006/main">
              <a:ext uri="{FF2B5EF4-FFF2-40B4-BE49-F238E27FC236}">
                <a16:creationId xmlns:a16="http://schemas.microsoft.com/office/drawing/2014/main" id="{1863D966-8987-4CB7-8A20-41B3C94AC200}"/>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786D1154-5916-446A-9DC0-2DB3EB7775CD}"/>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Monitoring</a:t>
            </a:r>
          </a:p>
        </p:txBody>
      </p:sp>
      <p:sp>
        <p:nvSpPr>
          <p:cNvPr id="17" name="">
            <a:extLst xmlns:a="http://schemas.openxmlformats.org/drawingml/2006/main">
              <a:ext uri="{FF2B5EF4-FFF2-40B4-BE49-F238E27FC236}">
                <a16:creationId xmlns:a16="http://schemas.microsoft.com/office/drawing/2014/main" id="{3B39D65A-E9C1-49F7-BD7A-DC4C636D75AF}"/>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78426640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33BF833-D79C-4BA2-A675-CA2C9B10D3F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V7_C_N03</a:t>
            </a:r>
          </a:p>
        </p:txBody>
      </p:sp>
      <p:sp>
        <p:nvSpPr>
          <p:cNvPr id="2" name="">
            <a:extLst xmlns:a="http://schemas.openxmlformats.org/drawingml/2006/main">
              <a:ext uri="{FF2B5EF4-FFF2-40B4-BE49-F238E27FC236}">
                <a16:creationId xmlns:a16="http://schemas.microsoft.com/office/drawing/2014/main" id="{1714A1CA-7EC2-4F08-ACB1-29162D80D75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ECDCAB63-5D22-4D54-BBD0-6399C0EB58D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4EC9F72-9203-4068-AFE5-55F788069CF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1F8705F-1CF1-4EEA-B2E3-B5032E0E0837}"/>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CE67462D-BEA5-4C6B-A6A8-A7D99F7778B9}"/>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E1DCE198-D4F2-46EC-912A-8B62EE8CB789}"/>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Assessment</a:t>
            </a:r>
          </a:p>
        </p:txBody>
      </p:sp>
      <p:sp>
        <p:nvSpPr>
          <p:cNvPr id="8" name="">
            <a:extLst xmlns:a="http://schemas.openxmlformats.org/drawingml/2006/main">
              <a:ext uri="{FF2B5EF4-FFF2-40B4-BE49-F238E27FC236}">
                <a16:creationId xmlns:a16="http://schemas.microsoft.com/office/drawing/2014/main" id="{14749F1A-3EDD-4782-8AEB-D9E70F9251A0}"/>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F0289EB2-75F7-4794-B9DC-3EF22C60AF46}"/>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C597E3A3-B4CB-4BBC-A461-4607BBF62378}"/>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Learning gap</a:t>
            </a:r>
          </a:p>
        </p:txBody>
      </p:sp>
      <p:sp>
        <p:nvSpPr>
          <p:cNvPr id="11" name="">
            <a:extLst xmlns:a="http://schemas.openxmlformats.org/drawingml/2006/main">
              <a:ext uri="{FF2B5EF4-FFF2-40B4-BE49-F238E27FC236}">
                <a16:creationId xmlns:a16="http://schemas.microsoft.com/office/drawing/2014/main" id="{A1994242-BAEE-4774-9FD6-90D172DE7309}"/>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14A41894-AF5A-47F6-AE1A-A18A3CF66E19}"/>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348BF18E-BE75-4C7B-869F-C8194B00B9F8}"/>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Context</a:t>
            </a:r>
          </a:p>
        </p:txBody>
      </p:sp>
      <p:sp>
        <p:nvSpPr>
          <p:cNvPr id="14" name="">
            <a:extLst xmlns:a="http://schemas.openxmlformats.org/drawingml/2006/main">
              <a:ext uri="{FF2B5EF4-FFF2-40B4-BE49-F238E27FC236}">
                <a16:creationId xmlns:a16="http://schemas.microsoft.com/office/drawing/2014/main" id="{CB7EEF9C-AEC3-436C-8EF7-3ECBF4B5EDE2}"/>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D5431F6E-17CA-478B-B2BE-4FBA216529D5}"/>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AED7115A-2AF5-4040-A5EB-8C7C11A22C6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Support</a:t>
            </a:r>
          </a:p>
        </p:txBody>
      </p:sp>
      <p:sp>
        <p:nvSpPr>
          <p:cNvPr id="17" name="">
            <a:extLst xmlns:a="http://schemas.openxmlformats.org/drawingml/2006/main">
              <a:ext uri="{FF2B5EF4-FFF2-40B4-BE49-F238E27FC236}">
                <a16:creationId xmlns:a16="http://schemas.microsoft.com/office/drawing/2014/main" id="{FD05F913-E556-40BE-B3C0-BCA7C2098637}"/>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D96BE356-2C98-46C7-81CB-150DA3F8C656}"/>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D95764D3-A975-49CD-B7BA-A46244BA73EC}"/>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Monitoring</a:t>
            </a:r>
          </a:p>
        </p:txBody>
      </p:sp>
      <p:sp>
        <p:nvSpPr>
          <p:cNvPr id="20" name="">
            <a:extLst xmlns:a="http://schemas.openxmlformats.org/drawingml/2006/main">
              <a:ext uri="{FF2B5EF4-FFF2-40B4-BE49-F238E27FC236}">
                <a16:creationId xmlns:a16="http://schemas.microsoft.com/office/drawing/2014/main" id="{0B418428-334C-410F-B208-42399A3B717E}"/>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57860089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A85FB95-0A83-4648-BCEC-B5065119EBB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V7_C_N03</a:t>
            </a:r>
          </a:p>
        </p:txBody>
      </p:sp>
      <p:sp>
        <p:nvSpPr>
          <p:cNvPr id="2" name="">
            <a:extLst xmlns:a="http://schemas.openxmlformats.org/drawingml/2006/main">
              <a:ext uri="{FF2B5EF4-FFF2-40B4-BE49-F238E27FC236}">
                <a16:creationId xmlns:a16="http://schemas.microsoft.com/office/drawing/2014/main" id="{67D20E43-D1CB-4FE4-A317-F8AEB9C17BE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8696B94C-C7B6-466C-861C-BDF12C54BDC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228B655-55AD-4B41-BEBD-9EF4AC7F9EC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DB8D032F-0D03-4582-ADD8-B7A59340A2E5}"/>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8C1458CD-7FA4-482A-8652-EA5F621ADD73}"/>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A05C599D-F0DC-420D-8C57-C252734C0EE6}"/>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Teachers combine assessment patterns with classroom evidence to select targeted support.</a:t>
            </a:r>
          </a:p>
        </p:txBody>
      </p:sp>
      <p:sp>
        <p:nvSpPr>
          <p:cNvPr id="8" name="">
            <a:extLst xmlns:a="http://schemas.openxmlformats.org/drawingml/2006/main">
              <a:ext uri="{FF2B5EF4-FFF2-40B4-BE49-F238E27FC236}">
                <a16:creationId xmlns:a16="http://schemas.microsoft.com/office/drawing/2014/main" id="{19C6979D-9607-4B0A-9C5A-FAA345BBBD18}"/>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B1EA08AC-58C9-4A8F-84CE-419180AD992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B93A69BD-5430-40B9-B10F-F5D5D60F7FC7}"/>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E2D4EC89-45A7-46CD-8392-85C87C30C26C}"/>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709326156"/>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309F58F-0A4C-4804-90FE-BAB722A25F3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V7_C_N03</a:t>
            </a:r>
          </a:p>
        </p:txBody>
      </p:sp>
      <p:sp>
        <p:nvSpPr>
          <p:cNvPr id="2" name="">
            <a:extLst xmlns:a="http://schemas.openxmlformats.org/drawingml/2006/main">
              <a:ext uri="{FF2B5EF4-FFF2-40B4-BE49-F238E27FC236}">
                <a16:creationId xmlns:a16="http://schemas.microsoft.com/office/drawing/2014/main" id="{87754B62-3779-4B60-922F-4664D5DC0A4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4776E7F1-BA31-4FB4-8B60-36C2A5F1451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8F4F92F-4544-4035-B1DF-A9CA49AE496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A042A9A0-54D1-43D1-86A8-D05AA6BBF60E}"/>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Translate assessment evidence into proportionate support and monitor response.</a:t>
            </a:r>
          </a:p>
        </p:txBody>
      </p:sp>
      <p:sp>
        <p:nvSpPr>
          <p:cNvPr id="6" name="">
            <a:extLst xmlns:a="http://schemas.openxmlformats.org/drawingml/2006/main">
              <a:ext uri="{FF2B5EF4-FFF2-40B4-BE49-F238E27FC236}">
                <a16:creationId xmlns:a16="http://schemas.microsoft.com/office/drawing/2014/main" id="{0FFB314E-9E57-45BB-9387-FF068C6A7D8C}"/>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7175199-9066-444F-A500-00804ABF6D95}"/>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24A323BD-7AA4-43C2-93A6-C8C0C13A0407}"/>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18A352AB-326C-41E8-823E-F6B36119E741}"/>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A4FC8C24-F10A-4B01-B6A0-95423F67F7A7}"/>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C8103CC7-9DAC-4EE6-AFCD-ED0C54739F8E}"/>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0296F38F-BC2F-4479-AF08-5DC9D13C7316}"/>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0ED06FA8-433A-469E-B180-2610EC907F6D}"/>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00236907-5DD4-45FE-8240-99AE243FFC61}"/>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C75957AB-8F2B-4204-9921-9E3C00414ABF}"/>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1604911-59B1-4749-A60D-E362A8E094FA}"/>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B2DF936-A432-4D87-8391-36D39C98A8B0}"/>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5209095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B4B959C-0AEC-4592-9AD1-2BDFB2981DF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V7_C_N03</a:t>
            </a:r>
          </a:p>
        </p:txBody>
      </p:sp>
      <p:sp>
        <p:nvSpPr>
          <p:cNvPr id="2" name="">
            <a:extLst xmlns:a="http://schemas.openxmlformats.org/drawingml/2006/main">
              <a:ext uri="{FF2B5EF4-FFF2-40B4-BE49-F238E27FC236}">
                <a16:creationId xmlns:a16="http://schemas.microsoft.com/office/drawing/2014/main" id="{5C7AE5CF-87DC-4AAF-A5C7-40A1224F359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D79F918A-780F-4818-AAF2-8C790C6ABED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FD658D7-1DC4-410F-B427-80A30068B2B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F0EC62B7-2D90-4E9B-899E-4B4D0FD52EEE}"/>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327B9270-5E30-439F-AB8D-A40A8E7459E2}"/>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853AF1B9-3F39-4A55-844C-54EB11A0CF3D}"/>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116FAE33-AEFB-4F63-B93E-5A0D66A2CF4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E24CA552-6AED-41B8-BE34-A4955E9E9C7C}"/>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177843CF-D687-4C4A-AA18-9DD6C74448DA}"/>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74AA7C62-3764-4CAA-8659-B07A27EC4F80}"/>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153CDB0B-E32E-432D-A520-2FF2B0FF7A39}"/>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EBDE1292-2482-4DB4-8D58-A3B9995283AA}"/>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3BC83E04-104F-4448-9039-71B00CEDA988}"/>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74828552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7AAA95-3BBA-4667-A2CD-7FC535F82F3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V7_C_N03</a:t>
            </a:r>
          </a:p>
        </p:txBody>
      </p:sp>
      <p:sp>
        <p:nvSpPr>
          <p:cNvPr id="2" name="">
            <a:extLst xmlns:a="http://schemas.openxmlformats.org/drawingml/2006/main">
              <a:ext uri="{FF2B5EF4-FFF2-40B4-BE49-F238E27FC236}">
                <a16:creationId xmlns:a16="http://schemas.microsoft.com/office/drawing/2014/main" id="{14A18C75-73A1-47EC-BA71-8E1A2F0E8C8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9BA0BBFF-B55A-4939-A3A3-69A8A37A016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F50F1A8-F732-4EB4-95D3-C821876B91E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CF8EBE99-40FF-4972-9585-D0E5EF43BB48}"/>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183BF39E-395D-4100-A330-D81CB48BC675}"/>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1630BE15-D0B9-4942-BD2A-3E9EFE2594AA}"/>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4CF4F8BB-CFD1-467D-A7C1-D7A8B1E21785}"/>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23FC9FF0-2DD4-4446-8402-4606317A1C59}"/>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B27762A0-DAD9-4E64-86E4-9BC2116622BA}"/>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593120444"/>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1EE4E9-63E2-4672-BAF0-8698EC7490BD}"/>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64A00949-DDB6-49B2-96C3-61CBDBA8E658}"/>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6EB3AE6A-6B6A-4DC2-B036-2D08004E1074}"/>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Assessment</a:t>
            </a:r>
          </a:p>
        </p:txBody>
      </p:sp>
      <p:sp>
        <p:nvSpPr>
          <p:cNvPr id="4" name="">
            <a:extLst xmlns:a="http://schemas.openxmlformats.org/drawingml/2006/main">
              <a:ext uri="{FF2B5EF4-FFF2-40B4-BE49-F238E27FC236}">
                <a16:creationId xmlns:a16="http://schemas.microsoft.com/office/drawing/2014/main" id="{10B7A86D-1694-4419-B2E2-F0A7BD8A2C66}"/>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A9DBE60-F893-464C-9A23-0CFDAF7371B6}"/>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Learning gap</a:t>
            </a:r>
          </a:p>
        </p:txBody>
      </p:sp>
      <p:sp>
        <p:nvSpPr>
          <p:cNvPr id="6" name="">
            <a:extLst xmlns:a="http://schemas.openxmlformats.org/drawingml/2006/main">
              <a:ext uri="{FF2B5EF4-FFF2-40B4-BE49-F238E27FC236}">
                <a16:creationId xmlns:a16="http://schemas.microsoft.com/office/drawing/2014/main" id="{1485503B-1267-45AF-B8F1-560A1A52171B}"/>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6664A1F8-4612-4D43-998B-DD6759215C82}"/>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Context</a:t>
            </a:r>
          </a:p>
        </p:txBody>
      </p:sp>
      <p:sp>
        <p:nvSpPr>
          <p:cNvPr id="8" name="">
            <a:extLst xmlns:a="http://schemas.openxmlformats.org/drawingml/2006/main">
              <a:ext uri="{FF2B5EF4-FFF2-40B4-BE49-F238E27FC236}">
                <a16:creationId xmlns:a16="http://schemas.microsoft.com/office/drawing/2014/main" id="{199002FA-DDB0-40A7-A555-4FEB9CA00836}"/>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94375264-5C3C-4BD7-962E-0CBAF9CCAEA4}"/>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Support</a:t>
            </a:r>
          </a:p>
        </p:txBody>
      </p:sp>
      <p:sp>
        <p:nvSpPr>
          <p:cNvPr id="10" name="">
            <a:extLst xmlns:a="http://schemas.openxmlformats.org/drawingml/2006/main">
              <a:ext uri="{FF2B5EF4-FFF2-40B4-BE49-F238E27FC236}">
                <a16:creationId xmlns:a16="http://schemas.microsoft.com/office/drawing/2014/main" id="{A017FE29-79FF-4DD1-BC4E-38C391F273D5}"/>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26DAEBF1-A032-446D-AFB3-164CE1DE8594}"/>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Monitoring</a:t>
            </a:r>
          </a:p>
        </p:txBody>
      </p:sp>
      <p:sp>
        <p:nvSpPr>
          <p:cNvPr id="12" name="">
            <a:extLst xmlns:a="http://schemas.openxmlformats.org/drawingml/2006/main">
              <a:ext uri="{FF2B5EF4-FFF2-40B4-BE49-F238E27FC236}">
                <a16:creationId xmlns:a16="http://schemas.microsoft.com/office/drawing/2014/main" id="{AFF481CD-0151-4BC9-943B-FFB2B9BC0614}"/>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6269792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2026-09-04T15:25:23.8220000Z</dcterms:created>
  <dcterms:modified xsi:type="dcterms:W3CDTF">2026-09-04T15:25:23.8220000Z</dcterms:modified>
</coreProperties>
</file>