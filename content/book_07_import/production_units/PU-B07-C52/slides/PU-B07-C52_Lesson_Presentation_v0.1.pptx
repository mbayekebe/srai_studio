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b9dd2b2c214186" /><Relationship Type="http://schemas.openxmlformats.org/officeDocument/2006/relationships/extended-properties" Target="/docProps/app.xml" Id="Rb75e00293a924f27" /><Relationship Type="http://schemas.openxmlformats.org/officeDocument/2006/relationships/officeDocument" Target="/ppt/presentation.xml" Id="R85d7afe2ad0e41cd" /></Relationships>
</file>

<file path=ppt/presentation.xml><?xml version="1.0" encoding="utf-8"?>
<p:presentation xmlns:p="http://schemas.openxmlformats.org/presentationml/2006/main">
  <p:sldMasterIdLst>
    <p:sldMasterId xmlns:r="http://schemas.openxmlformats.org/officeDocument/2006/relationships" id="2147483648" r:id="R9ba5c4d992454fe8"/>
  </p:sldMasterIdLst>
  <p:notesMasterIdLst>
    <p:notesMasterId xmlns:r="http://schemas.openxmlformats.org/officeDocument/2006/relationships" r:id="Ree79b913900644c9"/>
  </p:notesMasterIdLst>
  <p:sldIdLst>
    <p:sldId xmlns:r="http://schemas.openxmlformats.org/officeDocument/2006/relationships" id="256" r:id="Rd5e99c454d57416e"/>
    <p:sldId xmlns:r="http://schemas.openxmlformats.org/officeDocument/2006/relationships" id="257" r:id="Re4998e3188504481"/>
    <p:sldId xmlns:r="http://schemas.openxmlformats.org/officeDocument/2006/relationships" id="258" r:id="Re57e519484fc43c5"/>
    <p:sldId xmlns:r="http://schemas.openxmlformats.org/officeDocument/2006/relationships" id="259" r:id="R5d4f645743774d49"/>
    <p:sldId xmlns:r="http://schemas.openxmlformats.org/officeDocument/2006/relationships" id="260" r:id="R26b67b41c8dd4a37"/>
    <p:sldId xmlns:r="http://schemas.openxmlformats.org/officeDocument/2006/relationships" id="261" r:id="R2461040b686e4068"/>
    <p:sldId xmlns:r="http://schemas.openxmlformats.org/officeDocument/2006/relationships" id="262" r:id="R5400eef999604d3d"/>
    <p:sldId xmlns:r="http://schemas.openxmlformats.org/officeDocument/2006/relationships" id="263" r:id="R3aef482af8314d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429509daac4d89" /><Relationship Type="http://schemas.openxmlformats.org/officeDocument/2006/relationships/slideMaster" Target="/ppt/slideMasters/slideMaster1.xml" Id="R9ba5c4d992454fe8" /><Relationship Type="http://schemas.openxmlformats.org/officeDocument/2006/relationships/notesMaster" Target="/ppt/notesMasters/notesMaster1.xml" Id="Ree79b913900644c9" /><Relationship Type="http://schemas.openxmlformats.org/officeDocument/2006/relationships/presProps" Target="/ppt/presProps.xml" Id="Ra55a300ba5fb4610" /><Relationship Type="http://schemas.openxmlformats.org/officeDocument/2006/relationships/tableStyles" Target="/ppt/tableStyles.xml" Id="Re11061123dad4ce5" /><Relationship Type="http://schemas.openxmlformats.org/officeDocument/2006/relationships/slide" Target="/ppt/slides/slide1.xml" Id="Rd5e99c454d57416e" /><Relationship Type="http://schemas.openxmlformats.org/officeDocument/2006/relationships/slide" Target="/ppt/slides/slide2.xml" Id="Re4998e3188504481" /><Relationship Type="http://schemas.openxmlformats.org/officeDocument/2006/relationships/slide" Target="/ppt/slides/slide3.xml" Id="Re57e519484fc43c5" /><Relationship Type="http://schemas.openxmlformats.org/officeDocument/2006/relationships/slide" Target="/ppt/slides/slide4.xml" Id="R5d4f645743774d49" /><Relationship Type="http://schemas.openxmlformats.org/officeDocument/2006/relationships/slide" Target="/ppt/slides/slide5.xml" Id="R26b67b41c8dd4a37" /><Relationship Type="http://schemas.openxmlformats.org/officeDocument/2006/relationships/slide" Target="/ppt/slides/slide6.xml" Id="R2461040b686e4068" /><Relationship Type="http://schemas.openxmlformats.org/officeDocument/2006/relationships/slide" Target="/ppt/slides/slide7.xml" Id="R5400eef999604d3d" /><Relationship Type="http://schemas.openxmlformats.org/officeDocument/2006/relationships/slide" Target="/ppt/slides/slide8.xml" Id="R3aef482af8314d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a934b99dc14e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962854b9454298" /><Relationship Type="http://schemas.openxmlformats.org/officeDocument/2006/relationships/notesMaster" Target="/ppt/notesMasters/notesMaster1.xml" Id="Rb001400ad95f44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11b94abfc5410f" /><Relationship Type="http://schemas.openxmlformats.org/officeDocument/2006/relationships/notesMaster" Target="/ppt/notesMasters/notesMaster1.xml" Id="R11ae2e2b091b4f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1c46010afe4124" /><Relationship Type="http://schemas.openxmlformats.org/officeDocument/2006/relationships/notesMaster" Target="/ppt/notesMasters/notesMaster1.xml" Id="R8334011a4f2a41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0f0155c27e4173" /><Relationship Type="http://schemas.openxmlformats.org/officeDocument/2006/relationships/notesMaster" Target="/ppt/notesMasters/notesMaster1.xml" Id="R18818dc8c6dd4c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05ca2b55e49d9" /><Relationship Type="http://schemas.openxmlformats.org/officeDocument/2006/relationships/notesMaster" Target="/ppt/notesMasters/notesMaster1.xml" Id="R93a754a00fe741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fff9eda49d46e8" /><Relationship Type="http://schemas.openxmlformats.org/officeDocument/2006/relationships/notesMaster" Target="/ppt/notesMasters/notesMaster1.xml" Id="Ra2e447b6868d4b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c9763cf4954fac" /><Relationship Type="http://schemas.openxmlformats.org/officeDocument/2006/relationships/notesMaster" Target="/ppt/notesMasters/notesMaster1.xml" Id="R880580bde95844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3710fedbef4fc4" /><Relationship Type="http://schemas.openxmlformats.org/officeDocument/2006/relationships/notesMaster" Target="/ppt/notesMasters/notesMaster1.xml" Id="Rfba435bd0a224b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See Urban Change Without Inventing Tenure. This lesson begins with one principle: observed land change does not establish tenure, ownership, or legal status.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Observed land change does not establish tenure, ownership, or legal status. The five controls shown here are Land cover, Change, Ground truth, Tenure boundary, Authority.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land cover, move through change and ground truth, and finish with tenure boundary and authority.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Land-cover change is confirmed with records and field evidence before any action.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Classify urban change and test ground-truth, tenure, and enforcement boundaries.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land cover clear? Is change documented? Is ground truth testable? Is tenure boundary governed? And is authority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2d6724dcf942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26a6d5203c4a7c" /><Relationship Type="http://schemas.openxmlformats.org/officeDocument/2006/relationships/slideLayout" Target="/ppt/slideLayouts/slideLayout1.xml" Id="Rd99460c1ed484c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9460c1ed484c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cc403889b944f9" /><Relationship Type="http://schemas.openxmlformats.org/officeDocument/2006/relationships/notesSlide" Target="/ppt/notesSlides/notesSlide1.xml" Id="R12328d8ed2084e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5a810bfe454dbf" /><Relationship Type="http://schemas.openxmlformats.org/officeDocument/2006/relationships/notesSlide" Target="/ppt/notesSlides/notesSlide2.xml" Id="R1fb3ddaabc7243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3b51aa03c04576" /><Relationship Type="http://schemas.openxmlformats.org/officeDocument/2006/relationships/notesSlide" Target="/ppt/notesSlides/notesSlide3.xml" Id="R9ea3a46720844e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c195b666ca4de7" /><Relationship Type="http://schemas.openxmlformats.org/officeDocument/2006/relationships/notesSlide" Target="/ppt/notesSlides/notesSlide4.xml" Id="R6b6e37a28f8d48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13d605fb2c4564" /><Relationship Type="http://schemas.openxmlformats.org/officeDocument/2006/relationships/notesSlide" Target="/ppt/notesSlides/notesSlide5.xml" Id="Ra2759c113fb94e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42acbe480446f6" /><Relationship Type="http://schemas.openxmlformats.org/officeDocument/2006/relationships/notesSlide" Target="/ppt/notesSlides/notesSlide6.xml" Id="Ree15509d28d249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cee902a51f43c3" /><Relationship Type="http://schemas.openxmlformats.org/officeDocument/2006/relationships/notesSlide" Target="/ppt/notesSlides/notesSlide7.xml" Id="R119e5818884e42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d85df2ffa04fb6" /><Relationship Type="http://schemas.openxmlformats.org/officeDocument/2006/relationships/notesSlide" Target="/ppt/notesSlides/notesSlide8.xml" Id="R67a24ad720ae4bc1"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142E61-4D3B-43B9-91C7-32A3A7E60C2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CCD2A340-D7BD-4D70-AF57-32188FC077B4}"/>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A3E7FC57-8B73-4002-9725-3803527229A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22D1CD3-A6D4-4F66-B949-4D2936D92382}"/>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BC08E1D9-F4E5-4420-8ED8-C5ABB9417C2C}"/>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SEE URBAN CHANGE WITHOUT INVENTING TENURE</a:t>
            </a:r>
          </a:p>
        </p:txBody>
      </p:sp>
      <p:sp>
        <p:nvSpPr>
          <p:cNvPr id="6" name="">
            <a:extLst xmlns:a="http://schemas.openxmlformats.org/drawingml/2006/main">
              <a:ext uri="{FF2B5EF4-FFF2-40B4-BE49-F238E27FC236}">
                <a16:creationId xmlns:a16="http://schemas.microsoft.com/office/drawing/2014/main" id="{DF6065E7-8F0B-4F55-8AC2-EDE6F8A5B228}"/>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Observed land change does not establish tenure, ownership, or legal status.</a:t>
            </a:r>
          </a:p>
        </p:txBody>
      </p:sp>
      <p:sp>
        <p:nvSpPr>
          <p:cNvPr id="7" name="">
            <a:extLst xmlns:a="http://schemas.openxmlformats.org/drawingml/2006/main">
              <a:ext uri="{FF2B5EF4-FFF2-40B4-BE49-F238E27FC236}">
                <a16:creationId xmlns:a16="http://schemas.microsoft.com/office/drawing/2014/main" id="{52540200-C4EE-4F4A-80C0-AFD9CC496109}"/>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V7_D_N02</a:t>
            </a:r>
          </a:p>
        </p:txBody>
      </p:sp>
      <p:sp>
        <p:nvSpPr>
          <p:cNvPr id="8" name="">
            <a:extLst xmlns:a="http://schemas.openxmlformats.org/drawingml/2006/main">
              <a:ext uri="{FF2B5EF4-FFF2-40B4-BE49-F238E27FC236}">
                <a16:creationId xmlns:a16="http://schemas.microsoft.com/office/drawing/2014/main" id="{B0A19F5B-5444-4F69-8023-FCA29FBD177B}"/>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PU-B07-C52</a:t>
            </a:r>
          </a:p>
        </p:txBody>
      </p:sp>
      <p:sp>
        <p:nvSpPr>
          <p:cNvPr id="9" name="">
            <a:extLst xmlns:a="http://schemas.openxmlformats.org/drawingml/2006/main">
              <a:ext uri="{FF2B5EF4-FFF2-40B4-BE49-F238E27FC236}">
                <a16:creationId xmlns:a16="http://schemas.microsoft.com/office/drawing/2014/main" id="{9E19F3D2-8AED-4637-846A-DB0ADB628E3B}"/>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78875F89-B7F4-4EFF-A0F3-E58FACAD73F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78212720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9E16EBB-07B5-4533-9FFF-07928987A7D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BC93F12A-25A5-4A08-A58E-4810656248B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9D2BB69A-7A60-4E62-B283-B9B407C9639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12A63D4-C660-4174-A511-977C3FC3FD5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28592DB-E54E-424F-BDE7-BA11C027C850}"/>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Observed land change does not establish tenure, ownership, or legal status.</a:t>
            </a:r>
          </a:p>
        </p:txBody>
      </p:sp>
      <p:sp>
        <p:nvSpPr>
          <p:cNvPr id="6" name="">
            <a:extLst xmlns:a="http://schemas.openxmlformats.org/drawingml/2006/main">
              <a:ext uri="{FF2B5EF4-FFF2-40B4-BE49-F238E27FC236}">
                <a16:creationId xmlns:a16="http://schemas.microsoft.com/office/drawing/2014/main" id="{27E3AD15-8A06-4553-A7D2-08C6CB66BAAF}"/>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7DFC8D1-29BE-472B-AF60-135252BC0A7C}"/>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0310F83-DFCC-4DB3-B0ED-5B4EE012A3B8}"/>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Land cover</a:t>
            </a:r>
          </a:p>
        </p:txBody>
      </p:sp>
      <p:sp>
        <p:nvSpPr>
          <p:cNvPr id="9" name="">
            <a:extLst xmlns:a="http://schemas.openxmlformats.org/drawingml/2006/main">
              <a:ext uri="{FF2B5EF4-FFF2-40B4-BE49-F238E27FC236}">
                <a16:creationId xmlns:a16="http://schemas.microsoft.com/office/drawing/2014/main" id="{984E5475-6DB4-487C-A640-C49985C4BCD8}"/>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3918A0F-6DEC-487A-82A1-58D1D8567B3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Change</a:t>
            </a:r>
          </a:p>
        </p:txBody>
      </p:sp>
      <p:sp>
        <p:nvSpPr>
          <p:cNvPr id="11" name="">
            <a:extLst xmlns:a="http://schemas.openxmlformats.org/drawingml/2006/main">
              <a:ext uri="{FF2B5EF4-FFF2-40B4-BE49-F238E27FC236}">
                <a16:creationId xmlns:a16="http://schemas.microsoft.com/office/drawing/2014/main" id="{EAF1A423-0E63-490F-99E3-3BEA23AAB711}"/>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BD1D721-3FBE-4E1C-9CC3-C3198C9FAED8}"/>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Ground truth</a:t>
            </a:r>
          </a:p>
        </p:txBody>
      </p:sp>
      <p:sp>
        <p:nvSpPr>
          <p:cNvPr id="13" name="">
            <a:extLst xmlns:a="http://schemas.openxmlformats.org/drawingml/2006/main">
              <a:ext uri="{FF2B5EF4-FFF2-40B4-BE49-F238E27FC236}">
                <a16:creationId xmlns:a16="http://schemas.microsoft.com/office/drawing/2014/main" id="{4F118A2A-6E87-4F47-B771-27C0ED737B66}"/>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95586C6-3B81-414E-AD9E-AB3D00569E4D}"/>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Tenure boundary</a:t>
            </a:r>
          </a:p>
        </p:txBody>
      </p:sp>
      <p:sp>
        <p:nvSpPr>
          <p:cNvPr id="15" name="">
            <a:extLst xmlns:a="http://schemas.openxmlformats.org/drawingml/2006/main">
              <a:ext uri="{FF2B5EF4-FFF2-40B4-BE49-F238E27FC236}">
                <a16:creationId xmlns:a16="http://schemas.microsoft.com/office/drawing/2014/main" id="{4A9261EC-F5A7-4328-AEFB-61B874E4E67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BDD79CC-6D67-463A-8E82-9C308C298AAE}"/>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Authority</a:t>
            </a:r>
          </a:p>
        </p:txBody>
      </p:sp>
      <p:sp>
        <p:nvSpPr>
          <p:cNvPr id="17" name="">
            <a:extLst xmlns:a="http://schemas.openxmlformats.org/drawingml/2006/main">
              <a:ext uri="{FF2B5EF4-FFF2-40B4-BE49-F238E27FC236}">
                <a16:creationId xmlns:a16="http://schemas.microsoft.com/office/drawing/2014/main" id="{1663DF5E-CF22-4FA9-BDB2-28351F31A53D}"/>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146368767"/>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3EC579-C182-467C-A6D8-0FE50AF40F1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3B18254E-D10C-4946-87B3-7B1668E963D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DB92AD57-0570-4EB9-A78C-4094D374378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B75D924-329C-49B7-909A-EEC1C8B6DF2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FBC0FE8-E8C9-433A-A9C8-AFC12DB25BDF}"/>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05170788-FF01-462F-ACBF-8ECEC972A6DB}"/>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93A720DC-CEE7-4E0B-8376-845196AAEFF4}"/>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Land cover</a:t>
            </a:r>
          </a:p>
        </p:txBody>
      </p:sp>
      <p:sp>
        <p:nvSpPr>
          <p:cNvPr id="8" name="">
            <a:extLst xmlns:a="http://schemas.openxmlformats.org/drawingml/2006/main">
              <a:ext uri="{FF2B5EF4-FFF2-40B4-BE49-F238E27FC236}">
                <a16:creationId xmlns:a16="http://schemas.microsoft.com/office/drawing/2014/main" id="{E27F342A-1F19-4306-B891-EA404865D9D1}"/>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38F7F4F-7336-4A28-BCF1-DD02F9A349FF}"/>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D75DAF8-4182-4AF6-817E-EF85B68F085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Change</a:t>
            </a:r>
          </a:p>
        </p:txBody>
      </p:sp>
      <p:sp>
        <p:nvSpPr>
          <p:cNvPr id="11" name="">
            <a:extLst xmlns:a="http://schemas.openxmlformats.org/drawingml/2006/main">
              <a:ext uri="{FF2B5EF4-FFF2-40B4-BE49-F238E27FC236}">
                <a16:creationId xmlns:a16="http://schemas.microsoft.com/office/drawing/2014/main" id="{375DDE98-65D5-42A6-80C9-30339669C027}"/>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3212170-E887-418C-9735-52874A82250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5C4EDCB8-7299-470F-84F1-2A99D0D77D4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Ground truth</a:t>
            </a:r>
          </a:p>
        </p:txBody>
      </p:sp>
      <p:sp>
        <p:nvSpPr>
          <p:cNvPr id="14" name="">
            <a:extLst xmlns:a="http://schemas.openxmlformats.org/drawingml/2006/main">
              <a:ext uri="{FF2B5EF4-FFF2-40B4-BE49-F238E27FC236}">
                <a16:creationId xmlns:a16="http://schemas.microsoft.com/office/drawing/2014/main" id="{CF14EC83-7992-4230-A601-23AA5B8B411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EE1E844D-E08E-4920-B945-5244DFEC0C96}"/>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1E505F21-CDA6-415B-A652-1598931A33A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Tenure boundary</a:t>
            </a:r>
          </a:p>
        </p:txBody>
      </p:sp>
      <p:sp>
        <p:nvSpPr>
          <p:cNvPr id="17" name="">
            <a:extLst xmlns:a="http://schemas.openxmlformats.org/drawingml/2006/main">
              <a:ext uri="{FF2B5EF4-FFF2-40B4-BE49-F238E27FC236}">
                <a16:creationId xmlns:a16="http://schemas.microsoft.com/office/drawing/2014/main" id="{3890BF2A-7A9F-46E0-85A7-9A5F14255C43}"/>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129423BD-98C0-4E99-B880-132C8736D12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93464B70-672F-44D2-9487-5541CA59C93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Authority</a:t>
            </a:r>
          </a:p>
        </p:txBody>
      </p:sp>
      <p:sp>
        <p:nvSpPr>
          <p:cNvPr id="20" name="">
            <a:extLst xmlns:a="http://schemas.openxmlformats.org/drawingml/2006/main">
              <a:ext uri="{FF2B5EF4-FFF2-40B4-BE49-F238E27FC236}">
                <a16:creationId xmlns:a16="http://schemas.microsoft.com/office/drawing/2014/main" id="{21B5DECC-E83E-427A-8667-FCD9F41EE1CD}"/>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55928539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A90E1B-677A-4A82-AE43-9519C71B4E5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906F1D25-AFB2-4672-82F1-1C5A2E63764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2F91B35A-09C8-4405-84D3-F4F356552D7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C998F6F-460B-4155-8225-FAD6CB3D672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DB8691EA-E82B-42E4-812F-02D50C81572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CDD66E87-1F7E-4A7B-A68A-7E7001CED95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4FF5E9C-5686-48C6-AE05-7C44472CDBE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Land-cover change is confirmed with records and field evidence before any action.</a:t>
            </a:r>
          </a:p>
        </p:txBody>
      </p:sp>
      <p:sp>
        <p:nvSpPr>
          <p:cNvPr id="8" name="">
            <a:extLst xmlns:a="http://schemas.openxmlformats.org/drawingml/2006/main">
              <a:ext uri="{FF2B5EF4-FFF2-40B4-BE49-F238E27FC236}">
                <a16:creationId xmlns:a16="http://schemas.microsoft.com/office/drawing/2014/main" id="{808FA586-C228-4790-B2FC-3C7680128B3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11F0BEA-92CE-4323-B8B3-6BB48A4DA06C}"/>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15DF3386-8F04-452C-814C-D74FD40EA67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979319D7-07B3-47B2-A4BD-DAE1F52BFBC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3874133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C355B48-69E2-4803-9C4C-DDD5B0A35C7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0537CDCE-AB72-463E-9BFC-E8BFAB0546F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A9093AAF-9D21-458D-8E01-52906D550E4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CED4D8F-BDB3-4F43-93A7-3408CE733AC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B694ECA8-17E5-4F9B-84E2-5E2EEAFFC87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Classify urban change and test ground-truth, tenure, and enforcement boundaries.</a:t>
            </a:r>
          </a:p>
        </p:txBody>
      </p:sp>
      <p:sp>
        <p:nvSpPr>
          <p:cNvPr id="6" name="">
            <a:extLst xmlns:a="http://schemas.openxmlformats.org/drawingml/2006/main">
              <a:ext uri="{FF2B5EF4-FFF2-40B4-BE49-F238E27FC236}">
                <a16:creationId xmlns:a16="http://schemas.microsoft.com/office/drawing/2014/main" id="{C56D0598-A6D1-4217-A634-DD824CC2F43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EE8DD4F-6FE6-4D5C-9A23-05C823656A64}"/>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32EBD7C-606C-4636-957D-89AF0DB14074}"/>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5A9F9B8D-F28A-491F-BC08-E2FA2A89FA36}"/>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246DFE79-22A5-44C6-874A-5970B8DFB12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80743E5-F09D-437D-A919-6D3FAFECC59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29C92293-DB34-4912-BF54-87478BBCD92D}"/>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BA371A7-3715-443B-9E6B-6C2D2227FCE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693DE926-4058-4D27-A9C1-3970F0C4D2C2}"/>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8D037C25-A601-412F-AF25-E87E87CC4238}"/>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DADC1AD1-1E36-4070-8AEA-E1FF1F3C387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2D85BD62-1007-4FC6-9AC7-F78797A2D6A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62681270"/>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3442C35-0BF6-470E-A2A6-742EF673E0E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93FF51C7-865B-4841-9300-FC0B38ABC2C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22C8C294-726C-413D-8F5E-040646B084D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39F11C8-19E6-4960-82A2-E77DB91BC6D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235DBC68-C071-4438-BCC5-FFD68528BD8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F1C91CBF-5946-4D69-9AEC-F4D7A5437E7E}"/>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417C5AD4-E400-47EA-BDD3-3B7B0F3413F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F3757C4A-6886-4644-8EDF-9ED5D3B6122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E9DE7B9-40ED-4E9C-B962-87C6A655F55B}"/>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4C20E82-459C-426E-8E7B-A416921B9C44}"/>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D80444B-0245-4AA7-8FAB-170C02E4740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E6E842A7-51AC-49E9-8DC0-16B1962E35C0}"/>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52A6CDA-0951-4F9A-9022-85265CC8CF4E}"/>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398CAA6-880F-4799-8FAF-07D1E25FC008}"/>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8662578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6A7D32-347F-46FD-B600-FD6DAF5EB61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V7_D_N02</a:t>
            </a:r>
          </a:p>
        </p:txBody>
      </p:sp>
      <p:sp>
        <p:nvSpPr>
          <p:cNvPr id="2" name="">
            <a:extLst xmlns:a="http://schemas.openxmlformats.org/drawingml/2006/main">
              <a:ext uri="{FF2B5EF4-FFF2-40B4-BE49-F238E27FC236}">
                <a16:creationId xmlns:a16="http://schemas.microsoft.com/office/drawing/2014/main" id="{74955018-77A5-4AB1-BA2C-5C674D44D83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71BE513-F31C-4B8C-A931-B9EB5553BD7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BCB185F-0E17-4C87-9242-7FB5DADDCA2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B26E7D8-B20A-4ED9-9A8C-76847D48B38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E35B402B-1347-4001-B689-5BC1FA824CC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E327CC4D-272B-4763-AE2F-7CB458CE4700}"/>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7EC3697A-D827-4FC8-BCA2-E084E45DC5D7}"/>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9493DB65-85D3-45EB-ACEC-EC1E048EA750}"/>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1375930-7387-48B3-B884-77DB7E262021}"/>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17317871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5AA9EC-2AEC-49B1-A950-1A0CFF88D586}"/>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327B537-0FB4-4069-8EBF-9136C29B5FA8}"/>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08B48D4E-CA89-491B-9472-98A150076EF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Land cover</a:t>
            </a:r>
          </a:p>
        </p:txBody>
      </p:sp>
      <p:sp>
        <p:nvSpPr>
          <p:cNvPr id="4" name="">
            <a:extLst xmlns:a="http://schemas.openxmlformats.org/drawingml/2006/main">
              <a:ext uri="{FF2B5EF4-FFF2-40B4-BE49-F238E27FC236}">
                <a16:creationId xmlns:a16="http://schemas.microsoft.com/office/drawing/2014/main" id="{87E8235F-0FC9-4460-A98B-967C7C9257F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14906BF5-EA01-4A65-AD75-6C756F6ABAC0}"/>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Change</a:t>
            </a:r>
          </a:p>
        </p:txBody>
      </p:sp>
      <p:sp>
        <p:nvSpPr>
          <p:cNvPr id="6" name="">
            <a:extLst xmlns:a="http://schemas.openxmlformats.org/drawingml/2006/main">
              <a:ext uri="{FF2B5EF4-FFF2-40B4-BE49-F238E27FC236}">
                <a16:creationId xmlns:a16="http://schemas.microsoft.com/office/drawing/2014/main" id="{2AE740C4-C055-40EC-8999-AF4D0B4CF8E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46901B72-71CA-47E5-8FCA-667A2058CE59}"/>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Ground truth</a:t>
            </a:r>
          </a:p>
        </p:txBody>
      </p:sp>
      <p:sp>
        <p:nvSpPr>
          <p:cNvPr id="8" name="">
            <a:extLst xmlns:a="http://schemas.openxmlformats.org/drawingml/2006/main">
              <a:ext uri="{FF2B5EF4-FFF2-40B4-BE49-F238E27FC236}">
                <a16:creationId xmlns:a16="http://schemas.microsoft.com/office/drawing/2014/main" id="{E8580220-C1BD-43BD-9286-A628FFFB2DC9}"/>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0A7005B1-F01C-4B7E-A6A3-CFB1F4713F4C}"/>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Tenure boundary</a:t>
            </a:r>
          </a:p>
        </p:txBody>
      </p:sp>
      <p:sp>
        <p:nvSpPr>
          <p:cNvPr id="10" name="">
            <a:extLst xmlns:a="http://schemas.openxmlformats.org/drawingml/2006/main">
              <a:ext uri="{FF2B5EF4-FFF2-40B4-BE49-F238E27FC236}">
                <a16:creationId xmlns:a16="http://schemas.microsoft.com/office/drawing/2014/main" id="{D41B8956-D8F8-466A-8522-10876FD1E74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A9071D8-A9B1-4E3D-810E-CD21BAC0883C}"/>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Authority</a:t>
            </a:r>
          </a:p>
        </p:txBody>
      </p:sp>
      <p:sp>
        <p:nvSpPr>
          <p:cNvPr id="12" name="">
            <a:extLst xmlns:a="http://schemas.openxmlformats.org/drawingml/2006/main">
              <a:ext uri="{FF2B5EF4-FFF2-40B4-BE49-F238E27FC236}">
                <a16:creationId xmlns:a16="http://schemas.microsoft.com/office/drawing/2014/main" id="{830F4A3B-EE53-4E2F-AFE2-1F4B26A90A4C}"/>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067462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2026-09-04T15:40:13.6630000Z</dcterms:created>
  <dcterms:modified xsi:type="dcterms:W3CDTF">2026-09-04T15:40:13.6630000Z</dcterms:modified>
</coreProperties>
</file>