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e8ad6f185b4a4c" /><Relationship Type="http://schemas.openxmlformats.org/officeDocument/2006/relationships/extended-properties" Target="/docProps/app.xml" Id="R075b2331a6da4515" /><Relationship Type="http://schemas.openxmlformats.org/officeDocument/2006/relationships/officeDocument" Target="/ppt/presentation.xml" Id="R9c202cd98f2e4dff" /></Relationships>
</file>

<file path=ppt/presentation.xml><?xml version="1.0" encoding="utf-8"?>
<p:presentation xmlns:p="http://schemas.openxmlformats.org/presentationml/2006/main">
  <p:sldMasterIdLst>
    <p:sldMasterId xmlns:r="http://schemas.openxmlformats.org/officeDocument/2006/relationships" id="2147483648" r:id="R67a5953fa3d24123"/>
  </p:sldMasterIdLst>
  <p:notesMasterIdLst>
    <p:notesMasterId xmlns:r="http://schemas.openxmlformats.org/officeDocument/2006/relationships" r:id="R84b9ff9704274874"/>
  </p:notesMasterIdLst>
  <p:sldIdLst>
    <p:sldId xmlns:r="http://schemas.openxmlformats.org/officeDocument/2006/relationships" id="256" r:id="Rcd48792bd95641fa"/>
    <p:sldId xmlns:r="http://schemas.openxmlformats.org/officeDocument/2006/relationships" id="257" r:id="R57e9b187a3954639"/>
    <p:sldId xmlns:r="http://schemas.openxmlformats.org/officeDocument/2006/relationships" id="258" r:id="R7cd7f02d7e3245c3"/>
    <p:sldId xmlns:r="http://schemas.openxmlformats.org/officeDocument/2006/relationships" id="259" r:id="R2bcdd8414f2742f8"/>
    <p:sldId xmlns:r="http://schemas.openxmlformats.org/officeDocument/2006/relationships" id="260" r:id="R8a4ce0e326b84a7b"/>
    <p:sldId xmlns:r="http://schemas.openxmlformats.org/officeDocument/2006/relationships" id="261" r:id="Rb84d01a7cf19442e"/>
    <p:sldId xmlns:r="http://schemas.openxmlformats.org/officeDocument/2006/relationships" id="262" r:id="Rd3b87e071fde4be2"/>
    <p:sldId xmlns:r="http://schemas.openxmlformats.org/officeDocument/2006/relationships" id="263" r:id="Re935bd82550940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a315532cd94f83" /><Relationship Type="http://schemas.openxmlformats.org/officeDocument/2006/relationships/slideMaster" Target="/ppt/slideMasters/slideMaster1.xml" Id="R67a5953fa3d24123" /><Relationship Type="http://schemas.openxmlformats.org/officeDocument/2006/relationships/notesMaster" Target="/ppt/notesMasters/notesMaster1.xml" Id="R84b9ff9704274874" /><Relationship Type="http://schemas.openxmlformats.org/officeDocument/2006/relationships/presProps" Target="/ppt/presProps.xml" Id="R17e17c56d913480d" /><Relationship Type="http://schemas.openxmlformats.org/officeDocument/2006/relationships/tableStyles" Target="/ppt/tableStyles.xml" Id="Rde93b5d0af384ffe" /><Relationship Type="http://schemas.openxmlformats.org/officeDocument/2006/relationships/slide" Target="/ppt/slides/slide1.xml" Id="Rcd48792bd95641fa" /><Relationship Type="http://schemas.openxmlformats.org/officeDocument/2006/relationships/slide" Target="/ppt/slides/slide2.xml" Id="R57e9b187a3954639" /><Relationship Type="http://schemas.openxmlformats.org/officeDocument/2006/relationships/slide" Target="/ppt/slides/slide3.xml" Id="R7cd7f02d7e3245c3" /><Relationship Type="http://schemas.openxmlformats.org/officeDocument/2006/relationships/slide" Target="/ppt/slides/slide4.xml" Id="R2bcdd8414f2742f8" /><Relationship Type="http://schemas.openxmlformats.org/officeDocument/2006/relationships/slide" Target="/ppt/slides/slide5.xml" Id="R8a4ce0e326b84a7b" /><Relationship Type="http://schemas.openxmlformats.org/officeDocument/2006/relationships/slide" Target="/ppt/slides/slide6.xml" Id="Rb84d01a7cf19442e" /><Relationship Type="http://schemas.openxmlformats.org/officeDocument/2006/relationships/slide" Target="/ppt/slides/slide7.xml" Id="Rd3b87e071fde4be2" /><Relationship Type="http://schemas.openxmlformats.org/officeDocument/2006/relationships/slide" Target="/ppt/slides/slide8.xml" Id="Re935bd82550940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61c231f1fe4a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8c4e01be8c488f" /><Relationship Type="http://schemas.openxmlformats.org/officeDocument/2006/relationships/notesMaster" Target="/ppt/notesMasters/notesMaster1.xml" Id="R6f2af57114424d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c628e370fa4cdc" /><Relationship Type="http://schemas.openxmlformats.org/officeDocument/2006/relationships/notesMaster" Target="/ppt/notesMasters/notesMaster1.xml" Id="R01bca6752a4544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3d354c034548c7" /><Relationship Type="http://schemas.openxmlformats.org/officeDocument/2006/relationships/notesMaster" Target="/ppt/notesMasters/notesMaster1.xml" Id="R0580b09bfb2648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122f4c7e344ab7" /><Relationship Type="http://schemas.openxmlformats.org/officeDocument/2006/relationships/notesMaster" Target="/ppt/notesMasters/notesMaster1.xml" Id="Rd993f1569a8545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ee7895d2b44909" /><Relationship Type="http://schemas.openxmlformats.org/officeDocument/2006/relationships/notesMaster" Target="/ppt/notesMasters/notesMaster1.xml" Id="R72f6e6bfde7949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0da4e3d2134a1a" /><Relationship Type="http://schemas.openxmlformats.org/officeDocument/2006/relationships/notesMaster" Target="/ppt/notesMasters/notesMaster1.xml" Id="R7af3b3355dce44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bf1d1055844e44" /><Relationship Type="http://schemas.openxmlformats.org/officeDocument/2006/relationships/notesMaster" Target="/ppt/notesMasters/notesMaster1.xml" Id="R070e4723e89b41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6f8fd3ba2b4f29" /><Relationship Type="http://schemas.openxmlformats.org/officeDocument/2006/relationships/notesMaster" Target="/ppt/notesMasters/notesMaster1.xml" Id="Reecafcb799094a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Teachers Where Learners Need Them. This lesson begins with one principle: teacher deployment must connect learner need, equity, and feasible authority.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Teacher deployment must connect learner need, equity, and feasible authority. The five controls shown here are Enrolment, Workload, Subject need, Equity, Feasibility.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enrolment, move through workload and subject need, and finish with equity and feasibility.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A district compares learner demand and subject shortages before proposing teacher reallocation.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and test a transparent teacher-deployment scenario.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enrolment clear? Is workload documented? Is subject need testable? Is equity governed? And is feasibility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a6312f29304a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48bc3d8fbd4386" /><Relationship Type="http://schemas.openxmlformats.org/officeDocument/2006/relationships/slideLayout" Target="/ppt/slideLayouts/slideLayout1.xml" Id="R1be23903990c4a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e23903990c4a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353523f40e44f5a" /><Relationship Type="http://schemas.openxmlformats.org/officeDocument/2006/relationships/notesSlide" Target="/ppt/notesSlides/notesSlide1.xml" Id="R5a65b86f256749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3107636ac346d7" /><Relationship Type="http://schemas.openxmlformats.org/officeDocument/2006/relationships/notesSlide" Target="/ppt/notesSlides/notesSlide2.xml" Id="Rf67d7644c2444a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e01e6812c9d4a18" /><Relationship Type="http://schemas.openxmlformats.org/officeDocument/2006/relationships/notesSlide" Target="/ppt/notesSlides/notesSlide3.xml" Id="Rd5685de9cd9649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ee5856c44d8449c" /><Relationship Type="http://schemas.openxmlformats.org/officeDocument/2006/relationships/notesSlide" Target="/ppt/notesSlides/notesSlide4.xml" Id="Racdebf26a7f641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971478fd564bc5" /><Relationship Type="http://schemas.openxmlformats.org/officeDocument/2006/relationships/notesSlide" Target="/ppt/notesSlides/notesSlide5.xml" Id="R13e77bb2528241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e935187b864516" /><Relationship Type="http://schemas.openxmlformats.org/officeDocument/2006/relationships/notesSlide" Target="/ppt/notesSlides/notesSlide6.xml" Id="Rb65b6bfa1d614b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28ad0596b64f07" /><Relationship Type="http://schemas.openxmlformats.org/officeDocument/2006/relationships/notesSlide" Target="/ppt/notesSlides/notesSlide7.xml" Id="R56c16b30430f44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2e750360f74553" /><Relationship Type="http://schemas.openxmlformats.org/officeDocument/2006/relationships/notesSlide" Target="/ppt/notesSlides/notesSlide8.xml" Id="Re2f8d3f8b0434a23"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13C7BE-6F4D-4F56-BF96-71F7E9B8A73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9DD17BE6-A465-42FA-96B2-E495633996A7}"/>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83786AD2-CFA2-4A00-AD18-E0C9C04EEFBE}"/>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DA554C0C-6C42-4D2F-A1C6-0D2B1F6B8B9A}"/>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E497CF6E-91C3-41B5-B1F6-A321647D143D}"/>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TEACHERS WHERE LEARNERS NEED THEM</a:t>
            </a:r>
          </a:p>
        </p:txBody>
      </p:sp>
      <p:sp>
        <p:nvSpPr>
          <p:cNvPr id="6" name="">
            <a:extLst xmlns:a="http://schemas.openxmlformats.org/drawingml/2006/main">
              <a:ext uri="{FF2B5EF4-FFF2-40B4-BE49-F238E27FC236}">
                <a16:creationId xmlns:a16="http://schemas.microsoft.com/office/drawing/2014/main" id="{44B872F9-421E-4DA5-A38C-126292C624D2}"/>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Teacher deployment must connect learner need, equity, and feasible authority.</a:t>
            </a:r>
          </a:p>
        </p:txBody>
      </p:sp>
      <p:sp>
        <p:nvSpPr>
          <p:cNvPr id="7" name="">
            <a:extLst xmlns:a="http://schemas.openxmlformats.org/drawingml/2006/main">
              <a:ext uri="{FF2B5EF4-FFF2-40B4-BE49-F238E27FC236}">
                <a16:creationId xmlns:a16="http://schemas.microsoft.com/office/drawing/2014/main" id="{E81961CD-DE29-4ECD-939C-44EE82C4ED9C}"/>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V7_C_N02</a:t>
            </a:r>
          </a:p>
        </p:txBody>
      </p:sp>
      <p:sp>
        <p:nvSpPr>
          <p:cNvPr id="8" name="">
            <a:extLst xmlns:a="http://schemas.openxmlformats.org/drawingml/2006/main">
              <a:ext uri="{FF2B5EF4-FFF2-40B4-BE49-F238E27FC236}">
                <a16:creationId xmlns:a16="http://schemas.microsoft.com/office/drawing/2014/main" id="{D000A161-71D3-4F24-8B6C-B6C1A46BE232}"/>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PU-B07-C37</a:t>
            </a:r>
          </a:p>
        </p:txBody>
      </p:sp>
      <p:sp>
        <p:nvSpPr>
          <p:cNvPr id="9" name="">
            <a:extLst xmlns:a="http://schemas.openxmlformats.org/drawingml/2006/main">
              <a:ext uri="{FF2B5EF4-FFF2-40B4-BE49-F238E27FC236}">
                <a16:creationId xmlns:a16="http://schemas.microsoft.com/office/drawing/2014/main" id="{99206163-28A8-49AA-A738-A43F4DAEE144}"/>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CEAB0788-4D76-46E1-8352-5921BC85F248}"/>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748813560"/>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5C988C7-C9DA-470C-9863-48280859885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V7_C_N02</a:t>
            </a:r>
          </a:p>
        </p:txBody>
      </p:sp>
      <p:sp>
        <p:nvSpPr>
          <p:cNvPr id="2" name="">
            <a:extLst xmlns:a="http://schemas.openxmlformats.org/drawingml/2006/main">
              <a:ext uri="{FF2B5EF4-FFF2-40B4-BE49-F238E27FC236}">
                <a16:creationId xmlns:a16="http://schemas.microsoft.com/office/drawing/2014/main" id="{F89C9A4E-EDFE-4CB5-8540-7D6FD8BA5E5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C6885A8B-DB2C-4774-B185-703152DB2FA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5FFB9CD-5430-4D36-9FB5-EA19B4A096A6}"/>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3315F479-C241-45BA-B644-98E7285538E8}"/>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Teacher deployment must connect learner need, equity, and feasible authority.</a:t>
            </a:r>
          </a:p>
        </p:txBody>
      </p:sp>
      <p:sp>
        <p:nvSpPr>
          <p:cNvPr id="6" name="">
            <a:extLst xmlns:a="http://schemas.openxmlformats.org/drawingml/2006/main">
              <a:ext uri="{FF2B5EF4-FFF2-40B4-BE49-F238E27FC236}">
                <a16:creationId xmlns:a16="http://schemas.microsoft.com/office/drawing/2014/main" id="{D6C6FF1B-DBD6-4550-AE71-499028B97F56}"/>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46F5A9CD-DBFE-42B9-886B-245C37D2EB00}"/>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2470D25B-7EAD-4563-A7B6-D045B1AAE11F}"/>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Enrolment</a:t>
            </a:r>
          </a:p>
        </p:txBody>
      </p:sp>
      <p:sp>
        <p:nvSpPr>
          <p:cNvPr id="9" name="">
            <a:extLst xmlns:a="http://schemas.openxmlformats.org/drawingml/2006/main">
              <a:ext uri="{FF2B5EF4-FFF2-40B4-BE49-F238E27FC236}">
                <a16:creationId xmlns:a16="http://schemas.microsoft.com/office/drawing/2014/main" id="{09E8779D-232A-4ADD-B7C4-2705F4A3BA5F}"/>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898CF732-29DF-44DF-96F1-60EBC53C7C11}"/>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Workload</a:t>
            </a:r>
          </a:p>
        </p:txBody>
      </p:sp>
      <p:sp>
        <p:nvSpPr>
          <p:cNvPr id="11" name="">
            <a:extLst xmlns:a="http://schemas.openxmlformats.org/drawingml/2006/main">
              <a:ext uri="{FF2B5EF4-FFF2-40B4-BE49-F238E27FC236}">
                <a16:creationId xmlns:a16="http://schemas.microsoft.com/office/drawing/2014/main" id="{B6CB99B3-6E72-4FCF-B24C-D4776E79F73E}"/>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4D2D08BD-C58F-42E7-833C-D7B5327D350F}"/>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Subject need</a:t>
            </a:r>
          </a:p>
        </p:txBody>
      </p:sp>
      <p:sp>
        <p:nvSpPr>
          <p:cNvPr id="13" name="">
            <a:extLst xmlns:a="http://schemas.openxmlformats.org/drawingml/2006/main">
              <a:ext uri="{FF2B5EF4-FFF2-40B4-BE49-F238E27FC236}">
                <a16:creationId xmlns:a16="http://schemas.microsoft.com/office/drawing/2014/main" id="{79A57B32-18BC-4BAC-9197-F9CF1E1185A9}"/>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F6C212C5-F255-48D8-B888-E3529DEA0EB0}"/>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Equity</a:t>
            </a:r>
          </a:p>
        </p:txBody>
      </p:sp>
      <p:sp>
        <p:nvSpPr>
          <p:cNvPr id="15" name="">
            <a:extLst xmlns:a="http://schemas.openxmlformats.org/drawingml/2006/main">
              <a:ext uri="{FF2B5EF4-FFF2-40B4-BE49-F238E27FC236}">
                <a16:creationId xmlns:a16="http://schemas.microsoft.com/office/drawing/2014/main" id="{AAD21C5D-89F1-49F7-98B2-D3A1989C99FA}"/>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7834F7BE-FEB8-4693-B8E5-46757D444784}"/>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Feasibility</a:t>
            </a:r>
          </a:p>
        </p:txBody>
      </p:sp>
      <p:sp>
        <p:nvSpPr>
          <p:cNvPr id="17" name="">
            <a:extLst xmlns:a="http://schemas.openxmlformats.org/drawingml/2006/main">
              <a:ext uri="{FF2B5EF4-FFF2-40B4-BE49-F238E27FC236}">
                <a16:creationId xmlns:a16="http://schemas.microsoft.com/office/drawing/2014/main" id="{9F67EE1D-550E-4950-8DF1-A74EB5032C9B}"/>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485919148"/>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0D88A3E-E7D4-4D57-9AE8-9BFE33443D0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V7_C_N02</a:t>
            </a:r>
          </a:p>
        </p:txBody>
      </p:sp>
      <p:sp>
        <p:nvSpPr>
          <p:cNvPr id="2" name="">
            <a:extLst xmlns:a="http://schemas.openxmlformats.org/drawingml/2006/main">
              <a:ext uri="{FF2B5EF4-FFF2-40B4-BE49-F238E27FC236}">
                <a16:creationId xmlns:a16="http://schemas.microsoft.com/office/drawing/2014/main" id="{CD5B72A8-42DB-4C68-8709-EED7EBA8668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86D80470-2B0D-43E4-BB85-811D592C26A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A3FA306-887A-49CB-9E4E-26B7A5107EF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839A889F-4130-4F79-A728-91341DC3A265}"/>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AEE24D41-E15F-4CD1-B8B7-FD8D7628713D}"/>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4186854D-A496-47C3-B8C1-FB222B576732}"/>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Enrolment</a:t>
            </a:r>
          </a:p>
        </p:txBody>
      </p:sp>
      <p:sp>
        <p:nvSpPr>
          <p:cNvPr id="8" name="">
            <a:extLst xmlns:a="http://schemas.openxmlformats.org/drawingml/2006/main">
              <a:ext uri="{FF2B5EF4-FFF2-40B4-BE49-F238E27FC236}">
                <a16:creationId xmlns:a16="http://schemas.microsoft.com/office/drawing/2014/main" id="{90E945EB-CAF5-449C-90C6-47BE410A74ED}"/>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52A59FC1-D670-4A0E-B709-2FB2FF5F59C8}"/>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32B86E14-475B-441B-8D3C-176BEFEF51B3}"/>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Workload</a:t>
            </a:r>
          </a:p>
        </p:txBody>
      </p:sp>
      <p:sp>
        <p:nvSpPr>
          <p:cNvPr id="11" name="">
            <a:extLst xmlns:a="http://schemas.openxmlformats.org/drawingml/2006/main">
              <a:ext uri="{FF2B5EF4-FFF2-40B4-BE49-F238E27FC236}">
                <a16:creationId xmlns:a16="http://schemas.microsoft.com/office/drawing/2014/main" id="{C52428F7-3E97-4F89-9F66-9F4FB82D403B}"/>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E8A38D05-E199-4EE9-ACA4-6CF7C7137862}"/>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A8D2A35B-CF79-4C9D-85B1-8B84DF5CEA9A}"/>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Subject need</a:t>
            </a:r>
          </a:p>
        </p:txBody>
      </p:sp>
      <p:sp>
        <p:nvSpPr>
          <p:cNvPr id="14" name="">
            <a:extLst xmlns:a="http://schemas.openxmlformats.org/drawingml/2006/main">
              <a:ext uri="{FF2B5EF4-FFF2-40B4-BE49-F238E27FC236}">
                <a16:creationId xmlns:a16="http://schemas.microsoft.com/office/drawing/2014/main" id="{825A81E7-5990-4023-A77E-5857550CA2C0}"/>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4821F118-281D-4C48-A18E-E3BA055DDEB3}"/>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679D17EE-744E-46F1-87D4-C87819E6C481}"/>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Equity</a:t>
            </a:r>
          </a:p>
        </p:txBody>
      </p:sp>
      <p:sp>
        <p:nvSpPr>
          <p:cNvPr id="17" name="">
            <a:extLst xmlns:a="http://schemas.openxmlformats.org/drawingml/2006/main">
              <a:ext uri="{FF2B5EF4-FFF2-40B4-BE49-F238E27FC236}">
                <a16:creationId xmlns:a16="http://schemas.microsoft.com/office/drawing/2014/main" id="{4380A804-2782-4FD0-B6F2-CC76420423FB}"/>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EF770CB8-A6D5-4672-9A5D-368D6133A9CF}"/>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7F18A173-9EE7-4DAB-B45F-26E683622D5F}"/>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Feasibility</a:t>
            </a:r>
          </a:p>
        </p:txBody>
      </p:sp>
      <p:sp>
        <p:nvSpPr>
          <p:cNvPr id="20" name="">
            <a:extLst xmlns:a="http://schemas.openxmlformats.org/drawingml/2006/main">
              <a:ext uri="{FF2B5EF4-FFF2-40B4-BE49-F238E27FC236}">
                <a16:creationId xmlns:a16="http://schemas.microsoft.com/office/drawing/2014/main" id="{01D52B13-DA2E-435A-9397-B0D4B7052501}"/>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848395964"/>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A56FAE-EC6B-4265-9835-8FA6A64A3C8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V7_C_N02</a:t>
            </a:r>
          </a:p>
        </p:txBody>
      </p:sp>
      <p:sp>
        <p:nvSpPr>
          <p:cNvPr id="2" name="">
            <a:extLst xmlns:a="http://schemas.openxmlformats.org/drawingml/2006/main">
              <a:ext uri="{FF2B5EF4-FFF2-40B4-BE49-F238E27FC236}">
                <a16:creationId xmlns:a16="http://schemas.microsoft.com/office/drawing/2014/main" id="{A9F7662C-BC6D-4379-8A72-F82FBCF5F1F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419DE184-537D-4537-AF8B-34F6214F3C87}"/>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696F17F-B1D2-46B5-BCFD-F3AD9AC47E7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C9991F98-9190-41DF-B018-BB7FEC8387DA}"/>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6124547D-F54B-4D86-A299-40101AEA040D}"/>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64CFA425-5F69-48EF-BD2C-3761A4AA909D}"/>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district compares learner demand and subject shortages before proposing teacher reallocation.</a:t>
            </a:r>
          </a:p>
        </p:txBody>
      </p:sp>
      <p:sp>
        <p:nvSpPr>
          <p:cNvPr id="8" name="">
            <a:extLst xmlns:a="http://schemas.openxmlformats.org/drawingml/2006/main">
              <a:ext uri="{FF2B5EF4-FFF2-40B4-BE49-F238E27FC236}">
                <a16:creationId xmlns:a16="http://schemas.microsoft.com/office/drawing/2014/main" id="{EFC26CBF-2005-4C4A-8300-11C11ADD3E4D}"/>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CB197026-A99B-42CC-B7C2-5FEEA9A48DEA}"/>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B01D74D7-2DF4-4AB0-9EDC-88C2252043D7}"/>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CFA41EA0-874A-4FC5-84BE-F98391911EBB}"/>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235830781"/>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0828EAD-9FC2-40D4-A87B-EB8ACDA4508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V7_C_N02</a:t>
            </a:r>
          </a:p>
        </p:txBody>
      </p:sp>
      <p:sp>
        <p:nvSpPr>
          <p:cNvPr id="2" name="">
            <a:extLst xmlns:a="http://schemas.openxmlformats.org/drawingml/2006/main">
              <a:ext uri="{FF2B5EF4-FFF2-40B4-BE49-F238E27FC236}">
                <a16:creationId xmlns:a16="http://schemas.microsoft.com/office/drawing/2014/main" id="{46EFF322-9D38-4F88-A519-CAC870B2FAE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DCE17254-23D5-44B7-95B8-0CF682591AE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8E39FA2-F5F5-42DC-9879-BECF857183E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696DDF7E-215C-4023-9C10-7F875E8B3D73}"/>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and test a transparent teacher-deployment scenario.</a:t>
            </a:r>
          </a:p>
        </p:txBody>
      </p:sp>
      <p:sp>
        <p:nvSpPr>
          <p:cNvPr id="6" name="">
            <a:extLst xmlns:a="http://schemas.openxmlformats.org/drawingml/2006/main">
              <a:ext uri="{FF2B5EF4-FFF2-40B4-BE49-F238E27FC236}">
                <a16:creationId xmlns:a16="http://schemas.microsoft.com/office/drawing/2014/main" id="{3C457F95-E27E-4B1A-A31C-747721F7FD81}"/>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E5259D68-BCDB-4DEE-BBEF-D6B6D074E33D}"/>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94FD9382-5484-4D72-9A5D-DE9A03E1F53A}"/>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0FCCCE05-C013-44DE-8923-77ED7C17B6EB}"/>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83245C20-C8D8-4C28-AEA8-5C61A10204F9}"/>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B93DB2E1-EF2E-4417-BCED-2D725408D1E6}"/>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822B6AF3-D74C-4CA3-B3D7-09F1FE85C182}"/>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0AD06ABA-BDC6-4294-B7CC-0014CC2B7846}"/>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C84A7810-613F-45EF-92B6-25CBE71DCA8E}"/>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6A716542-17B3-43BB-B7AE-47C651DB5143}"/>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2CD3C894-0F63-451D-BA01-B7E97BDCE805}"/>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7543302F-56EF-489B-9DC6-94CF58EC3E62}"/>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777070748"/>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8098A40-059D-4237-BF2E-FF9019D0332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V7_C_N02</a:t>
            </a:r>
          </a:p>
        </p:txBody>
      </p:sp>
      <p:sp>
        <p:nvSpPr>
          <p:cNvPr id="2" name="">
            <a:extLst xmlns:a="http://schemas.openxmlformats.org/drawingml/2006/main">
              <a:ext uri="{FF2B5EF4-FFF2-40B4-BE49-F238E27FC236}">
                <a16:creationId xmlns:a16="http://schemas.microsoft.com/office/drawing/2014/main" id="{218AF844-11B3-4002-9451-8AC5731A12D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891E6BCA-242D-4F02-BCD9-B3E915FD5F5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E9E3E4C-9B78-4520-ADFF-CEC2FD41C9A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FABE81DC-F245-469D-A450-1CC09F803F00}"/>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8529A469-53FB-40B0-9C24-44012A162D28}"/>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D3205005-14DD-4DE6-9FCA-DFE286870477}"/>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B87A1186-F0BC-498D-822B-FF5AA3332012}"/>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236389EB-A418-4B12-B75B-641616456A7C}"/>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7A24687A-0BBB-4759-A8A8-FB11D309D83F}"/>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372EA324-2351-4AFF-96D0-B2A817501B89}"/>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E78209AF-5099-4D7D-877E-C5D080E5ABD4}"/>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03DC0E97-B5B3-4F22-AFD7-B9FE5CAC5AA5}"/>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FF54AC2C-870B-4A83-BF1A-0F14A09A5112}"/>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289168088"/>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3E851B-9D71-4FFB-997F-E5F64980623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V7_C_N02</a:t>
            </a:r>
          </a:p>
        </p:txBody>
      </p:sp>
      <p:sp>
        <p:nvSpPr>
          <p:cNvPr id="2" name="">
            <a:extLst xmlns:a="http://schemas.openxmlformats.org/drawingml/2006/main">
              <a:ext uri="{FF2B5EF4-FFF2-40B4-BE49-F238E27FC236}">
                <a16:creationId xmlns:a16="http://schemas.microsoft.com/office/drawing/2014/main" id="{D20C7C61-D69D-42D5-A505-329ECF33CB9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3B9A163F-EDF0-4E31-9C45-279896E0507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FA8DE26-A0D6-4CF2-864B-D0CFAF19910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64AC9409-F78F-4B16-9EB1-BCA9AB9CC42E}"/>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8BE22D06-5162-4585-B349-3B2CB41FA598}"/>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A1B11736-9600-4CA9-B2B7-B83D4C19FB2A}"/>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F253ECFF-6432-4387-A409-BE06B55A0494}"/>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9951CFAC-50DB-4451-AA40-D8C6ABA100DD}"/>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483D4B9F-F4C4-43E9-B3AA-7B871C0803C3}"/>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596128755"/>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1681415-6D0D-40C4-8338-4144880A0922}"/>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FD7A13D0-EBA5-4CBC-B564-94E9211F801F}"/>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F3401EC1-6A97-49E5-AE5D-AAF119F24C38}"/>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Enrolment</a:t>
            </a:r>
          </a:p>
        </p:txBody>
      </p:sp>
      <p:sp>
        <p:nvSpPr>
          <p:cNvPr id="4" name="">
            <a:extLst xmlns:a="http://schemas.openxmlformats.org/drawingml/2006/main">
              <a:ext uri="{FF2B5EF4-FFF2-40B4-BE49-F238E27FC236}">
                <a16:creationId xmlns:a16="http://schemas.microsoft.com/office/drawing/2014/main" id="{CEF98512-9E9E-4EE0-96C9-FC7BCB066984}"/>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31AE8556-1249-486E-89EA-32F6804D3D46}"/>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Workload</a:t>
            </a:r>
          </a:p>
        </p:txBody>
      </p:sp>
      <p:sp>
        <p:nvSpPr>
          <p:cNvPr id="6" name="">
            <a:extLst xmlns:a="http://schemas.openxmlformats.org/drawingml/2006/main">
              <a:ext uri="{FF2B5EF4-FFF2-40B4-BE49-F238E27FC236}">
                <a16:creationId xmlns:a16="http://schemas.microsoft.com/office/drawing/2014/main" id="{4844F474-7838-44E5-9711-7CE0CEB203E8}"/>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0F659FED-12E7-41DF-82A8-61BAB8FE2795}"/>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Subject need</a:t>
            </a:r>
          </a:p>
        </p:txBody>
      </p:sp>
      <p:sp>
        <p:nvSpPr>
          <p:cNvPr id="8" name="">
            <a:extLst xmlns:a="http://schemas.openxmlformats.org/drawingml/2006/main">
              <a:ext uri="{FF2B5EF4-FFF2-40B4-BE49-F238E27FC236}">
                <a16:creationId xmlns:a16="http://schemas.microsoft.com/office/drawing/2014/main" id="{34195324-E941-4187-8F69-289F3D36219A}"/>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9D8ED659-5447-4DD8-AFB1-62DFD912F462}"/>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Equity</a:t>
            </a:r>
          </a:p>
        </p:txBody>
      </p:sp>
      <p:sp>
        <p:nvSpPr>
          <p:cNvPr id="10" name="">
            <a:extLst xmlns:a="http://schemas.openxmlformats.org/drawingml/2006/main">
              <a:ext uri="{FF2B5EF4-FFF2-40B4-BE49-F238E27FC236}">
                <a16:creationId xmlns:a16="http://schemas.microsoft.com/office/drawing/2014/main" id="{70844375-A16C-4B4F-8A50-80C7F47C1C18}"/>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2CBD87CD-C070-4E6F-AA0D-E19A7E533641}"/>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Feasibility</a:t>
            </a:r>
          </a:p>
        </p:txBody>
      </p:sp>
      <p:sp>
        <p:nvSpPr>
          <p:cNvPr id="12" name="">
            <a:extLst xmlns:a="http://schemas.openxmlformats.org/drawingml/2006/main">
              <a:ext uri="{FF2B5EF4-FFF2-40B4-BE49-F238E27FC236}">
                <a16:creationId xmlns:a16="http://schemas.microsoft.com/office/drawing/2014/main" id="{632BAF0A-5DED-46C1-B031-F2A0225778FE}"/>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7961918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2026-09-04T15:25:23.3060000Z</dcterms:created>
  <dcterms:modified xsi:type="dcterms:W3CDTF">2026-09-04T15:25:23.3060000Z</dcterms:modified>
</coreProperties>
</file>