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45ef69564724f09" /><Relationship Type="http://schemas.openxmlformats.org/officeDocument/2006/relationships/extended-properties" Target="/docProps/app.xml" Id="R4782fd957bbe4c5f" /><Relationship Type="http://schemas.openxmlformats.org/officeDocument/2006/relationships/officeDocument" Target="/ppt/presentation.xml" Id="R89f76b8551574387" /></Relationships>
</file>

<file path=ppt/presentation.xml><?xml version="1.0" encoding="utf-8"?>
<p:presentation xmlns:p="http://schemas.openxmlformats.org/presentationml/2006/main">
  <p:sldMasterIdLst>
    <p:sldMasterId xmlns:r="http://schemas.openxmlformats.org/officeDocument/2006/relationships" id="2147483648" r:id="Ra201546e9abd42f4"/>
  </p:sldMasterIdLst>
  <p:notesMasterIdLst>
    <p:notesMasterId xmlns:r="http://schemas.openxmlformats.org/officeDocument/2006/relationships" r:id="R87139565ad5646e9"/>
  </p:notesMasterIdLst>
  <p:sldIdLst>
    <p:sldId xmlns:r="http://schemas.openxmlformats.org/officeDocument/2006/relationships" id="256" r:id="R651dad77fa4247a0"/>
    <p:sldId xmlns:r="http://schemas.openxmlformats.org/officeDocument/2006/relationships" id="257" r:id="R9a621e4aa4b84cdd"/>
    <p:sldId xmlns:r="http://schemas.openxmlformats.org/officeDocument/2006/relationships" id="258" r:id="Rec71030db750471e"/>
    <p:sldId xmlns:r="http://schemas.openxmlformats.org/officeDocument/2006/relationships" id="259" r:id="Rb9729d614c4544af"/>
    <p:sldId xmlns:r="http://schemas.openxmlformats.org/officeDocument/2006/relationships" id="260" r:id="Raf640db4dc4f4a60"/>
    <p:sldId xmlns:r="http://schemas.openxmlformats.org/officeDocument/2006/relationships" id="261" r:id="Rbd7c48a56d4d4f61"/>
    <p:sldId xmlns:r="http://schemas.openxmlformats.org/officeDocument/2006/relationships" id="262" r:id="R60e18ae583ea436e"/>
    <p:sldId xmlns:r="http://schemas.openxmlformats.org/officeDocument/2006/relationships" id="263" r:id="R13aee66229c840e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8db4649a5734abf" /><Relationship Type="http://schemas.openxmlformats.org/officeDocument/2006/relationships/slideMaster" Target="/ppt/slideMasters/slideMaster1.xml" Id="Ra201546e9abd42f4" /><Relationship Type="http://schemas.openxmlformats.org/officeDocument/2006/relationships/notesMaster" Target="/ppt/notesMasters/notesMaster1.xml" Id="R87139565ad5646e9" /><Relationship Type="http://schemas.openxmlformats.org/officeDocument/2006/relationships/presProps" Target="/ppt/presProps.xml" Id="Rc2da530711594901" /><Relationship Type="http://schemas.openxmlformats.org/officeDocument/2006/relationships/tableStyles" Target="/ppt/tableStyles.xml" Id="Rcec3ba1729c743cd" /><Relationship Type="http://schemas.openxmlformats.org/officeDocument/2006/relationships/slide" Target="/ppt/slides/slide1.xml" Id="R651dad77fa4247a0" /><Relationship Type="http://schemas.openxmlformats.org/officeDocument/2006/relationships/slide" Target="/ppt/slides/slide2.xml" Id="R9a621e4aa4b84cdd" /><Relationship Type="http://schemas.openxmlformats.org/officeDocument/2006/relationships/slide" Target="/ppt/slides/slide3.xml" Id="Rec71030db750471e" /><Relationship Type="http://schemas.openxmlformats.org/officeDocument/2006/relationships/slide" Target="/ppt/slides/slide4.xml" Id="Rb9729d614c4544af" /><Relationship Type="http://schemas.openxmlformats.org/officeDocument/2006/relationships/slide" Target="/ppt/slides/slide5.xml" Id="Raf640db4dc4f4a60" /><Relationship Type="http://schemas.openxmlformats.org/officeDocument/2006/relationships/slide" Target="/ppt/slides/slide6.xml" Id="Rbd7c48a56d4d4f61" /><Relationship Type="http://schemas.openxmlformats.org/officeDocument/2006/relationships/slide" Target="/ppt/slides/slide7.xml" Id="R60e18ae583ea436e" /><Relationship Type="http://schemas.openxmlformats.org/officeDocument/2006/relationships/slide" Target="/ppt/slides/slide8.xml" Id="R13aee66229c840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ccc1b99918648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fdb647c25044a3" /><Relationship Type="http://schemas.openxmlformats.org/officeDocument/2006/relationships/notesMaster" Target="/ppt/notesMasters/notesMaster1.xml" Id="R695fb214efc644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4fb7f030ae9420c" /><Relationship Type="http://schemas.openxmlformats.org/officeDocument/2006/relationships/notesMaster" Target="/ppt/notesMasters/notesMaster1.xml" Id="Rbc39f28cc4be4d1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393d1f4b0d44272" /><Relationship Type="http://schemas.openxmlformats.org/officeDocument/2006/relationships/notesMaster" Target="/ppt/notesMasters/notesMaster1.xml" Id="R9a67b016839241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c4228102334081" /><Relationship Type="http://schemas.openxmlformats.org/officeDocument/2006/relationships/notesMaster" Target="/ppt/notesMasters/notesMaster1.xml" Id="R0636e6d879564904"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5e5839fef94c01" /><Relationship Type="http://schemas.openxmlformats.org/officeDocument/2006/relationships/notesMaster" Target="/ppt/notesMasters/notesMaster1.xml" Id="R39277a510a9c443b"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87df0157e44b42" /><Relationship Type="http://schemas.openxmlformats.org/officeDocument/2006/relationships/notesMaster" Target="/ppt/notesMasters/notesMaster1.xml" Id="R4fe9d0a2304f4ea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da9fa7ad1d84f28" /><Relationship Type="http://schemas.openxmlformats.org/officeDocument/2006/relationships/notesMaster" Target="/ppt/notesMasters/notesMaster1.xml" Id="Ra14dd9269e004f0e" /></Relationships>
</file>

<file path=ppt/notesSlides/_rels/notesSlide8.xml.rels>&#65279;<?xml version="1.0" encoding="utf-8"?><Relationships xmlns="http://schemas.openxmlformats.org/package/2006/relationships"><Relationship Type="http://schemas.openxmlformats.org/officeDocument/2006/relationships/slide" Target="/ppt/slides/slide8.xml" Id="Rcf17f5519ddd41f2" /><Relationship Type="http://schemas.openxmlformats.org/officeDocument/2006/relationships/notesMaster" Target="/ppt/notesMasters/notesMaster1.xml" Id="R6d74124558b442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Inclusion Begins by Seeing Barriers. This lesson begins with one principle: inclusive education begins with barriers, access, and reasonable accommodation.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V7_C_N09,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Inclusive education begins with barriers, access, and reasonable accommodation. The five controls shown here are Barrier, Accessibility, Participation, Accommodation, Referral. Together, they prevent an education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V7_C_N09,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barrier, move through accessibility and participation, and finish with accommodation and referral.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V7_C_N09,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education example. A school combines accessibility review and learner input before agreeing a support plan.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V7_C_N09,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Map barriers and validate an accessible, dignified support and referral pathway.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V7_C_N09,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education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V7_C_N09,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V7_C_N09,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barrier clear? Is accessibility documented? Is participation testable? Is accommodation governed? And is referral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V7_C_N09,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e8e6783b5844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62f9dfbe1f462f" /><Relationship Type="http://schemas.openxmlformats.org/officeDocument/2006/relationships/slideLayout" Target="/ppt/slideLayouts/slideLayout1.xml" Id="R0bb67edd92594de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b67edd92594d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82e8e24452f494e" /><Relationship Type="http://schemas.openxmlformats.org/officeDocument/2006/relationships/notesSlide" Target="/ppt/notesSlides/notesSlide1.xml" Id="R4cd4977a31b84cd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d361b5d1e09443d" /><Relationship Type="http://schemas.openxmlformats.org/officeDocument/2006/relationships/notesSlide" Target="/ppt/notesSlides/notesSlide2.xml" Id="R931cea331ffa4a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a05e1c8706942ec" /><Relationship Type="http://schemas.openxmlformats.org/officeDocument/2006/relationships/notesSlide" Target="/ppt/notesSlides/notesSlide3.xml" Id="Rbd16ad41145941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bea6b942aae4562" /><Relationship Type="http://schemas.openxmlformats.org/officeDocument/2006/relationships/notesSlide" Target="/ppt/notesSlides/notesSlide4.xml" Id="R47ca5586d0fd427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867ef1cc9b144ae" /><Relationship Type="http://schemas.openxmlformats.org/officeDocument/2006/relationships/notesSlide" Target="/ppt/notesSlides/notesSlide5.xml" Id="Re098deefd4a742b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d1227f18c1f4d35" /><Relationship Type="http://schemas.openxmlformats.org/officeDocument/2006/relationships/notesSlide" Target="/ppt/notesSlides/notesSlide6.xml" Id="Rd43eb0c5bbbf444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cb81614e93c4962" /><Relationship Type="http://schemas.openxmlformats.org/officeDocument/2006/relationships/notesSlide" Target="/ppt/notesSlides/notesSlide7.xml" Id="Ra01f9a18a5224a8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3d7dfea04924eff" /><Relationship Type="http://schemas.openxmlformats.org/officeDocument/2006/relationships/notesSlide" Target="/ppt/notesSlides/notesSlide8.xml" Id="Ra8482196b2ec4420"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50DB660-0F8D-4FFE-84AE-CB255A43EB5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85EF118D-127F-40D5-B44F-53F1FBB49E72}"/>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CA2BE96C-E634-44F7-9BD8-F7CCEC5F1087}"/>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C43F094D-FC65-4296-B8EA-1C307C807440}"/>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EDUCATION TRACK</a:t>
            </a:r>
          </a:p>
        </p:txBody>
      </p:sp>
      <p:sp>
        <p:nvSpPr>
          <p:cNvPr id="5" name="">
            <a:extLst xmlns:a="http://schemas.openxmlformats.org/drawingml/2006/main">
              <a:ext uri="{FF2B5EF4-FFF2-40B4-BE49-F238E27FC236}">
                <a16:creationId xmlns:a16="http://schemas.microsoft.com/office/drawing/2014/main" id="{B04A5B6B-AEDE-4267-860F-5D3D36D45911}"/>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INCLUSION BEGINS BY SEEING BARRIERS</a:t>
            </a:r>
          </a:p>
        </p:txBody>
      </p:sp>
      <p:sp>
        <p:nvSpPr>
          <p:cNvPr id="6" name="">
            <a:extLst xmlns:a="http://schemas.openxmlformats.org/drawingml/2006/main">
              <a:ext uri="{FF2B5EF4-FFF2-40B4-BE49-F238E27FC236}">
                <a16:creationId xmlns:a16="http://schemas.microsoft.com/office/drawing/2014/main" id="{E8682C8C-5B1C-4A87-8070-20639F2BCD7C}"/>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Inclusive education begins with barriers, access, and reasonable accommodation.</a:t>
            </a:r>
          </a:p>
        </p:txBody>
      </p:sp>
      <p:sp>
        <p:nvSpPr>
          <p:cNvPr id="7" name="">
            <a:extLst xmlns:a="http://schemas.openxmlformats.org/drawingml/2006/main">
              <a:ext uri="{FF2B5EF4-FFF2-40B4-BE49-F238E27FC236}">
                <a16:creationId xmlns:a16="http://schemas.microsoft.com/office/drawing/2014/main" id="{260D3F40-C9CE-4517-918B-6D2B0C676469}"/>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V7_C_N09</a:t>
            </a:r>
          </a:p>
        </p:txBody>
      </p:sp>
      <p:sp>
        <p:nvSpPr>
          <p:cNvPr id="8" name="">
            <a:extLst xmlns:a="http://schemas.openxmlformats.org/drawingml/2006/main">
              <a:ext uri="{FF2B5EF4-FFF2-40B4-BE49-F238E27FC236}">
                <a16:creationId xmlns:a16="http://schemas.microsoft.com/office/drawing/2014/main" id="{A77CC86B-EC6A-4F07-B4A9-09D7081A097F}"/>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PU-B07-C44</a:t>
            </a:r>
          </a:p>
        </p:txBody>
      </p:sp>
      <p:sp>
        <p:nvSpPr>
          <p:cNvPr id="9" name="">
            <a:extLst xmlns:a="http://schemas.openxmlformats.org/drawingml/2006/main">
              <a:ext uri="{FF2B5EF4-FFF2-40B4-BE49-F238E27FC236}">
                <a16:creationId xmlns:a16="http://schemas.microsoft.com/office/drawing/2014/main" id="{97F505A8-9FDF-4F2A-BAC4-80CD18BE179E}"/>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9A468AE5-6C19-4FD6-B697-B8DABB6C0EE1}"/>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241090328"/>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EEC1B39-8071-4F6D-A498-FC1B37960554}"/>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V7_C_N09</a:t>
            </a:r>
          </a:p>
        </p:txBody>
      </p:sp>
      <p:sp>
        <p:nvSpPr>
          <p:cNvPr id="2" name="">
            <a:extLst xmlns:a="http://schemas.openxmlformats.org/drawingml/2006/main">
              <a:ext uri="{FF2B5EF4-FFF2-40B4-BE49-F238E27FC236}">
                <a16:creationId xmlns:a16="http://schemas.microsoft.com/office/drawing/2014/main" id="{7341684F-CFA2-479D-997A-70B00EEBE6E5}"/>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47AA57DF-CA6A-4A54-8EDC-7A4B838EDA1D}"/>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380D546B-5EDF-44C6-AEED-041C169513BA}"/>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7F2BE753-A6AC-4FE7-A445-38CAD944A60C}"/>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Inclusive education begins with barriers, access, and reasonable accommodation.</a:t>
            </a:r>
          </a:p>
        </p:txBody>
      </p:sp>
      <p:sp>
        <p:nvSpPr>
          <p:cNvPr id="6" name="">
            <a:extLst xmlns:a="http://schemas.openxmlformats.org/drawingml/2006/main">
              <a:ext uri="{FF2B5EF4-FFF2-40B4-BE49-F238E27FC236}">
                <a16:creationId xmlns:a16="http://schemas.microsoft.com/office/drawing/2014/main" id="{DC878237-8696-4961-885C-BCB00F23DCA1}"/>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50453147-1BFC-449D-87BC-037DE07CFA21}"/>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59F162A6-B8AE-425F-BEBD-A12971F5ED62}"/>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Barrier</a:t>
            </a:r>
          </a:p>
        </p:txBody>
      </p:sp>
      <p:sp>
        <p:nvSpPr>
          <p:cNvPr id="9" name="">
            <a:extLst xmlns:a="http://schemas.openxmlformats.org/drawingml/2006/main">
              <a:ext uri="{FF2B5EF4-FFF2-40B4-BE49-F238E27FC236}">
                <a16:creationId xmlns:a16="http://schemas.microsoft.com/office/drawing/2014/main" id="{0852ECE9-35D3-49AA-8B78-4CED9D78BB98}"/>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6B606D12-DBFA-4E62-A049-3C44E84D5136}"/>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Accessibility</a:t>
            </a:r>
          </a:p>
        </p:txBody>
      </p:sp>
      <p:sp>
        <p:nvSpPr>
          <p:cNvPr id="11" name="">
            <a:extLst xmlns:a="http://schemas.openxmlformats.org/drawingml/2006/main">
              <a:ext uri="{FF2B5EF4-FFF2-40B4-BE49-F238E27FC236}">
                <a16:creationId xmlns:a16="http://schemas.microsoft.com/office/drawing/2014/main" id="{2D8815C4-5DA5-49FA-BCDB-B628218D6396}"/>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65862FE6-9C6F-463C-9A20-3B9D931BC98F}"/>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Participation</a:t>
            </a:r>
          </a:p>
        </p:txBody>
      </p:sp>
      <p:sp>
        <p:nvSpPr>
          <p:cNvPr id="13" name="">
            <a:extLst xmlns:a="http://schemas.openxmlformats.org/drawingml/2006/main">
              <a:ext uri="{FF2B5EF4-FFF2-40B4-BE49-F238E27FC236}">
                <a16:creationId xmlns:a16="http://schemas.microsoft.com/office/drawing/2014/main" id="{130B55C8-F512-48A5-A202-324282D33F29}"/>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1B027C96-0C93-4DC5-9E60-2A4441CA1259}"/>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Accommodation</a:t>
            </a:r>
          </a:p>
        </p:txBody>
      </p:sp>
      <p:sp>
        <p:nvSpPr>
          <p:cNvPr id="15" name="">
            <a:extLst xmlns:a="http://schemas.openxmlformats.org/drawingml/2006/main">
              <a:ext uri="{FF2B5EF4-FFF2-40B4-BE49-F238E27FC236}">
                <a16:creationId xmlns:a16="http://schemas.microsoft.com/office/drawing/2014/main" id="{D858F854-2288-45D4-ADF9-82A993D6F09B}"/>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5B8D626C-D61B-473B-81B9-490CE23B39DD}"/>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Referral</a:t>
            </a:r>
          </a:p>
        </p:txBody>
      </p:sp>
      <p:sp>
        <p:nvSpPr>
          <p:cNvPr id="17" name="">
            <a:extLst xmlns:a="http://schemas.openxmlformats.org/drawingml/2006/main">
              <a:ext uri="{FF2B5EF4-FFF2-40B4-BE49-F238E27FC236}">
                <a16:creationId xmlns:a16="http://schemas.microsoft.com/office/drawing/2014/main" id="{B6D69918-9948-40D4-B5D9-5AD491F4CA9F}"/>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372734363"/>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1F63F45-F0B0-4B50-A585-E73BE397468F}"/>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V7_C_N09</a:t>
            </a:r>
          </a:p>
        </p:txBody>
      </p:sp>
      <p:sp>
        <p:nvSpPr>
          <p:cNvPr id="2" name="">
            <a:extLst xmlns:a="http://schemas.openxmlformats.org/drawingml/2006/main">
              <a:ext uri="{FF2B5EF4-FFF2-40B4-BE49-F238E27FC236}">
                <a16:creationId xmlns:a16="http://schemas.microsoft.com/office/drawing/2014/main" id="{AD3BD7E2-CDCC-4A4F-BCCA-50FCBA88077C}"/>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6F478341-10E6-459F-8C9A-E3C54CFD5EBA}"/>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A33DFBF4-A0AE-4BD6-AE78-A0C61ED99C03}"/>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1C5539F0-2FE5-4A21-8B63-44195C231EEE}"/>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F9086ED5-644B-46CF-B5D0-D7D73CEDC11F}"/>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5CD20FEC-D93A-48AB-8F60-A7C7F0D924DB}"/>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Barrier</a:t>
            </a:r>
          </a:p>
        </p:txBody>
      </p:sp>
      <p:sp>
        <p:nvSpPr>
          <p:cNvPr id="8" name="">
            <a:extLst xmlns:a="http://schemas.openxmlformats.org/drawingml/2006/main">
              <a:ext uri="{FF2B5EF4-FFF2-40B4-BE49-F238E27FC236}">
                <a16:creationId xmlns:a16="http://schemas.microsoft.com/office/drawing/2014/main" id="{AB16D072-C155-4082-839E-52567336153C}"/>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26A55BB4-79E6-4878-92DF-2DB7AA506BF0}"/>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31B34839-3257-40E9-852C-3998C4070EAE}"/>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Accessibility</a:t>
            </a:r>
          </a:p>
        </p:txBody>
      </p:sp>
      <p:sp>
        <p:nvSpPr>
          <p:cNvPr id="11" name="">
            <a:extLst xmlns:a="http://schemas.openxmlformats.org/drawingml/2006/main">
              <a:ext uri="{FF2B5EF4-FFF2-40B4-BE49-F238E27FC236}">
                <a16:creationId xmlns:a16="http://schemas.microsoft.com/office/drawing/2014/main" id="{4B679315-53FE-4BB7-9FE4-DA6E866D5D91}"/>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C219FCFB-AB78-435C-9496-05DF4B30ECA1}"/>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0658B034-ACF0-4A3C-8B24-39622AC78A3B}"/>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Participation</a:t>
            </a:r>
          </a:p>
        </p:txBody>
      </p:sp>
      <p:sp>
        <p:nvSpPr>
          <p:cNvPr id="14" name="">
            <a:extLst xmlns:a="http://schemas.openxmlformats.org/drawingml/2006/main">
              <a:ext uri="{FF2B5EF4-FFF2-40B4-BE49-F238E27FC236}">
                <a16:creationId xmlns:a16="http://schemas.microsoft.com/office/drawing/2014/main" id="{16E2714E-D373-48BB-A9A5-C56F867D9E29}"/>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305E1F82-BC51-4FCE-B097-B051D4477C1C}"/>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B1F1DCCD-D89C-46DF-9CBB-F6AC10803678}"/>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Accommodation</a:t>
            </a:r>
          </a:p>
        </p:txBody>
      </p:sp>
      <p:sp>
        <p:nvSpPr>
          <p:cNvPr id="17" name="">
            <a:extLst xmlns:a="http://schemas.openxmlformats.org/drawingml/2006/main">
              <a:ext uri="{FF2B5EF4-FFF2-40B4-BE49-F238E27FC236}">
                <a16:creationId xmlns:a16="http://schemas.microsoft.com/office/drawing/2014/main" id="{4B608C39-CC99-4135-8B3E-AD4D79DBCB40}"/>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2DC5DA7B-732A-4117-B25E-9498F4278724}"/>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3B89F75E-59EC-4840-B4DF-837C6248214A}"/>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Referral</a:t>
            </a:r>
          </a:p>
        </p:txBody>
      </p:sp>
      <p:sp>
        <p:nvSpPr>
          <p:cNvPr id="20" name="">
            <a:extLst xmlns:a="http://schemas.openxmlformats.org/drawingml/2006/main">
              <a:ext uri="{FF2B5EF4-FFF2-40B4-BE49-F238E27FC236}">
                <a16:creationId xmlns:a16="http://schemas.microsoft.com/office/drawing/2014/main" id="{2111821E-C5C3-4870-81BF-58C80951F9AE}"/>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27337023"/>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AA7D188-44EF-431A-B852-7B3D57FAB079}"/>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V7_C_N09</a:t>
            </a:r>
          </a:p>
        </p:txBody>
      </p:sp>
      <p:sp>
        <p:nvSpPr>
          <p:cNvPr id="2" name="">
            <a:extLst xmlns:a="http://schemas.openxmlformats.org/drawingml/2006/main">
              <a:ext uri="{FF2B5EF4-FFF2-40B4-BE49-F238E27FC236}">
                <a16:creationId xmlns:a16="http://schemas.microsoft.com/office/drawing/2014/main" id="{DCEF2809-A5E2-4F67-B56B-7E7D50D13B0D}"/>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86E06529-8B98-4B91-BED0-416F242A2050}"/>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9236245D-082D-4C14-BC66-FAFB4735637C}"/>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8D7300DB-23E2-43F3-B059-B0D533CA2826}"/>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F1F4BAC1-00EC-4EE2-BC14-05CA8CF76442}"/>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AAD6E774-E477-421F-BDDB-E190DF65AC0F}"/>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school combines accessibility review and learner input before agreeing a support plan.</a:t>
            </a:r>
          </a:p>
        </p:txBody>
      </p:sp>
      <p:sp>
        <p:nvSpPr>
          <p:cNvPr id="8" name="">
            <a:extLst xmlns:a="http://schemas.openxmlformats.org/drawingml/2006/main">
              <a:ext uri="{FF2B5EF4-FFF2-40B4-BE49-F238E27FC236}">
                <a16:creationId xmlns:a16="http://schemas.microsoft.com/office/drawing/2014/main" id="{2073A930-C725-497A-AB48-EE20FFE88A2F}"/>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6D942D44-7E37-4D98-B22B-8900476EF8A6}"/>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581B0D6A-B860-44F9-8A8F-C883784A740C}"/>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5336E693-B45A-40FE-995B-BCAFB5DB4423}"/>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566909024"/>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3BCA00A-A974-4AD4-9518-04165AD31F7D}"/>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V7_C_N09</a:t>
            </a:r>
          </a:p>
        </p:txBody>
      </p:sp>
      <p:sp>
        <p:nvSpPr>
          <p:cNvPr id="2" name="">
            <a:extLst xmlns:a="http://schemas.openxmlformats.org/drawingml/2006/main">
              <a:ext uri="{FF2B5EF4-FFF2-40B4-BE49-F238E27FC236}">
                <a16:creationId xmlns:a16="http://schemas.microsoft.com/office/drawing/2014/main" id="{1ABE3843-050F-4D0B-B324-F1D429323D7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0AC1166E-8FE6-4894-B655-3F3332B352E1}"/>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83AAEF58-5103-41E5-B472-E5BDD0584422}"/>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F8E5B773-3923-4D74-902E-E4DF4337A8DA}"/>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Map barriers and validate an accessible, dignified support and referral pathway.</a:t>
            </a:r>
          </a:p>
        </p:txBody>
      </p:sp>
      <p:sp>
        <p:nvSpPr>
          <p:cNvPr id="6" name="">
            <a:extLst xmlns:a="http://schemas.openxmlformats.org/drawingml/2006/main">
              <a:ext uri="{FF2B5EF4-FFF2-40B4-BE49-F238E27FC236}">
                <a16:creationId xmlns:a16="http://schemas.microsoft.com/office/drawing/2014/main" id="{C19C447A-C2C1-4D21-A133-BA7749B8E98C}"/>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1BFF74C3-0B3F-4855-9A06-E41FD3C0D951}"/>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1E9F33BA-6EB1-4BD1-B6CD-B7964522EDBB}"/>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4F2E64F7-5B3F-4921-B256-2E377BF88339}"/>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A8530C02-763A-41AF-A45C-BDA3CAC08805}"/>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96464587-4505-4921-8C88-AC6B1086F05D}"/>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B0F7FBA6-7FB7-46BE-9680-F33FD55C1AE2}"/>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0A22AA22-9616-4ECA-8B88-EFD5781D62E2}"/>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BCF95485-205E-428F-8246-65FD6527D5A7}"/>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09F046CA-51F1-4955-AABF-A40595712CB5}"/>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3F8410DA-A81D-4DE6-81F6-E009206FA409}"/>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F104F534-34A4-4E8D-9534-ADEA407C99D3}"/>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1864236945"/>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B8FDF13-20E7-4E73-86EA-CAF6386B3886}"/>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V7_C_N09</a:t>
            </a:r>
          </a:p>
        </p:txBody>
      </p:sp>
      <p:sp>
        <p:nvSpPr>
          <p:cNvPr id="2" name="">
            <a:extLst xmlns:a="http://schemas.openxmlformats.org/drawingml/2006/main">
              <a:ext uri="{FF2B5EF4-FFF2-40B4-BE49-F238E27FC236}">
                <a16:creationId xmlns:a16="http://schemas.microsoft.com/office/drawing/2014/main" id="{80BB8465-4A59-4B6F-AE16-0CE91A7F4D34}"/>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B9C01712-689A-4EB9-BDEF-D6F5D83BD709}"/>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329D0465-E410-4D22-8CAF-9C953DCAAEE9}"/>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E1E31325-242D-4AB2-8971-E7ACA103C017}"/>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E26DD5A9-B7A0-4FAB-86DB-A88063E75EDC}"/>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83C856A9-0B7D-4A2D-B3E1-78B4AEAB0E49}"/>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7E5DB93A-2DFB-48B7-8119-54117A9BDEE3}"/>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9F8F8404-D670-48BB-AE88-CBC93AB327E1}"/>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DA870A69-98D6-46E3-B8BC-35DF9AF53471}"/>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174B9430-F71B-4176-87B1-55355F49529E}"/>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250E4E30-9A5B-4DFA-8A34-0CB138B4CE00}"/>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7C59AF59-F8D8-4BFD-99E7-B89948DDB67C}"/>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8D7D49F0-24D5-484F-984A-481E56BA5AA3}"/>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1140662809"/>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CA85D8E-40D0-4BF4-A9EA-8499B800F397}"/>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V7_C_N09</a:t>
            </a:r>
          </a:p>
        </p:txBody>
      </p:sp>
      <p:sp>
        <p:nvSpPr>
          <p:cNvPr id="2" name="">
            <a:extLst xmlns:a="http://schemas.openxmlformats.org/drawingml/2006/main">
              <a:ext uri="{FF2B5EF4-FFF2-40B4-BE49-F238E27FC236}">
                <a16:creationId xmlns:a16="http://schemas.microsoft.com/office/drawing/2014/main" id="{CD181F50-0EEE-466F-8B81-1C1EA7644FF0}"/>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DAC0437D-2959-4FA2-B2F8-F40173422230}"/>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2A0C679-066D-4ABF-8FE9-76C302C22BAB}"/>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55C553B3-7541-4BDC-9BD2-57DBCE6D208F}"/>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EFD47402-CF85-4A0F-B385-0A0AA0911EE8}"/>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DB5B851A-EAC5-4145-BE86-8A24278EF560}"/>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4BE8B6DD-BFC0-4891-9F24-8316A3A9F4F3}"/>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74E90AB1-5060-4937-958E-510960F0E19E}"/>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4283D40E-BFE8-4BD0-A2A4-DAE73592DE33}"/>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225564619"/>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58975A4-72A3-4282-BC40-3109F3871803}"/>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D424FE93-8F6E-424C-A00B-3126F5501695}"/>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EDA9D096-FDCB-4042-A3F7-D1583112AE55}"/>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Barrier</a:t>
            </a:r>
          </a:p>
        </p:txBody>
      </p:sp>
      <p:sp>
        <p:nvSpPr>
          <p:cNvPr id="4" name="">
            <a:extLst xmlns:a="http://schemas.openxmlformats.org/drawingml/2006/main">
              <a:ext uri="{FF2B5EF4-FFF2-40B4-BE49-F238E27FC236}">
                <a16:creationId xmlns:a16="http://schemas.microsoft.com/office/drawing/2014/main" id="{C112D977-ECF5-4EAE-AAFA-8E2098A097C8}"/>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EA75D3A3-BED2-4387-B149-D6162B4A24DD}"/>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Accessibility</a:t>
            </a:r>
          </a:p>
        </p:txBody>
      </p:sp>
      <p:sp>
        <p:nvSpPr>
          <p:cNvPr id="6" name="">
            <a:extLst xmlns:a="http://schemas.openxmlformats.org/drawingml/2006/main">
              <a:ext uri="{FF2B5EF4-FFF2-40B4-BE49-F238E27FC236}">
                <a16:creationId xmlns:a16="http://schemas.microsoft.com/office/drawing/2014/main" id="{A98881B4-2CBB-4007-B904-57877DF0BE67}"/>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F0D9CB7A-523E-4D86-BA08-FEE116DB161B}"/>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Participation</a:t>
            </a:r>
          </a:p>
        </p:txBody>
      </p:sp>
      <p:sp>
        <p:nvSpPr>
          <p:cNvPr id="8" name="">
            <a:extLst xmlns:a="http://schemas.openxmlformats.org/drawingml/2006/main">
              <a:ext uri="{FF2B5EF4-FFF2-40B4-BE49-F238E27FC236}">
                <a16:creationId xmlns:a16="http://schemas.microsoft.com/office/drawing/2014/main" id="{903765F7-D36E-4878-AD92-71E4DD86C437}"/>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27690284-ED6B-40C9-ABDE-090941E4C482}"/>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Accommodation</a:t>
            </a:r>
          </a:p>
        </p:txBody>
      </p:sp>
      <p:sp>
        <p:nvSpPr>
          <p:cNvPr id="10" name="">
            <a:extLst xmlns:a="http://schemas.openxmlformats.org/drawingml/2006/main">
              <a:ext uri="{FF2B5EF4-FFF2-40B4-BE49-F238E27FC236}">
                <a16:creationId xmlns:a16="http://schemas.microsoft.com/office/drawing/2014/main" id="{FF91EB62-A073-481A-B474-AEC3D4ECA6C9}"/>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14DA96DE-2724-4896-8E29-C8F287F3ADC6}"/>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Referral</a:t>
            </a:r>
          </a:p>
        </p:txBody>
      </p:sp>
      <p:sp>
        <p:nvSpPr>
          <p:cNvPr id="12" name="">
            <a:extLst xmlns:a="http://schemas.openxmlformats.org/drawingml/2006/main">
              <a:ext uri="{FF2B5EF4-FFF2-40B4-BE49-F238E27FC236}">
                <a16:creationId xmlns:a16="http://schemas.microsoft.com/office/drawing/2014/main" id="{40DE39D3-63C5-4B62-97D8-32221B9409FF}"/>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20090032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2026-09-04T15:30:40.1710000Z</dcterms:created>
  <dcterms:modified xsi:type="dcterms:W3CDTF">2026-09-04T15:30:40.1710000Z</dcterms:modified>
</coreProperties>
</file>