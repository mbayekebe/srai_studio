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41096cdd304daf" /><Relationship Type="http://schemas.openxmlformats.org/officeDocument/2006/relationships/extended-properties" Target="/docProps/app.xml" Id="R66a5bdc281044b14" /><Relationship Type="http://schemas.openxmlformats.org/officeDocument/2006/relationships/officeDocument" Target="/ppt/presentation.xml" Id="R0915d10a0e5c4701" /></Relationships>
</file>

<file path=ppt/presentation.xml><?xml version="1.0" encoding="utf-8"?>
<p:presentation xmlns:p="http://schemas.openxmlformats.org/presentationml/2006/main">
  <p:sldMasterIdLst>
    <p:sldMasterId xmlns:r="http://schemas.openxmlformats.org/officeDocument/2006/relationships" id="2147483648" r:id="R468a0f675a1743d3"/>
  </p:sldMasterIdLst>
  <p:notesMasterIdLst>
    <p:notesMasterId xmlns:r="http://schemas.openxmlformats.org/officeDocument/2006/relationships" r:id="Rbe670446bdaf4d83"/>
  </p:notesMasterIdLst>
  <p:sldIdLst>
    <p:sldId xmlns:r="http://schemas.openxmlformats.org/officeDocument/2006/relationships" id="256" r:id="Rf5427fd3715645f4"/>
    <p:sldId xmlns:r="http://schemas.openxmlformats.org/officeDocument/2006/relationships" id="257" r:id="R20ed62a369a04024"/>
    <p:sldId xmlns:r="http://schemas.openxmlformats.org/officeDocument/2006/relationships" id="258" r:id="R4711c4531ef34de6"/>
    <p:sldId xmlns:r="http://schemas.openxmlformats.org/officeDocument/2006/relationships" id="259" r:id="R3f1e47130a174c86"/>
    <p:sldId xmlns:r="http://schemas.openxmlformats.org/officeDocument/2006/relationships" id="260" r:id="R0901c8db1bd84abf"/>
    <p:sldId xmlns:r="http://schemas.openxmlformats.org/officeDocument/2006/relationships" id="261" r:id="R2111561b62b94bf4"/>
    <p:sldId xmlns:r="http://schemas.openxmlformats.org/officeDocument/2006/relationships" id="262" r:id="R6dfea41ea4394b9b"/>
    <p:sldId xmlns:r="http://schemas.openxmlformats.org/officeDocument/2006/relationships" id="263" r:id="R40914bf384a94a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e2655867454698" /><Relationship Type="http://schemas.openxmlformats.org/officeDocument/2006/relationships/slideMaster" Target="/ppt/slideMasters/slideMaster1.xml" Id="R468a0f675a1743d3" /><Relationship Type="http://schemas.openxmlformats.org/officeDocument/2006/relationships/notesMaster" Target="/ppt/notesMasters/notesMaster1.xml" Id="Rbe670446bdaf4d83" /><Relationship Type="http://schemas.openxmlformats.org/officeDocument/2006/relationships/presProps" Target="/ppt/presProps.xml" Id="R8b789104853f4b5d" /><Relationship Type="http://schemas.openxmlformats.org/officeDocument/2006/relationships/tableStyles" Target="/ppt/tableStyles.xml" Id="R122bdee709fb45d4" /><Relationship Type="http://schemas.openxmlformats.org/officeDocument/2006/relationships/slide" Target="/ppt/slides/slide1.xml" Id="Rf5427fd3715645f4" /><Relationship Type="http://schemas.openxmlformats.org/officeDocument/2006/relationships/slide" Target="/ppt/slides/slide2.xml" Id="R20ed62a369a04024" /><Relationship Type="http://schemas.openxmlformats.org/officeDocument/2006/relationships/slide" Target="/ppt/slides/slide3.xml" Id="R4711c4531ef34de6" /><Relationship Type="http://schemas.openxmlformats.org/officeDocument/2006/relationships/slide" Target="/ppt/slides/slide4.xml" Id="R3f1e47130a174c86" /><Relationship Type="http://schemas.openxmlformats.org/officeDocument/2006/relationships/slide" Target="/ppt/slides/slide5.xml" Id="R0901c8db1bd84abf" /><Relationship Type="http://schemas.openxmlformats.org/officeDocument/2006/relationships/slide" Target="/ppt/slides/slide6.xml" Id="R2111561b62b94bf4" /><Relationship Type="http://schemas.openxmlformats.org/officeDocument/2006/relationships/slide" Target="/ppt/slides/slide7.xml" Id="R6dfea41ea4394b9b" /><Relationship Type="http://schemas.openxmlformats.org/officeDocument/2006/relationships/slide" Target="/ppt/slides/slide8.xml" Id="R40914bf384a94a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4bddd23c2f4b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20c34c3da94dad" /><Relationship Type="http://schemas.openxmlformats.org/officeDocument/2006/relationships/notesMaster" Target="/ppt/notesMasters/notesMaster1.xml" Id="R264948f08b2d47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4a0c328c474234" /><Relationship Type="http://schemas.openxmlformats.org/officeDocument/2006/relationships/notesMaster" Target="/ppt/notesMasters/notesMaster1.xml" Id="Re2a40242409242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db8fb60a194d3b" /><Relationship Type="http://schemas.openxmlformats.org/officeDocument/2006/relationships/notesMaster" Target="/ppt/notesMasters/notesMaster1.xml" Id="R971e232cf44744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7536a1a4634402" /><Relationship Type="http://schemas.openxmlformats.org/officeDocument/2006/relationships/notesMaster" Target="/ppt/notesMasters/notesMaster1.xml" Id="Radce6900cb9e4d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798834d2c04f74" /><Relationship Type="http://schemas.openxmlformats.org/officeDocument/2006/relationships/notesMaster" Target="/ppt/notesMasters/notesMaster1.xml" Id="R3cb3ec51c34641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a67bb53d1a4ceb" /><Relationship Type="http://schemas.openxmlformats.org/officeDocument/2006/relationships/notesMaster" Target="/ppt/notesMasters/notesMaster1.xml" Id="R176f1d78719244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1347595af5438d" /><Relationship Type="http://schemas.openxmlformats.org/officeDocument/2006/relationships/notesMaster" Target="/ppt/notesMasters/notesMaster1.xml" Id="R2e3dd0127cd24c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43f0e646c54482" /><Relationship Type="http://schemas.openxmlformats.org/officeDocument/2006/relationships/notesMaster" Target="/ppt/notesMasters/notesMaster1.xml" Id="R3dbf9dd329464c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Agricultural Census and Frame Intelligence. This lesson begins with one principle: a national agricultural frame must be defined, maintained, and auditable.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 national agricultural frame must be defined, maintained, and auditable. The five controls shown here are Statistical unit, Coverage rule, Frame updates, Duplicate control, Coverage gaps.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statistical unit, move through coverage rule and frame updates, and finish with duplicate control and coverage gaps.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farm frame records births, deaths, splits, merges, and links among holdings and parcels.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frame coverage, duplicates, unit definitions, and update events.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statistical unit clear? Is coverage rule documented? Is frame updates testable? Is duplicate control governed? And is coverage gaps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1015e37b6247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b0bc7def242ab" /><Relationship Type="http://schemas.openxmlformats.org/officeDocument/2006/relationships/slideLayout" Target="/ppt/slideLayouts/slideLayout1.xml" Id="R0aaa5b3f16974b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aa5b3f16974b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e9711605884d11" /><Relationship Type="http://schemas.openxmlformats.org/officeDocument/2006/relationships/notesSlide" Target="/ppt/notesSlides/notesSlide1.xml" Id="R4fd7161c8b794f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7a2682071943bc" /><Relationship Type="http://schemas.openxmlformats.org/officeDocument/2006/relationships/notesSlide" Target="/ppt/notesSlides/notesSlide2.xml" Id="R5de29752a32c4e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ccc63dc2b64ada" /><Relationship Type="http://schemas.openxmlformats.org/officeDocument/2006/relationships/notesSlide" Target="/ppt/notesSlides/notesSlide3.xml" Id="R9409b69a518342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b23737695f4f43" /><Relationship Type="http://schemas.openxmlformats.org/officeDocument/2006/relationships/notesSlide" Target="/ppt/notesSlides/notesSlide4.xml" Id="R48ada5e4bca049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d9dfd8f1c54168" /><Relationship Type="http://schemas.openxmlformats.org/officeDocument/2006/relationships/notesSlide" Target="/ppt/notesSlides/notesSlide5.xml" Id="Rdd975d60d01d41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e08f9d9a70455c" /><Relationship Type="http://schemas.openxmlformats.org/officeDocument/2006/relationships/notesSlide" Target="/ppt/notesSlides/notesSlide6.xml" Id="Rc4e0e20acf8a45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7dc4d9befa4a8b" /><Relationship Type="http://schemas.openxmlformats.org/officeDocument/2006/relationships/notesSlide" Target="/ppt/notesSlides/notesSlide7.xml" Id="Re277345bfeef47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c2e7d467654d54" /><Relationship Type="http://schemas.openxmlformats.org/officeDocument/2006/relationships/notesSlide" Target="/ppt/notesSlides/notesSlide8.xml" Id="R6cec9d658f4045c7"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056CEE-907F-4063-8FEF-9B2E6A423F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9E7D9229-1914-4E1E-8A01-CE3464A7B45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1DE3346A-D637-40DD-B5F8-AF6A1D2A8E8C}"/>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EF53E629-8042-4B7B-8B35-B816F8701CD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1741EE07-93BC-409D-836A-9D796692D368}"/>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AGRICULTURAL CENSUS AND FRAME INTELLIGENCE</a:t>
            </a:r>
          </a:p>
        </p:txBody>
      </p:sp>
      <p:sp>
        <p:nvSpPr>
          <p:cNvPr id="6" name="">
            <a:extLst xmlns:a="http://schemas.openxmlformats.org/drawingml/2006/main">
              <a:ext uri="{FF2B5EF4-FFF2-40B4-BE49-F238E27FC236}">
                <a16:creationId xmlns:a16="http://schemas.microsoft.com/office/drawing/2014/main" id="{E6837578-E7A9-48E2-91A3-FCFE86084DD0}"/>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 national agricultural frame must be defined, maintained, and auditable.</a:t>
            </a:r>
          </a:p>
        </p:txBody>
      </p:sp>
      <p:sp>
        <p:nvSpPr>
          <p:cNvPr id="7" name="">
            <a:extLst xmlns:a="http://schemas.openxmlformats.org/drawingml/2006/main">
              <a:ext uri="{FF2B5EF4-FFF2-40B4-BE49-F238E27FC236}">
                <a16:creationId xmlns:a16="http://schemas.microsoft.com/office/drawing/2014/main" id="{7BCC1CD9-5913-4A30-92E2-7A4CC072C6E9}"/>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V7_A_N11</a:t>
            </a:r>
          </a:p>
        </p:txBody>
      </p:sp>
      <p:sp>
        <p:nvSpPr>
          <p:cNvPr id="8" name="">
            <a:extLst xmlns:a="http://schemas.openxmlformats.org/drawingml/2006/main">
              <a:ext uri="{FF2B5EF4-FFF2-40B4-BE49-F238E27FC236}">
                <a16:creationId xmlns:a16="http://schemas.microsoft.com/office/drawing/2014/main" id="{4147D3CC-6CEC-4AE0-9C57-8F1A3AEB20EC}"/>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PU-B07-C16</a:t>
            </a:r>
          </a:p>
        </p:txBody>
      </p:sp>
      <p:sp>
        <p:nvSpPr>
          <p:cNvPr id="9" name="">
            <a:extLst xmlns:a="http://schemas.openxmlformats.org/drawingml/2006/main">
              <a:ext uri="{FF2B5EF4-FFF2-40B4-BE49-F238E27FC236}">
                <a16:creationId xmlns:a16="http://schemas.microsoft.com/office/drawing/2014/main" id="{D09B519B-3DEC-4686-806F-4DF62A6FD934}"/>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02CD4E3F-A018-4A21-8AED-93CD54FF434E}"/>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66183672"/>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EF4A65F-B7B0-4291-87B8-9DE82E191CC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V7_A_N11</a:t>
            </a:r>
          </a:p>
        </p:txBody>
      </p:sp>
      <p:sp>
        <p:nvSpPr>
          <p:cNvPr id="2" name="">
            <a:extLst xmlns:a="http://schemas.openxmlformats.org/drawingml/2006/main">
              <a:ext uri="{FF2B5EF4-FFF2-40B4-BE49-F238E27FC236}">
                <a16:creationId xmlns:a16="http://schemas.microsoft.com/office/drawing/2014/main" id="{843A60E3-030A-4B9F-AD91-5E75F445FD7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1B93CF7B-6E8A-4BF1-A173-43DFD473DC2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3C2F36E-4465-4E51-A5DC-22FB81757A9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183CBCE2-5FEC-4999-AA48-8F0D17E782BD}"/>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 national agricultural frame must be defined, maintained, and auditable.</a:t>
            </a:r>
          </a:p>
        </p:txBody>
      </p:sp>
      <p:sp>
        <p:nvSpPr>
          <p:cNvPr id="6" name="">
            <a:extLst xmlns:a="http://schemas.openxmlformats.org/drawingml/2006/main">
              <a:ext uri="{FF2B5EF4-FFF2-40B4-BE49-F238E27FC236}">
                <a16:creationId xmlns:a16="http://schemas.microsoft.com/office/drawing/2014/main" id="{49617370-A67C-4C10-AA52-B5C4A20707D8}"/>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7E515F60-2EF3-4180-9FC4-4D3985963468}"/>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8CA9145E-DC6D-478D-8636-5C0048DF26E7}"/>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Statistical unit</a:t>
            </a:r>
          </a:p>
        </p:txBody>
      </p:sp>
      <p:sp>
        <p:nvSpPr>
          <p:cNvPr id="9" name="">
            <a:extLst xmlns:a="http://schemas.openxmlformats.org/drawingml/2006/main">
              <a:ext uri="{FF2B5EF4-FFF2-40B4-BE49-F238E27FC236}">
                <a16:creationId xmlns:a16="http://schemas.microsoft.com/office/drawing/2014/main" id="{10D57A82-4DF2-452D-BCE7-AF0C330B3070}"/>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C725396E-F74C-4261-8861-CD8917A31EB1}"/>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Coverage rule</a:t>
            </a:r>
          </a:p>
        </p:txBody>
      </p:sp>
      <p:sp>
        <p:nvSpPr>
          <p:cNvPr id="11" name="">
            <a:extLst xmlns:a="http://schemas.openxmlformats.org/drawingml/2006/main">
              <a:ext uri="{FF2B5EF4-FFF2-40B4-BE49-F238E27FC236}">
                <a16:creationId xmlns:a16="http://schemas.microsoft.com/office/drawing/2014/main" id="{9AAFA97E-8BE0-417D-ADD0-D8223B37C86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BD45FE47-1108-4B82-81B6-CEED6E89A4A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Frame updates</a:t>
            </a:r>
          </a:p>
        </p:txBody>
      </p:sp>
      <p:sp>
        <p:nvSpPr>
          <p:cNvPr id="13" name="">
            <a:extLst xmlns:a="http://schemas.openxmlformats.org/drawingml/2006/main">
              <a:ext uri="{FF2B5EF4-FFF2-40B4-BE49-F238E27FC236}">
                <a16:creationId xmlns:a16="http://schemas.microsoft.com/office/drawing/2014/main" id="{FE6FF379-0894-4CE9-8DB6-8178364B1BF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19D52186-2B16-46A4-87FA-84E6951DBD20}"/>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Duplicate control</a:t>
            </a:r>
          </a:p>
        </p:txBody>
      </p:sp>
      <p:sp>
        <p:nvSpPr>
          <p:cNvPr id="15" name="">
            <a:extLst xmlns:a="http://schemas.openxmlformats.org/drawingml/2006/main">
              <a:ext uri="{FF2B5EF4-FFF2-40B4-BE49-F238E27FC236}">
                <a16:creationId xmlns:a16="http://schemas.microsoft.com/office/drawing/2014/main" id="{6B3273E2-9D6C-45A2-97B1-A1FF0D54027C}"/>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37EE674C-AD1A-4C5E-A3F6-DA6ADFD3404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Coverage gaps</a:t>
            </a:r>
          </a:p>
        </p:txBody>
      </p:sp>
      <p:sp>
        <p:nvSpPr>
          <p:cNvPr id="17" name="">
            <a:extLst xmlns:a="http://schemas.openxmlformats.org/drawingml/2006/main">
              <a:ext uri="{FF2B5EF4-FFF2-40B4-BE49-F238E27FC236}">
                <a16:creationId xmlns:a16="http://schemas.microsoft.com/office/drawing/2014/main" id="{B6A585B6-AAF2-4A80-B702-79D86FDB0061}"/>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55748810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7F39C42-DE81-480A-934C-16099894792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V7_A_N11</a:t>
            </a:r>
          </a:p>
        </p:txBody>
      </p:sp>
      <p:sp>
        <p:nvSpPr>
          <p:cNvPr id="2" name="">
            <a:extLst xmlns:a="http://schemas.openxmlformats.org/drawingml/2006/main">
              <a:ext uri="{FF2B5EF4-FFF2-40B4-BE49-F238E27FC236}">
                <a16:creationId xmlns:a16="http://schemas.microsoft.com/office/drawing/2014/main" id="{F73C7A7D-2671-41BD-AB5B-A112E80684A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82E758EA-2B28-4D6B-AB53-478E6D81345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DBF7E86-8DED-488E-9A92-DB696A2D2E5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F5BC64F-8370-4AA1-B93C-B3511D6AC09C}"/>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F3975C9B-9DDD-4763-AC12-A774F19AC4FC}"/>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1493AE53-ABE7-402E-8EFC-9BCA210DA495}"/>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Statistical unit</a:t>
            </a:r>
          </a:p>
        </p:txBody>
      </p:sp>
      <p:sp>
        <p:nvSpPr>
          <p:cNvPr id="8" name="">
            <a:extLst xmlns:a="http://schemas.openxmlformats.org/drawingml/2006/main">
              <a:ext uri="{FF2B5EF4-FFF2-40B4-BE49-F238E27FC236}">
                <a16:creationId xmlns:a16="http://schemas.microsoft.com/office/drawing/2014/main" id="{F7C1A470-9139-44D7-93F1-26528170CB28}"/>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2199276-35A6-4128-BC82-8C9D04A78E28}"/>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E8091929-1987-4FDA-9B95-9AF8779ADA6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Coverage rule</a:t>
            </a:r>
          </a:p>
        </p:txBody>
      </p:sp>
      <p:sp>
        <p:nvSpPr>
          <p:cNvPr id="11" name="">
            <a:extLst xmlns:a="http://schemas.openxmlformats.org/drawingml/2006/main">
              <a:ext uri="{FF2B5EF4-FFF2-40B4-BE49-F238E27FC236}">
                <a16:creationId xmlns:a16="http://schemas.microsoft.com/office/drawing/2014/main" id="{26708AE8-7A4F-4765-8B00-E15E311F12AF}"/>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DE16BE65-086F-49B0-9C49-2C0E834F0332}"/>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1F3B0F2-320D-41F6-9A22-F11D44BB3B2F}"/>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Frame updates</a:t>
            </a:r>
          </a:p>
        </p:txBody>
      </p:sp>
      <p:sp>
        <p:nvSpPr>
          <p:cNvPr id="14" name="">
            <a:extLst xmlns:a="http://schemas.openxmlformats.org/drawingml/2006/main">
              <a:ext uri="{FF2B5EF4-FFF2-40B4-BE49-F238E27FC236}">
                <a16:creationId xmlns:a16="http://schemas.microsoft.com/office/drawing/2014/main" id="{BF150D5C-15DE-4B68-8808-C53743653CB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15E6D6EC-DFBA-4D89-8A3E-FFF97C111980}"/>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15B3CAD-4193-4310-9803-3A204CD009C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Duplicate control</a:t>
            </a:r>
          </a:p>
        </p:txBody>
      </p:sp>
      <p:sp>
        <p:nvSpPr>
          <p:cNvPr id="17" name="">
            <a:extLst xmlns:a="http://schemas.openxmlformats.org/drawingml/2006/main">
              <a:ext uri="{FF2B5EF4-FFF2-40B4-BE49-F238E27FC236}">
                <a16:creationId xmlns:a16="http://schemas.microsoft.com/office/drawing/2014/main" id="{2D47025D-B48C-4CF0-8501-DAD4A2F029D7}"/>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655994B2-7C07-4E2C-B4AC-4461A251E5BE}"/>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AAC37310-69C2-40CE-A97A-8D97BCED6436}"/>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Coverage gaps</a:t>
            </a:r>
          </a:p>
        </p:txBody>
      </p:sp>
      <p:sp>
        <p:nvSpPr>
          <p:cNvPr id="20" name="">
            <a:extLst xmlns:a="http://schemas.openxmlformats.org/drawingml/2006/main">
              <a:ext uri="{FF2B5EF4-FFF2-40B4-BE49-F238E27FC236}">
                <a16:creationId xmlns:a16="http://schemas.microsoft.com/office/drawing/2014/main" id="{7FC3F5B5-BA97-4C56-B094-A03058686535}"/>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55205659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C3593C-4364-40F1-9289-2EF6B6F83D7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V7_A_N11</a:t>
            </a:r>
          </a:p>
        </p:txBody>
      </p:sp>
      <p:sp>
        <p:nvSpPr>
          <p:cNvPr id="2" name="">
            <a:extLst xmlns:a="http://schemas.openxmlformats.org/drawingml/2006/main">
              <a:ext uri="{FF2B5EF4-FFF2-40B4-BE49-F238E27FC236}">
                <a16:creationId xmlns:a16="http://schemas.microsoft.com/office/drawing/2014/main" id="{FCA04B6A-68F4-4F1E-B50E-C8A39D57733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D0623799-F580-4977-A8F4-7B673D5FDFD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A33A8C3-7026-4E62-95B5-E43D24FFF7B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DEF97AF0-8511-4591-8ADD-AE14F12FFFF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F00A13FD-E56D-4AD4-B874-D978DDF22D40}"/>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9C206ADE-3D01-4EA5-9CCF-03347DDBFE2D}"/>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farm frame records births, deaths, splits, merges, and links among holdings and parcels.</a:t>
            </a:r>
          </a:p>
        </p:txBody>
      </p:sp>
      <p:sp>
        <p:nvSpPr>
          <p:cNvPr id="8" name="">
            <a:extLst xmlns:a="http://schemas.openxmlformats.org/drawingml/2006/main">
              <a:ext uri="{FF2B5EF4-FFF2-40B4-BE49-F238E27FC236}">
                <a16:creationId xmlns:a16="http://schemas.microsoft.com/office/drawing/2014/main" id="{D3C5E36B-EFC3-487C-A5AA-61009E1234EA}"/>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D11B3ED3-70AD-4018-A14B-0D99BDF9C2C5}"/>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9302286-8CAB-45C7-B175-A97ADE1DF4E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A3266DCD-4BC1-4ED6-839A-F002846965FF}"/>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05915225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66C95EA-98EE-4379-9AFD-4687307AAF8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V7_A_N11</a:t>
            </a:r>
          </a:p>
        </p:txBody>
      </p:sp>
      <p:sp>
        <p:nvSpPr>
          <p:cNvPr id="2" name="">
            <a:extLst xmlns:a="http://schemas.openxmlformats.org/drawingml/2006/main">
              <a:ext uri="{FF2B5EF4-FFF2-40B4-BE49-F238E27FC236}">
                <a16:creationId xmlns:a16="http://schemas.microsoft.com/office/drawing/2014/main" id="{AF82039E-53C7-443D-B498-CBCDE149461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5CFC4A92-C4DD-4A55-A363-F0CFBA661C3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AF1CD99-6D38-43DB-BE8E-47C0763AD9A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5F39546-3CD3-423F-8F06-15C52303DF5A}"/>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frame coverage, duplicates, unit definitions, and update events.</a:t>
            </a:r>
          </a:p>
        </p:txBody>
      </p:sp>
      <p:sp>
        <p:nvSpPr>
          <p:cNvPr id="6" name="">
            <a:extLst xmlns:a="http://schemas.openxmlformats.org/drawingml/2006/main">
              <a:ext uri="{FF2B5EF4-FFF2-40B4-BE49-F238E27FC236}">
                <a16:creationId xmlns:a16="http://schemas.microsoft.com/office/drawing/2014/main" id="{3E6D748B-AE69-49AB-BC1F-B3A4CE3A7AB8}"/>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E626DEB-07D5-4F56-A92F-263FADD1C84F}"/>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EF8A211B-6BC6-444D-90FD-A735A027EAE5}"/>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4202C2DC-E0B5-4819-96CF-094F3E1D2F3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6033935-1BA4-4ABA-9A3C-032831BE2327}"/>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8D66A259-86BC-427C-BD81-3265872AC7DC}"/>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CB3289E6-E646-48F6-9E26-603F2A9A0825}"/>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D2038CF-769E-42CB-960C-B5BF02C7C578}"/>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61DFBEF-8BDA-4C88-B2E6-CABB7FA8DF41}"/>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ACF8F4E-FD3C-48E4-8C99-D89D5390EF25}"/>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EFF4ACFA-0B87-4C00-AB7B-DBFD76FFDAD6}"/>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C5981A12-2D4F-4D3A-A97E-F6B91E8466D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11178349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3DD6E3-A81F-4CE1-ACFB-BA0B59F44A7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V7_A_N11</a:t>
            </a:r>
          </a:p>
        </p:txBody>
      </p:sp>
      <p:sp>
        <p:nvSpPr>
          <p:cNvPr id="2" name="">
            <a:extLst xmlns:a="http://schemas.openxmlformats.org/drawingml/2006/main">
              <a:ext uri="{FF2B5EF4-FFF2-40B4-BE49-F238E27FC236}">
                <a16:creationId xmlns:a16="http://schemas.microsoft.com/office/drawing/2014/main" id="{CE27387C-B4ED-47A3-9C4C-6843FC7ED8B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221FE078-0C51-49DB-B154-1A49A7451D9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29F1021-5978-45C6-BA32-58BE488CBE3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A795F7B-B8EF-41CB-8643-1A878B1B865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C2FA6D7-A6E9-4915-83B0-ED42AEB00061}"/>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C367670A-6804-42E0-A468-5B81BDF64C98}"/>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5C71FF86-6588-4C19-B3CC-6B5D76FB85B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FA3B7688-C774-4ED7-BB7F-B13300F56D4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C8DD3B5-8F87-43A8-ABFE-6BE5BFF3F338}"/>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E23F42FD-C26E-4B58-AE09-5FAC33037D3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F6C4B7FC-5A5C-4C87-8FEA-0B4D0B23244B}"/>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5F09474E-AADF-49FA-8679-F8DE9B7D8131}"/>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8008B21-A5C7-477A-B5B1-8F3F3CEF3A02}"/>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0295400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171E83-D0FA-4595-8F50-0B1503D4C44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V7_A_N11</a:t>
            </a:r>
          </a:p>
        </p:txBody>
      </p:sp>
      <p:sp>
        <p:nvSpPr>
          <p:cNvPr id="2" name="">
            <a:extLst xmlns:a="http://schemas.openxmlformats.org/drawingml/2006/main">
              <a:ext uri="{FF2B5EF4-FFF2-40B4-BE49-F238E27FC236}">
                <a16:creationId xmlns:a16="http://schemas.microsoft.com/office/drawing/2014/main" id="{F8547745-5304-4ECC-9036-F5ACCC8279B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1EDFFC30-DFA9-4A35-82D7-3370E6DF8A0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7576816-F748-4F01-908B-46576ED060E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79BE05D8-10E2-44E9-B466-0DFC98CA9BE4}"/>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0F8095CC-D542-42B5-8AAB-5628D91CA4C1}"/>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248BA37D-530D-41BF-B711-A16A5DE64D90}"/>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BE0B0363-D29A-49C9-AEC8-84C6A7A98809}"/>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52A96D32-17A3-41AD-80C6-C2CC37BB53C8}"/>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2C04710F-F880-46D5-88BB-356686AB64DE}"/>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977235485"/>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01051F-D505-48DE-AABB-DBD6FBD80F3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6286284-5D3F-4CD4-A605-BE776A7B0B0C}"/>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C258D4C9-5583-4220-9DA7-81427523E3B4}"/>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Statistical unit</a:t>
            </a:r>
          </a:p>
        </p:txBody>
      </p:sp>
      <p:sp>
        <p:nvSpPr>
          <p:cNvPr id="4" name="">
            <a:extLst xmlns:a="http://schemas.openxmlformats.org/drawingml/2006/main">
              <a:ext uri="{FF2B5EF4-FFF2-40B4-BE49-F238E27FC236}">
                <a16:creationId xmlns:a16="http://schemas.microsoft.com/office/drawing/2014/main" id="{9C1EBB18-F563-446C-832A-7FDB6A116BD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BA8D97DD-C182-4666-B2FB-4A641215BB9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Coverage rule</a:t>
            </a:r>
          </a:p>
        </p:txBody>
      </p:sp>
      <p:sp>
        <p:nvSpPr>
          <p:cNvPr id="6" name="">
            <a:extLst xmlns:a="http://schemas.openxmlformats.org/drawingml/2006/main">
              <a:ext uri="{FF2B5EF4-FFF2-40B4-BE49-F238E27FC236}">
                <a16:creationId xmlns:a16="http://schemas.microsoft.com/office/drawing/2014/main" id="{A566C772-6DE4-463D-BA04-1E30AA653B7E}"/>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4F1432D6-22C0-469C-A69F-C5801436C0E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Frame updates</a:t>
            </a:r>
          </a:p>
        </p:txBody>
      </p:sp>
      <p:sp>
        <p:nvSpPr>
          <p:cNvPr id="8" name="">
            <a:extLst xmlns:a="http://schemas.openxmlformats.org/drawingml/2006/main">
              <a:ext uri="{FF2B5EF4-FFF2-40B4-BE49-F238E27FC236}">
                <a16:creationId xmlns:a16="http://schemas.microsoft.com/office/drawing/2014/main" id="{68D01640-DC9F-437B-A5D9-EF02547747E7}"/>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21836D01-99B6-4E49-8244-9F8D99C8A148}"/>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Duplicate control</a:t>
            </a:r>
          </a:p>
        </p:txBody>
      </p:sp>
      <p:sp>
        <p:nvSpPr>
          <p:cNvPr id="10" name="">
            <a:extLst xmlns:a="http://schemas.openxmlformats.org/drawingml/2006/main">
              <a:ext uri="{FF2B5EF4-FFF2-40B4-BE49-F238E27FC236}">
                <a16:creationId xmlns:a16="http://schemas.microsoft.com/office/drawing/2014/main" id="{9137C5AC-1772-4584-8A4C-5222071A9C5A}"/>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C767B15C-54FA-4C3F-B6DB-FAF62CE3A099}"/>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Coverage gaps</a:t>
            </a:r>
          </a:p>
        </p:txBody>
      </p:sp>
      <p:sp>
        <p:nvSpPr>
          <p:cNvPr id="12" name="">
            <a:extLst xmlns:a="http://schemas.openxmlformats.org/drawingml/2006/main">
              <a:ext uri="{FF2B5EF4-FFF2-40B4-BE49-F238E27FC236}">
                <a16:creationId xmlns:a16="http://schemas.microsoft.com/office/drawing/2014/main" id="{90F069FC-34F4-41D6-AA4C-28A77184B55C}"/>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388268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2026-09-04T14:43:43.6590000Z</dcterms:created>
  <dcterms:modified xsi:type="dcterms:W3CDTF">2026-09-04T14:43:43.6590000Z</dcterms:modified>
</coreProperties>
</file>