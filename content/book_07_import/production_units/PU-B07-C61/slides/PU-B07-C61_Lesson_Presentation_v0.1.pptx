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5828e03473472b" /><Relationship Type="http://schemas.openxmlformats.org/officeDocument/2006/relationships/extended-properties" Target="/docProps/app.xml" Id="R2bd459e334804afe" /><Relationship Type="http://schemas.openxmlformats.org/officeDocument/2006/relationships/officeDocument" Target="/ppt/presentation.xml" Id="R39d4b765ec624ce9" /></Relationships>
</file>

<file path=ppt/presentation.xml><?xml version="1.0" encoding="utf-8"?>
<p:presentation xmlns:p="http://schemas.openxmlformats.org/presentationml/2006/main">
  <p:sldMasterIdLst>
    <p:sldMasterId xmlns:r="http://schemas.openxmlformats.org/officeDocument/2006/relationships" id="2147483648" r:id="R482a1ddda44a44c9"/>
  </p:sldMasterIdLst>
  <p:notesMasterIdLst>
    <p:notesMasterId xmlns:r="http://schemas.openxmlformats.org/officeDocument/2006/relationships" r:id="Rb9ea75884d8542bb"/>
  </p:notesMasterIdLst>
  <p:sldIdLst>
    <p:sldId xmlns:r="http://schemas.openxmlformats.org/officeDocument/2006/relationships" id="256" r:id="R1b8473c86144474d"/>
    <p:sldId xmlns:r="http://schemas.openxmlformats.org/officeDocument/2006/relationships" id="257" r:id="Rf52d8eb7329c4cb1"/>
    <p:sldId xmlns:r="http://schemas.openxmlformats.org/officeDocument/2006/relationships" id="258" r:id="R4b6bc6ca785d4e58"/>
    <p:sldId xmlns:r="http://schemas.openxmlformats.org/officeDocument/2006/relationships" id="259" r:id="R3e78f055cc2d42a3"/>
    <p:sldId xmlns:r="http://schemas.openxmlformats.org/officeDocument/2006/relationships" id="260" r:id="R7a2573fa5c5f44c8"/>
    <p:sldId xmlns:r="http://schemas.openxmlformats.org/officeDocument/2006/relationships" id="261" r:id="R6f99b67bca58460f"/>
    <p:sldId xmlns:r="http://schemas.openxmlformats.org/officeDocument/2006/relationships" id="262" r:id="R786c6235fee14379"/>
    <p:sldId xmlns:r="http://schemas.openxmlformats.org/officeDocument/2006/relationships" id="263" r:id="R22317982370d43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286807aa58424a" /><Relationship Type="http://schemas.openxmlformats.org/officeDocument/2006/relationships/slideMaster" Target="/ppt/slideMasters/slideMaster1.xml" Id="R482a1ddda44a44c9" /><Relationship Type="http://schemas.openxmlformats.org/officeDocument/2006/relationships/notesMaster" Target="/ppt/notesMasters/notesMaster1.xml" Id="Rb9ea75884d8542bb" /><Relationship Type="http://schemas.openxmlformats.org/officeDocument/2006/relationships/presProps" Target="/ppt/presProps.xml" Id="R08f02e297a41481a" /><Relationship Type="http://schemas.openxmlformats.org/officeDocument/2006/relationships/tableStyles" Target="/ppt/tableStyles.xml" Id="R3e7830572b9846e6" /><Relationship Type="http://schemas.openxmlformats.org/officeDocument/2006/relationships/slide" Target="/ppt/slides/slide1.xml" Id="R1b8473c86144474d" /><Relationship Type="http://schemas.openxmlformats.org/officeDocument/2006/relationships/slide" Target="/ppt/slides/slide2.xml" Id="Rf52d8eb7329c4cb1" /><Relationship Type="http://schemas.openxmlformats.org/officeDocument/2006/relationships/slide" Target="/ppt/slides/slide3.xml" Id="R4b6bc6ca785d4e58" /><Relationship Type="http://schemas.openxmlformats.org/officeDocument/2006/relationships/slide" Target="/ppt/slides/slide4.xml" Id="R3e78f055cc2d42a3" /><Relationship Type="http://schemas.openxmlformats.org/officeDocument/2006/relationships/slide" Target="/ppt/slides/slide5.xml" Id="R7a2573fa5c5f44c8" /><Relationship Type="http://schemas.openxmlformats.org/officeDocument/2006/relationships/slide" Target="/ppt/slides/slide6.xml" Id="R6f99b67bca58460f" /><Relationship Type="http://schemas.openxmlformats.org/officeDocument/2006/relationships/slide" Target="/ppt/slides/slide7.xml" Id="R786c6235fee14379" /><Relationship Type="http://schemas.openxmlformats.org/officeDocument/2006/relationships/slide" Target="/ppt/slides/slide8.xml" Id="R22317982370d43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9fe7d806cb44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b0817c91df4242" /><Relationship Type="http://schemas.openxmlformats.org/officeDocument/2006/relationships/notesMaster" Target="/ppt/notesMasters/notesMaster1.xml" Id="R9f45bdb7263d4f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08b0a604d4463b" /><Relationship Type="http://schemas.openxmlformats.org/officeDocument/2006/relationships/notesMaster" Target="/ppt/notesMasters/notesMaster1.xml" Id="R56f25c899ca244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a62dfc55324218" /><Relationship Type="http://schemas.openxmlformats.org/officeDocument/2006/relationships/notesMaster" Target="/ppt/notesMasters/notesMaster1.xml" Id="Rbe1d66fe2c3d46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321221086e4ca1" /><Relationship Type="http://schemas.openxmlformats.org/officeDocument/2006/relationships/notesMaster" Target="/ppt/notesMasters/notesMaster1.xml" Id="R8d4814642b2542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587de56216492e" /><Relationship Type="http://schemas.openxmlformats.org/officeDocument/2006/relationships/notesMaster" Target="/ppt/notesMasters/notesMaster1.xml" Id="Rd1324f9d83574d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767902b8944283" /><Relationship Type="http://schemas.openxmlformats.org/officeDocument/2006/relationships/notesMaster" Target="/ppt/notesMasters/notesMaster1.xml" Id="R35a8f3488d884c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c5853c8a794ca4" /><Relationship Type="http://schemas.openxmlformats.org/officeDocument/2006/relationships/notesMaster" Target="/ppt/notesMasters/notesMaster1.xml" Id="R7dab24a9f9ec4b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64016e10ff46f8" /><Relationship Type="http://schemas.openxmlformats.org/officeDocument/2006/relationships/notesMaster" Target="/ppt/notesMasters/notesMaster1.xml" Id="R2b5e8db305b74f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Coordinate Support Without Scoring Human Worth. This lesson begins with one principle: housing support must respond to needs without ranking human worth.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V7_D_N11,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Housing support must respond to needs without ranking human worth. The five controls shown here are Need, Preference, Urgency, Consent, Referral. Together, they prevent a habitat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V7_D_N11,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need, move through preference and urgency, and finish with consent and referral.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V7_D_N11,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habitat example. A team offers housing options and tracks referrals without ranking people’s value.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V7_D_N11,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Build a support workflow and test consent, privacy, urgency, and appeal.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V7_D_N11,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habitat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V7_D_N11,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V7_D_N11,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need clear? Is preference documented? Is urgency testable? Is consent governed? And is referral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V7_D_N11,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38459b317d42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678274d6914bae" /><Relationship Type="http://schemas.openxmlformats.org/officeDocument/2006/relationships/slideLayout" Target="/ppt/slideLayouts/slideLayout1.xml" Id="Rabaf931463e045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af931463e045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6fddfa25a7942aa" /><Relationship Type="http://schemas.openxmlformats.org/officeDocument/2006/relationships/notesSlide" Target="/ppt/notesSlides/notesSlide1.xml" Id="R839986733a8b42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38669c19cec4d91" /><Relationship Type="http://schemas.openxmlformats.org/officeDocument/2006/relationships/notesSlide" Target="/ppt/notesSlides/notesSlide2.xml" Id="R89465f5ba96446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5e16c8903de42bc" /><Relationship Type="http://schemas.openxmlformats.org/officeDocument/2006/relationships/notesSlide" Target="/ppt/notesSlides/notesSlide3.xml" Id="Rfbebea36436f40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73ced3d6bb54b07" /><Relationship Type="http://schemas.openxmlformats.org/officeDocument/2006/relationships/notesSlide" Target="/ppt/notesSlides/notesSlide4.xml" Id="Ra698c7cb10ec4f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b7e50a2100845fc" /><Relationship Type="http://schemas.openxmlformats.org/officeDocument/2006/relationships/notesSlide" Target="/ppt/notesSlides/notesSlide5.xml" Id="R7fb7a1c3a5824e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3f5e218bf3941cd" /><Relationship Type="http://schemas.openxmlformats.org/officeDocument/2006/relationships/notesSlide" Target="/ppt/notesSlides/notesSlide6.xml" Id="Rb967538d17cc4e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1a9134dfadc4926" /><Relationship Type="http://schemas.openxmlformats.org/officeDocument/2006/relationships/notesSlide" Target="/ppt/notesSlides/notesSlide7.xml" Id="R67e50b1a8d314b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4f0ad886d6e4768" /><Relationship Type="http://schemas.openxmlformats.org/officeDocument/2006/relationships/notesSlide" Target="/ppt/notesSlides/notesSlide8.xml" Id="R6b289cbb449e4bb8"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4A64E62-DB4A-4924-8ADF-3FFCCD6D34E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03494EB3-E639-4F95-BABE-730F2273A467}"/>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7F733D37-153C-45B0-8D93-0B0E64E0152E}"/>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12A5B3A3-5B28-4648-9177-50DF2117E29C}"/>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HABITAT TRACK</a:t>
            </a:r>
          </a:p>
        </p:txBody>
      </p:sp>
      <p:sp>
        <p:nvSpPr>
          <p:cNvPr id="5" name="">
            <a:extLst xmlns:a="http://schemas.openxmlformats.org/drawingml/2006/main">
              <a:ext uri="{FF2B5EF4-FFF2-40B4-BE49-F238E27FC236}">
                <a16:creationId xmlns:a16="http://schemas.microsoft.com/office/drawing/2014/main" id="{497EC49E-C43E-47BD-8F45-0F49C958ED06}"/>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COORDINATE SUPPORT WITHOUT SCORING HUMAN WORTH</a:t>
            </a:r>
          </a:p>
        </p:txBody>
      </p:sp>
      <p:sp>
        <p:nvSpPr>
          <p:cNvPr id="6" name="">
            <a:extLst xmlns:a="http://schemas.openxmlformats.org/drawingml/2006/main">
              <a:ext uri="{FF2B5EF4-FFF2-40B4-BE49-F238E27FC236}">
                <a16:creationId xmlns:a16="http://schemas.microsoft.com/office/drawing/2014/main" id="{1901EE59-0DFE-4687-8FD6-F5D63E35D907}"/>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Housing support must respond to needs without ranking human worth.</a:t>
            </a:r>
          </a:p>
        </p:txBody>
      </p:sp>
      <p:sp>
        <p:nvSpPr>
          <p:cNvPr id="7" name="">
            <a:extLst xmlns:a="http://schemas.openxmlformats.org/drawingml/2006/main">
              <a:ext uri="{FF2B5EF4-FFF2-40B4-BE49-F238E27FC236}">
                <a16:creationId xmlns:a16="http://schemas.microsoft.com/office/drawing/2014/main" id="{16F99B38-FE69-4B92-8369-8B4A8CBB82CD}"/>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V7_D_N11</a:t>
            </a:r>
          </a:p>
        </p:txBody>
      </p:sp>
      <p:sp>
        <p:nvSpPr>
          <p:cNvPr id="8" name="">
            <a:extLst xmlns:a="http://schemas.openxmlformats.org/drawingml/2006/main">
              <a:ext uri="{FF2B5EF4-FFF2-40B4-BE49-F238E27FC236}">
                <a16:creationId xmlns:a16="http://schemas.microsoft.com/office/drawing/2014/main" id="{251C84AE-2803-4EB5-B7EA-140D0C906B89}"/>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PU-B07-C61</a:t>
            </a:r>
          </a:p>
        </p:txBody>
      </p:sp>
      <p:sp>
        <p:nvSpPr>
          <p:cNvPr id="9" name="">
            <a:extLst xmlns:a="http://schemas.openxmlformats.org/drawingml/2006/main">
              <a:ext uri="{FF2B5EF4-FFF2-40B4-BE49-F238E27FC236}">
                <a16:creationId xmlns:a16="http://schemas.microsoft.com/office/drawing/2014/main" id="{C08B23B3-45CD-489A-A888-066B9123C386}"/>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F27A1EB8-D219-4393-9EBF-22503C9BADF8}"/>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154515081"/>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89580CF-A6AC-48B7-B52B-8AF2CEFF421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V7_D_N11</a:t>
            </a:r>
          </a:p>
        </p:txBody>
      </p:sp>
      <p:sp>
        <p:nvSpPr>
          <p:cNvPr id="2" name="">
            <a:extLst xmlns:a="http://schemas.openxmlformats.org/drawingml/2006/main">
              <a:ext uri="{FF2B5EF4-FFF2-40B4-BE49-F238E27FC236}">
                <a16:creationId xmlns:a16="http://schemas.microsoft.com/office/drawing/2014/main" id="{C73D25D3-5495-451A-8BB8-387C9BF81AD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62F886EE-7B85-46E6-BE8D-E7FBA983A0A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B8FD25A-FC01-41B2-8231-6A4C01DFD931}"/>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21E5CED7-0D56-4C71-914E-3D1B198CC62B}"/>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Housing support must respond to needs without ranking human worth.</a:t>
            </a:r>
          </a:p>
        </p:txBody>
      </p:sp>
      <p:sp>
        <p:nvSpPr>
          <p:cNvPr id="6" name="">
            <a:extLst xmlns:a="http://schemas.openxmlformats.org/drawingml/2006/main">
              <a:ext uri="{FF2B5EF4-FFF2-40B4-BE49-F238E27FC236}">
                <a16:creationId xmlns:a16="http://schemas.microsoft.com/office/drawing/2014/main" id="{F935378C-7F1D-4EA4-B7F4-8D78F8475AA0}"/>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FD68C79F-73E3-45C8-8D50-92D7B7555EC9}"/>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7AA24793-A439-4D10-9552-BD20112911C2}"/>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Need</a:t>
            </a:r>
          </a:p>
        </p:txBody>
      </p:sp>
      <p:sp>
        <p:nvSpPr>
          <p:cNvPr id="9" name="">
            <a:extLst xmlns:a="http://schemas.openxmlformats.org/drawingml/2006/main">
              <a:ext uri="{FF2B5EF4-FFF2-40B4-BE49-F238E27FC236}">
                <a16:creationId xmlns:a16="http://schemas.microsoft.com/office/drawing/2014/main" id="{047D7DC5-E990-4E55-A687-EA932D3E0371}"/>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4D20BC0D-3188-48F0-AA9D-1343DA506D3A}"/>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Preference</a:t>
            </a:r>
          </a:p>
        </p:txBody>
      </p:sp>
      <p:sp>
        <p:nvSpPr>
          <p:cNvPr id="11" name="">
            <a:extLst xmlns:a="http://schemas.openxmlformats.org/drawingml/2006/main">
              <a:ext uri="{FF2B5EF4-FFF2-40B4-BE49-F238E27FC236}">
                <a16:creationId xmlns:a16="http://schemas.microsoft.com/office/drawing/2014/main" id="{2B3A75A2-F969-423A-9141-CA4158FE944B}"/>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8717DA17-F30F-420A-ADBB-60428EBDDF6A}"/>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Urgency</a:t>
            </a:r>
          </a:p>
        </p:txBody>
      </p:sp>
      <p:sp>
        <p:nvSpPr>
          <p:cNvPr id="13" name="">
            <a:extLst xmlns:a="http://schemas.openxmlformats.org/drawingml/2006/main">
              <a:ext uri="{FF2B5EF4-FFF2-40B4-BE49-F238E27FC236}">
                <a16:creationId xmlns:a16="http://schemas.microsoft.com/office/drawing/2014/main" id="{81AC7E20-F03B-4D71-8AD9-9215B4E51E8F}"/>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55220BDA-640F-41FD-8810-4C2E4A633970}"/>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Consent</a:t>
            </a:r>
          </a:p>
        </p:txBody>
      </p:sp>
      <p:sp>
        <p:nvSpPr>
          <p:cNvPr id="15" name="">
            <a:extLst xmlns:a="http://schemas.openxmlformats.org/drawingml/2006/main">
              <a:ext uri="{FF2B5EF4-FFF2-40B4-BE49-F238E27FC236}">
                <a16:creationId xmlns:a16="http://schemas.microsoft.com/office/drawing/2014/main" id="{F899A52A-4E96-4B3F-85EF-D068530ABA63}"/>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40E2209C-E5B4-474E-85CA-5F0393EB0FCA}"/>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Referral</a:t>
            </a:r>
          </a:p>
        </p:txBody>
      </p:sp>
      <p:sp>
        <p:nvSpPr>
          <p:cNvPr id="17" name="">
            <a:extLst xmlns:a="http://schemas.openxmlformats.org/drawingml/2006/main">
              <a:ext uri="{FF2B5EF4-FFF2-40B4-BE49-F238E27FC236}">
                <a16:creationId xmlns:a16="http://schemas.microsoft.com/office/drawing/2014/main" id="{B1319B1E-F71D-4BE9-A033-00393F7AE5D5}"/>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788582249"/>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03C2549-EC18-47CF-B611-A11786BE621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V7_D_N11</a:t>
            </a:r>
          </a:p>
        </p:txBody>
      </p:sp>
      <p:sp>
        <p:nvSpPr>
          <p:cNvPr id="2" name="">
            <a:extLst xmlns:a="http://schemas.openxmlformats.org/drawingml/2006/main">
              <a:ext uri="{FF2B5EF4-FFF2-40B4-BE49-F238E27FC236}">
                <a16:creationId xmlns:a16="http://schemas.microsoft.com/office/drawing/2014/main" id="{791B59EF-17FF-4778-A2AA-AFFF1EC625D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5AFADC97-5C67-4797-AFAC-40C14DB89D19}"/>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26062F9-C382-42F5-A176-7C2B90A42C02}"/>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D0905A5A-862B-43CB-BEAB-054503B5DEB6}"/>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72A5BA83-EC98-4F2F-9D63-C2A256FF5183}"/>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EBDE0616-0A58-4952-9B5B-4D6EC195A383}"/>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Need</a:t>
            </a:r>
          </a:p>
        </p:txBody>
      </p:sp>
      <p:sp>
        <p:nvSpPr>
          <p:cNvPr id="8" name="">
            <a:extLst xmlns:a="http://schemas.openxmlformats.org/drawingml/2006/main">
              <a:ext uri="{FF2B5EF4-FFF2-40B4-BE49-F238E27FC236}">
                <a16:creationId xmlns:a16="http://schemas.microsoft.com/office/drawing/2014/main" id="{C8DEFAF6-27D7-46B2-A1C6-CC995111181B}"/>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8E81C3F3-B856-4409-ACB6-94049DFE72B2}"/>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0EC41DE8-402E-47AD-A9A7-6EDDB1990A60}"/>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Preference</a:t>
            </a:r>
          </a:p>
        </p:txBody>
      </p:sp>
      <p:sp>
        <p:nvSpPr>
          <p:cNvPr id="11" name="">
            <a:extLst xmlns:a="http://schemas.openxmlformats.org/drawingml/2006/main">
              <a:ext uri="{FF2B5EF4-FFF2-40B4-BE49-F238E27FC236}">
                <a16:creationId xmlns:a16="http://schemas.microsoft.com/office/drawing/2014/main" id="{45266D52-D427-4148-A5C9-59D4F3C7C201}"/>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6F2FE0AC-1D56-413A-999C-7634198A57E9}"/>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05A95C3F-69F6-4B48-ADAF-4A4CE192480C}"/>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Urgency</a:t>
            </a:r>
          </a:p>
        </p:txBody>
      </p:sp>
      <p:sp>
        <p:nvSpPr>
          <p:cNvPr id="14" name="">
            <a:extLst xmlns:a="http://schemas.openxmlformats.org/drawingml/2006/main">
              <a:ext uri="{FF2B5EF4-FFF2-40B4-BE49-F238E27FC236}">
                <a16:creationId xmlns:a16="http://schemas.microsoft.com/office/drawing/2014/main" id="{AAD5BFE4-11A3-4445-B46B-6A4ED66530F3}"/>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16DBA0FF-5180-4C5F-9F6A-D08128E1ED15}"/>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13FB9515-F5F9-4673-BBF2-3D078AA81DAE}"/>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Consent</a:t>
            </a:r>
          </a:p>
        </p:txBody>
      </p:sp>
      <p:sp>
        <p:nvSpPr>
          <p:cNvPr id="17" name="">
            <a:extLst xmlns:a="http://schemas.openxmlformats.org/drawingml/2006/main">
              <a:ext uri="{FF2B5EF4-FFF2-40B4-BE49-F238E27FC236}">
                <a16:creationId xmlns:a16="http://schemas.microsoft.com/office/drawing/2014/main" id="{88413CBB-C924-415D-8EA5-1FB700154BA6}"/>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DD04DE02-B564-4104-8615-721D20C48A3B}"/>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50A4B3BB-67D9-4888-86C9-2D4DFBBFC0AB}"/>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Referral</a:t>
            </a:r>
          </a:p>
        </p:txBody>
      </p:sp>
      <p:sp>
        <p:nvSpPr>
          <p:cNvPr id="20" name="">
            <a:extLst xmlns:a="http://schemas.openxmlformats.org/drawingml/2006/main">
              <a:ext uri="{FF2B5EF4-FFF2-40B4-BE49-F238E27FC236}">
                <a16:creationId xmlns:a16="http://schemas.microsoft.com/office/drawing/2014/main" id="{CEF6757C-CD31-471A-A25A-39AEEE9DFEC9}"/>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946886835"/>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48638EF-F8C7-45B6-83CF-095AD1A3D77B}"/>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V7_D_N11</a:t>
            </a:r>
          </a:p>
        </p:txBody>
      </p:sp>
      <p:sp>
        <p:nvSpPr>
          <p:cNvPr id="2" name="">
            <a:extLst xmlns:a="http://schemas.openxmlformats.org/drawingml/2006/main">
              <a:ext uri="{FF2B5EF4-FFF2-40B4-BE49-F238E27FC236}">
                <a16:creationId xmlns:a16="http://schemas.microsoft.com/office/drawing/2014/main" id="{6C485163-3DEF-44DD-BA33-16E6FD1CD5C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A37FEAE4-5433-4E6A-ADB7-61852796543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5384B52-31E8-43AF-B4C4-0F92DC3CE446}"/>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275BD1A9-F848-432D-9403-C4256AF290DA}"/>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3547B012-A2A4-4D57-B1B0-78504C99652E}"/>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20EA45CA-1BD2-4A6B-B57B-F1781175341B}"/>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team offers housing options and tracks referrals without ranking people’s value.</a:t>
            </a:r>
          </a:p>
        </p:txBody>
      </p:sp>
      <p:sp>
        <p:nvSpPr>
          <p:cNvPr id="8" name="">
            <a:extLst xmlns:a="http://schemas.openxmlformats.org/drawingml/2006/main">
              <a:ext uri="{FF2B5EF4-FFF2-40B4-BE49-F238E27FC236}">
                <a16:creationId xmlns:a16="http://schemas.microsoft.com/office/drawing/2014/main" id="{E4AC3439-B114-4965-ABE6-65EC266CB324}"/>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0AA8E784-97A0-46D6-AE21-ED205E6B9988}"/>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9972DCB7-EE86-45F1-A999-3E313174AD60}"/>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DB776B03-ACBB-480C-9EAC-BAD0BAF66E8F}"/>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672828268"/>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8E52681-78FB-4F0F-BB50-ED21C3A3C1E8}"/>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V7_D_N11</a:t>
            </a:r>
          </a:p>
        </p:txBody>
      </p:sp>
      <p:sp>
        <p:nvSpPr>
          <p:cNvPr id="2" name="">
            <a:extLst xmlns:a="http://schemas.openxmlformats.org/drawingml/2006/main">
              <a:ext uri="{FF2B5EF4-FFF2-40B4-BE49-F238E27FC236}">
                <a16:creationId xmlns:a16="http://schemas.microsoft.com/office/drawing/2014/main" id="{422865E9-FC2C-45C2-BA10-1EEA266DDC7E}"/>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2FFB29A3-10D7-42E3-822D-F4C9DD422C0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31A0260-A74D-48F5-9A60-F3D9F495A1F0}"/>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5B522CEB-9A93-4157-AD84-F508C84D1349}"/>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Build a support workflow and test consent, privacy, urgency, and appeal.</a:t>
            </a:r>
          </a:p>
        </p:txBody>
      </p:sp>
      <p:sp>
        <p:nvSpPr>
          <p:cNvPr id="6" name="">
            <a:extLst xmlns:a="http://schemas.openxmlformats.org/drawingml/2006/main">
              <a:ext uri="{FF2B5EF4-FFF2-40B4-BE49-F238E27FC236}">
                <a16:creationId xmlns:a16="http://schemas.microsoft.com/office/drawing/2014/main" id="{4CCFA66B-BF90-4A90-8564-331D078460C4}"/>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11BD0E24-3FCD-4331-ABEC-F4CEA973F0F3}"/>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71D6B88C-DB53-4ECD-BC6F-2E70B11F8FF7}"/>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6F05A5B8-ED6F-445B-9E21-EC889D2F21DA}"/>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5001AAFC-918B-4020-B9B8-A6C61178600A}"/>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6883E855-1391-413F-92E7-1572FA5D3993}"/>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35579617-5458-4057-9BA1-33A96213E29F}"/>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DBD74C94-8BBB-4F17-9687-7CBFD136CC97}"/>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06771188-936B-4205-B7CA-C44A41E26406}"/>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3A5684D1-4DBB-4CBF-9F52-BE26823DBD72}"/>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38B16A77-B8AD-4ECB-8336-A2C80FA813C3}"/>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0B944D8A-059B-4561-A27D-3F830375F2DC}"/>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734286831"/>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CCD9F43-4DA1-4176-837C-DB691ABD795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V7_D_N11</a:t>
            </a:r>
          </a:p>
        </p:txBody>
      </p:sp>
      <p:sp>
        <p:nvSpPr>
          <p:cNvPr id="2" name="">
            <a:extLst xmlns:a="http://schemas.openxmlformats.org/drawingml/2006/main">
              <a:ext uri="{FF2B5EF4-FFF2-40B4-BE49-F238E27FC236}">
                <a16:creationId xmlns:a16="http://schemas.microsoft.com/office/drawing/2014/main" id="{9C68C51D-6F22-4C6D-A957-3FD381A97BA6}"/>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39A310DA-C6AD-4B63-8907-25C3C22E51B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5D3C9CD-2C4B-4F26-85A5-F9158566F68B}"/>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491E0443-EDEE-4F93-BE7F-FAB3034CA187}"/>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BC90E734-A5D5-4CBE-8419-691D98EFF5F9}"/>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0B7C7241-741B-491D-9B0F-38116813CB98}"/>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EA558207-668C-4FD7-AB84-309963C8F118}"/>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50B23C37-E588-4BFF-BAEC-1317926EEF12}"/>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53277DC2-7486-42AB-8F09-126A9245B8E3}"/>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DFA48BCA-26A4-41BB-AFCA-AF06668AC622}"/>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21DC814D-7CD1-4DBE-8E15-15C566984211}"/>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654AD8EE-53DE-4468-889D-64A22CFAE15D}"/>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D1A16489-F82C-4B04-B4BE-CFCE119ACEED}"/>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67019008"/>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53F6FF5-8D2C-46EC-83AD-BCC2A18F2778}"/>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V7_D_N11</a:t>
            </a:r>
          </a:p>
        </p:txBody>
      </p:sp>
      <p:sp>
        <p:nvSpPr>
          <p:cNvPr id="2" name="">
            <a:extLst xmlns:a="http://schemas.openxmlformats.org/drawingml/2006/main">
              <a:ext uri="{FF2B5EF4-FFF2-40B4-BE49-F238E27FC236}">
                <a16:creationId xmlns:a16="http://schemas.microsoft.com/office/drawing/2014/main" id="{C8834B26-66CE-40C5-A3C8-94A57DF6AEC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D78B402C-BCF9-4B9B-8072-59CBB6BA4E3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61AC30F-E2E2-4E28-9E84-084A8211B710}"/>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AAEA29F3-155D-4F70-A14F-E3664E78623E}"/>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6763D265-7869-42B4-B272-E721D164EDD5}"/>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FEB91631-4D3D-4600-8C0E-F7935B43B2FA}"/>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0F486ECD-BFF2-4898-99AA-F0C9E28120FB}"/>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1003D228-654E-441B-A22C-D04D9D3EF90A}"/>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75AD9A7E-2D5F-4BFD-A02B-6CE7C498EC0A}"/>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607134231"/>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BAA0F93-3F09-4405-AA9C-89043EB1D710}"/>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D9E25A8C-8CE9-49D2-B1C6-DE389E552F1A}"/>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5528E35B-D6B1-439D-A5A1-0755DB34483E}"/>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Need</a:t>
            </a:r>
          </a:p>
        </p:txBody>
      </p:sp>
      <p:sp>
        <p:nvSpPr>
          <p:cNvPr id="4" name="">
            <a:extLst xmlns:a="http://schemas.openxmlformats.org/drawingml/2006/main">
              <a:ext uri="{FF2B5EF4-FFF2-40B4-BE49-F238E27FC236}">
                <a16:creationId xmlns:a16="http://schemas.microsoft.com/office/drawing/2014/main" id="{69CA51A2-C721-4747-81BD-03C86416FDC9}"/>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DA761459-FF09-437D-B7B4-2E57AFC5F638}"/>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Preference</a:t>
            </a:r>
          </a:p>
        </p:txBody>
      </p:sp>
      <p:sp>
        <p:nvSpPr>
          <p:cNvPr id="6" name="">
            <a:extLst xmlns:a="http://schemas.openxmlformats.org/drawingml/2006/main">
              <a:ext uri="{FF2B5EF4-FFF2-40B4-BE49-F238E27FC236}">
                <a16:creationId xmlns:a16="http://schemas.microsoft.com/office/drawing/2014/main" id="{AFBB74ED-2AFB-4DA5-B8C4-BF270276DFD6}"/>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FE51FEE2-2218-4CE5-9637-2806E413E816}"/>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Urgency</a:t>
            </a:r>
          </a:p>
        </p:txBody>
      </p:sp>
      <p:sp>
        <p:nvSpPr>
          <p:cNvPr id="8" name="">
            <a:extLst xmlns:a="http://schemas.openxmlformats.org/drawingml/2006/main">
              <a:ext uri="{FF2B5EF4-FFF2-40B4-BE49-F238E27FC236}">
                <a16:creationId xmlns:a16="http://schemas.microsoft.com/office/drawing/2014/main" id="{16389555-ADD1-4728-8585-D9D2EF05727A}"/>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E2B70752-4E89-445A-9225-B51E1AACCC62}"/>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Consent</a:t>
            </a:r>
          </a:p>
        </p:txBody>
      </p:sp>
      <p:sp>
        <p:nvSpPr>
          <p:cNvPr id="10" name="">
            <a:extLst xmlns:a="http://schemas.openxmlformats.org/drawingml/2006/main">
              <a:ext uri="{FF2B5EF4-FFF2-40B4-BE49-F238E27FC236}">
                <a16:creationId xmlns:a16="http://schemas.microsoft.com/office/drawing/2014/main" id="{008934C0-B9BA-4063-AAF2-0F6C0DEB854F}"/>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BC1AA482-9AAA-4D9B-82A7-C7FD0A8B53CD}"/>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Referral</a:t>
            </a:r>
          </a:p>
        </p:txBody>
      </p:sp>
      <p:sp>
        <p:nvSpPr>
          <p:cNvPr id="12" name="">
            <a:extLst xmlns:a="http://schemas.openxmlformats.org/drawingml/2006/main">
              <a:ext uri="{FF2B5EF4-FFF2-40B4-BE49-F238E27FC236}">
                <a16:creationId xmlns:a16="http://schemas.microsoft.com/office/drawing/2014/main" id="{33BA354F-7A3F-4964-A190-7DE0BDAF8331}"/>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20456626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2026-09-04T15:49:26.4430000Z</dcterms:created>
  <dcterms:modified xsi:type="dcterms:W3CDTF">2026-09-04T15:49:26.4430000Z</dcterms:modified>
</coreProperties>
</file>