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97f37044c34700" /><Relationship Type="http://schemas.openxmlformats.org/officeDocument/2006/relationships/extended-properties" Target="/docProps/app.xml" Id="R96a4182c5ff2493c" /><Relationship Type="http://schemas.openxmlformats.org/officeDocument/2006/relationships/officeDocument" Target="/ppt/presentation.xml" Id="R55988dc3f7184573" /></Relationships>
</file>

<file path=ppt/presentation.xml><?xml version="1.0" encoding="utf-8"?>
<p:presentation xmlns:p="http://schemas.openxmlformats.org/presentationml/2006/main">
  <p:sldMasterIdLst>
    <p:sldMasterId xmlns:r="http://schemas.openxmlformats.org/officeDocument/2006/relationships" id="2147483648" r:id="Rf8a62e2e3b054405"/>
  </p:sldMasterIdLst>
  <p:notesMasterIdLst>
    <p:notesMasterId xmlns:r="http://schemas.openxmlformats.org/officeDocument/2006/relationships" r:id="Rf19a180107e54b6c"/>
  </p:notesMasterIdLst>
  <p:sldIdLst>
    <p:sldId xmlns:r="http://schemas.openxmlformats.org/officeDocument/2006/relationships" id="256" r:id="Rf6a20e3e7909453b"/>
    <p:sldId xmlns:r="http://schemas.openxmlformats.org/officeDocument/2006/relationships" id="257" r:id="R79ca777712af4d7a"/>
    <p:sldId xmlns:r="http://schemas.openxmlformats.org/officeDocument/2006/relationships" id="258" r:id="R3121594c1e864dde"/>
    <p:sldId xmlns:r="http://schemas.openxmlformats.org/officeDocument/2006/relationships" id="259" r:id="Rde175b5645f144ea"/>
    <p:sldId xmlns:r="http://schemas.openxmlformats.org/officeDocument/2006/relationships" id="260" r:id="Rce489dea720a4300"/>
    <p:sldId xmlns:r="http://schemas.openxmlformats.org/officeDocument/2006/relationships" id="261" r:id="Re94ff73371624343"/>
    <p:sldId xmlns:r="http://schemas.openxmlformats.org/officeDocument/2006/relationships" id="262" r:id="Ra93ec9e370b94f01"/>
    <p:sldId xmlns:r="http://schemas.openxmlformats.org/officeDocument/2006/relationships" id="263" r:id="Rbcdd8e7097094a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e73c8e6eeb4b20" /><Relationship Type="http://schemas.openxmlformats.org/officeDocument/2006/relationships/slideMaster" Target="/ppt/slideMasters/slideMaster1.xml" Id="Rf8a62e2e3b054405" /><Relationship Type="http://schemas.openxmlformats.org/officeDocument/2006/relationships/notesMaster" Target="/ppt/notesMasters/notesMaster1.xml" Id="Rf19a180107e54b6c" /><Relationship Type="http://schemas.openxmlformats.org/officeDocument/2006/relationships/presProps" Target="/ppt/presProps.xml" Id="R73a0b64856d34029" /><Relationship Type="http://schemas.openxmlformats.org/officeDocument/2006/relationships/tableStyles" Target="/ppt/tableStyles.xml" Id="R87b6d5adbe7a42cd" /><Relationship Type="http://schemas.openxmlformats.org/officeDocument/2006/relationships/slide" Target="/ppt/slides/slide1.xml" Id="Rf6a20e3e7909453b" /><Relationship Type="http://schemas.openxmlformats.org/officeDocument/2006/relationships/slide" Target="/ppt/slides/slide2.xml" Id="R79ca777712af4d7a" /><Relationship Type="http://schemas.openxmlformats.org/officeDocument/2006/relationships/slide" Target="/ppt/slides/slide3.xml" Id="R3121594c1e864dde" /><Relationship Type="http://schemas.openxmlformats.org/officeDocument/2006/relationships/slide" Target="/ppt/slides/slide4.xml" Id="Rde175b5645f144ea" /><Relationship Type="http://schemas.openxmlformats.org/officeDocument/2006/relationships/slide" Target="/ppt/slides/slide5.xml" Id="Rce489dea720a4300" /><Relationship Type="http://schemas.openxmlformats.org/officeDocument/2006/relationships/slide" Target="/ppt/slides/slide6.xml" Id="Re94ff73371624343" /><Relationship Type="http://schemas.openxmlformats.org/officeDocument/2006/relationships/slide" Target="/ppt/slides/slide7.xml" Id="Ra93ec9e370b94f01" /><Relationship Type="http://schemas.openxmlformats.org/officeDocument/2006/relationships/slide" Target="/ppt/slides/slide8.xml" Id="Rbcdd8e7097094a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53530458b644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917e5cc31b4c7f" /><Relationship Type="http://schemas.openxmlformats.org/officeDocument/2006/relationships/notesMaster" Target="/ppt/notesMasters/notesMaster1.xml" Id="R10e8096f80024b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083958df394f69" /><Relationship Type="http://schemas.openxmlformats.org/officeDocument/2006/relationships/notesMaster" Target="/ppt/notesMasters/notesMaster1.xml" Id="R278aacd169ee4e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4e3ed143fd4ce2" /><Relationship Type="http://schemas.openxmlformats.org/officeDocument/2006/relationships/notesMaster" Target="/ppt/notesMasters/notesMaster1.xml" Id="R020161d9288548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782210e1d8418d" /><Relationship Type="http://schemas.openxmlformats.org/officeDocument/2006/relationships/notesMaster" Target="/ppt/notesMasters/notesMaster1.xml" Id="R52cdb3f1c84a45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eae8ee5d29462f" /><Relationship Type="http://schemas.openxmlformats.org/officeDocument/2006/relationships/notesMaster" Target="/ppt/notesMasters/notesMaster1.xml" Id="R3ebdc79062c244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a9ad34758d4607" /><Relationship Type="http://schemas.openxmlformats.org/officeDocument/2006/relationships/notesMaster" Target="/ppt/notesMasters/notesMaster1.xml" Id="R6428290c3adc44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29890f97354b0b" /><Relationship Type="http://schemas.openxmlformats.org/officeDocument/2006/relationships/notesMaster" Target="/ppt/notesMasters/notesMaster1.xml" Id="Rd37c3a05628341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1fcd1883e5438b" /><Relationship Type="http://schemas.openxmlformats.org/officeDocument/2006/relationships/notesMaster" Target="/ppt/notesMasters/notesMaster1.xml" Id="R369b8ada52274c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Nutrition Evidence With Dignity. This lesson begins with one principle: nutrition intelligence must protect dignity, privacy, and care.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Nutrition intelligence must protect dignity, privacy, and care. The five controls shown here are Valid measure, Reference standard, Uncertainty, Privacy, Care pathway. Together, they prevent an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valid measure, move through reference standard and uncertainty, and finish with privacy and care pathway.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A nutrition signal supports confidential outreach without labeling a child.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Test privacy, uncertainty, and referral safeguards.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valid measure clear? Is reference standard documented? Is uncertainty testable? Is privacy governed? And is care pathway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V7_B_N09,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8b6d53123745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deb9c129954bce" /><Relationship Type="http://schemas.openxmlformats.org/officeDocument/2006/relationships/slideLayout" Target="/ppt/slideLayouts/slideLayout1.xml" Id="R4833a6f031d248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33a6f031d248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af97d735114e4f" /><Relationship Type="http://schemas.openxmlformats.org/officeDocument/2006/relationships/notesSlide" Target="/ppt/notesSlides/notesSlide1.xml" Id="R5f47d2538ba54c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74bead3c2040b4" /><Relationship Type="http://schemas.openxmlformats.org/officeDocument/2006/relationships/notesSlide" Target="/ppt/notesSlides/notesSlide2.xml" Id="Ra648b670c7b647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2bf3a1b558426d" /><Relationship Type="http://schemas.openxmlformats.org/officeDocument/2006/relationships/notesSlide" Target="/ppt/notesSlides/notesSlide3.xml" Id="R9d82b929e81646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87650268bd40a0" /><Relationship Type="http://schemas.openxmlformats.org/officeDocument/2006/relationships/notesSlide" Target="/ppt/notesSlides/notesSlide4.xml" Id="Rf4302246e34a45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4be0884d224fca" /><Relationship Type="http://schemas.openxmlformats.org/officeDocument/2006/relationships/notesSlide" Target="/ppt/notesSlides/notesSlide5.xml" Id="R6b9f954df5ba46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a39bda0bcf48dc" /><Relationship Type="http://schemas.openxmlformats.org/officeDocument/2006/relationships/notesSlide" Target="/ppt/notesSlides/notesSlide6.xml" Id="Raa7aab1b7eaa49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3772bc372e464a" /><Relationship Type="http://schemas.openxmlformats.org/officeDocument/2006/relationships/notesSlide" Target="/ppt/notesSlides/notesSlide7.xml" Id="R3676c58f71fe47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c2ff1d88374cde" /><Relationship Type="http://schemas.openxmlformats.org/officeDocument/2006/relationships/notesSlide" Target="/ppt/notesSlides/notesSlide8.xml" Id="R69e34a393d5747b8"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F5B45B-0CA4-4086-9EB7-F5203E0152A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D317C1D3-F188-4521-9C34-8C18274AA025}"/>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2EAA6C30-7BB9-40FE-982A-4DA1F4C2E06B}"/>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72D44611-8EA9-4F67-B7F6-8090FA6B95DA}"/>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6E67B35B-67F1-4E69-9453-F71C6D3A1E91}"/>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NUTRITION EVIDENCE WITH DIGNITY</a:t>
            </a:r>
          </a:p>
        </p:txBody>
      </p:sp>
      <p:sp>
        <p:nvSpPr>
          <p:cNvPr id="6" name="">
            <a:extLst xmlns:a="http://schemas.openxmlformats.org/drawingml/2006/main">
              <a:ext uri="{FF2B5EF4-FFF2-40B4-BE49-F238E27FC236}">
                <a16:creationId xmlns:a16="http://schemas.microsoft.com/office/drawing/2014/main" id="{113318E7-E156-486F-B486-EC1A6A5DD2A7}"/>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Nutrition intelligence must protect dignity, privacy, and care.</a:t>
            </a:r>
          </a:p>
        </p:txBody>
      </p:sp>
      <p:sp>
        <p:nvSpPr>
          <p:cNvPr id="7" name="">
            <a:extLst xmlns:a="http://schemas.openxmlformats.org/drawingml/2006/main">
              <a:ext uri="{FF2B5EF4-FFF2-40B4-BE49-F238E27FC236}">
                <a16:creationId xmlns:a16="http://schemas.microsoft.com/office/drawing/2014/main" id="{C30E4AE7-6BCE-49A2-8640-2ED8C245A297}"/>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V7_B_N09</a:t>
            </a:r>
          </a:p>
        </p:txBody>
      </p:sp>
      <p:sp>
        <p:nvSpPr>
          <p:cNvPr id="8" name="">
            <a:extLst xmlns:a="http://schemas.openxmlformats.org/drawingml/2006/main">
              <a:ext uri="{FF2B5EF4-FFF2-40B4-BE49-F238E27FC236}">
                <a16:creationId xmlns:a16="http://schemas.microsoft.com/office/drawing/2014/main" id="{0AA914A2-6471-4A23-B20D-BA761FFC32FA}"/>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PU-B07-C29</a:t>
            </a:r>
          </a:p>
        </p:txBody>
      </p:sp>
      <p:sp>
        <p:nvSpPr>
          <p:cNvPr id="9" name="">
            <a:extLst xmlns:a="http://schemas.openxmlformats.org/drawingml/2006/main">
              <a:ext uri="{FF2B5EF4-FFF2-40B4-BE49-F238E27FC236}">
                <a16:creationId xmlns:a16="http://schemas.microsoft.com/office/drawing/2014/main" id="{3962263A-0C7F-4F99-A55F-3A790AB2D83D}"/>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3117DC2B-5D0B-4DE5-BAAF-B6FC490AACF8}"/>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285006891"/>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0480057-8486-49EE-8E3C-1AC7DA3E41A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V7_B_N09</a:t>
            </a:r>
          </a:p>
        </p:txBody>
      </p:sp>
      <p:sp>
        <p:nvSpPr>
          <p:cNvPr id="2" name="">
            <a:extLst xmlns:a="http://schemas.openxmlformats.org/drawingml/2006/main">
              <a:ext uri="{FF2B5EF4-FFF2-40B4-BE49-F238E27FC236}">
                <a16:creationId xmlns:a16="http://schemas.microsoft.com/office/drawing/2014/main" id="{7AF011B4-5DA9-4EAA-8B66-4498440FCC0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57FF5D4F-2F83-481D-A20A-A31F351FCE2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161E4A5-31A3-4C41-B01B-677093E8EC4A}"/>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D7A16A76-A7DB-4494-A335-31A68E547BA9}"/>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Nutrition intelligence must protect dignity, privacy, and care.</a:t>
            </a:r>
          </a:p>
        </p:txBody>
      </p:sp>
      <p:sp>
        <p:nvSpPr>
          <p:cNvPr id="6" name="">
            <a:extLst xmlns:a="http://schemas.openxmlformats.org/drawingml/2006/main">
              <a:ext uri="{FF2B5EF4-FFF2-40B4-BE49-F238E27FC236}">
                <a16:creationId xmlns:a16="http://schemas.microsoft.com/office/drawing/2014/main" id="{69DD8CC8-6289-49BF-BCA9-F7543CB0EB37}"/>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972A36C2-FDC6-49F3-A17F-01E89F9DD204}"/>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640CA9DD-0D5D-4D44-8970-5B80BE8C022F}"/>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Valid measure</a:t>
            </a:r>
          </a:p>
        </p:txBody>
      </p:sp>
      <p:sp>
        <p:nvSpPr>
          <p:cNvPr id="9" name="">
            <a:extLst xmlns:a="http://schemas.openxmlformats.org/drawingml/2006/main">
              <a:ext uri="{FF2B5EF4-FFF2-40B4-BE49-F238E27FC236}">
                <a16:creationId xmlns:a16="http://schemas.microsoft.com/office/drawing/2014/main" id="{31A8E97A-6BE9-4E3C-AD89-3A297D7FCC14}"/>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5FEAE1D2-4B0C-4B3E-BEDE-9726A4E2624C}"/>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Reference standard</a:t>
            </a:r>
          </a:p>
        </p:txBody>
      </p:sp>
      <p:sp>
        <p:nvSpPr>
          <p:cNvPr id="11" name="">
            <a:extLst xmlns:a="http://schemas.openxmlformats.org/drawingml/2006/main">
              <a:ext uri="{FF2B5EF4-FFF2-40B4-BE49-F238E27FC236}">
                <a16:creationId xmlns:a16="http://schemas.microsoft.com/office/drawing/2014/main" id="{FC642D3D-FBE1-45E5-8130-A52DE43A640A}"/>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90666162-3EE6-4BFB-A52B-90B43EAA3957}"/>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Uncertainty</a:t>
            </a:r>
          </a:p>
        </p:txBody>
      </p:sp>
      <p:sp>
        <p:nvSpPr>
          <p:cNvPr id="13" name="">
            <a:extLst xmlns:a="http://schemas.openxmlformats.org/drawingml/2006/main">
              <a:ext uri="{FF2B5EF4-FFF2-40B4-BE49-F238E27FC236}">
                <a16:creationId xmlns:a16="http://schemas.microsoft.com/office/drawing/2014/main" id="{9A5516BD-9440-41A6-844C-331E66F3F081}"/>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687607BE-53A2-4F63-936E-61D90A14E3DD}"/>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Privacy</a:t>
            </a:r>
          </a:p>
        </p:txBody>
      </p:sp>
      <p:sp>
        <p:nvSpPr>
          <p:cNvPr id="15" name="">
            <a:extLst xmlns:a="http://schemas.openxmlformats.org/drawingml/2006/main">
              <a:ext uri="{FF2B5EF4-FFF2-40B4-BE49-F238E27FC236}">
                <a16:creationId xmlns:a16="http://schemas.microsoft.com/office/drawing/2014/main" id="{22FB68ED-E065-4138-9539-3805F2FFF177}"/>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B4646DC0-AEA9-49C4-90AD-75ED216DD0E1}"/>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Care pathway</a:t>
            </a:r>
          </a:p>
        </p:txBody>
      </p:sp>
      <p:sp>
        <p:nvSpPr>
          <p:cNvPr id="17" name="">
            <a:extLst xmlns:a="http://schemas.openxmlformats.org/drawingml/2006/main">
              <a:ext uri="{FF2B5EF4-FFF2-40B4-BE49-F238E27FC236}">
                <a16:creationId xmlns:a16="http://schemas.microsoft.com/office/drawing/2014/main" id="{0FE1968D-8509-4424-B778-25CFE6162F14}"/>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284910025"/>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C73238E-2651-46F0-BC2B-632D17CC396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V7_B_N09</a:t>
            </a:r>
          </a:p>
        </p:txBody>
      </p:sp>
      <p:sp>
        <p:nvSpPr>
          <p:cNvPr id="2" name="">
            <a:extLst xmlns:a="http://schemas.openxmlformats.org/drawingml/2006/main">
              <a:ext uri="{FF2B5EF4-FFF2-40B4-BE49-F238E27FC236}">
                <a16:creationId xmlns:a16="http://schemas.microsoft.com/office/drawing/2014/main" id="{36F77147-6109-43A2-9FFA-E023EAF9BAD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83CC17E4-04A6-4210-A8B1-0073F4A47E6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0856152-378B-4E83-B831-9499CA62D8F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BCB962AF-0D44-416A-92D0-BDAACFFA1F43}"/>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E16A9910-EC61-47C5-88A2-AA05CE6342F2}"/>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87F67A7B-92DE-4DEB-A801-BB0EC51F8BB4}"/>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Valid measure</a:t>
            </a:r>
          </a:p>
        </p:txBody>
      </p:sp>
      <p:sp>
        <p:nvSpPr>
          <p:cNvPr id="8" name="">
            <a:extLst xmlns:a="http://schemas.openxmlformats.org/drawingml/2006/main">
              <a:ext uri="{FF2B5EF4-FFF2-40B4-BE49-F238E27FC236}">
                <a16:creationId xmlns:a16="http://schemas.microsoft.com/office/drawing/2014/main" id="{0EB7B398-EB45-4771-A410-2B6C35E2EC3B}"/>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1CBED1CE-A196-41F3-ADBD-11301B7900CB}"/>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80DF19A0-4DC0-417C-B123-18991528D714}"/>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Reference standard</a:t>
            </a:r>
          </a:p>
        </p:txBody>
      </p:sp>
      <p:sp>
        <p:nvSpPr>
          <p:cNvPr id="11" name="">
            <a:extLst xmlns:a="http://schemas.openxmlformats.org/drawingml/2006/main">
              <a:ext uri="{FF2B5EF4-FFF2-40B4-BE49-F238E27FC236}">
                <a16:creationId xmlns:a16="http://schemas.microsoft.com/office/drawing/2014/main" id="{CD7B46F8-CB3B-4810-BD75-26535273C4CA}"/>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19F15EE0-ED80-49EA-A163-C53B4524A43F}"/>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F6A0C004-C20C-4DA1-88DF-9A1D35C834F5}"/>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Uncertainty</a:t>
            </a:r>
          </a:p>
        </p:txBody>
      </p:sp>
      <p:sp>
        <p:nvSpPr>
          <p:cNvPr id="14" name="">
            <a:extLst xmlns:a="http://schemas.openxmlformats.org/drawingml/2006/main">
              <a:ext uri="{FF2B5EF4-FFF2-40B4-BE49-F238E27FC236}">
                <a16:creationId xmlns:a16="http://schemas.microsoft.com/office/drawing/2014/main" id="{BCF91BDA-859D-4BA4-AB18-607EE298DBFE}"/>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5C5DF763-FA2A-433A-8437-FA3A8BB693E8}"/>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D4CE3D48-3D8E-4873-8342-0B6317CBD019}"/>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Privacy</a:t>
            </a:r>
          </a:p>
        </p:txBody>
      </p:sp>
      <p:sp>
        <p:nvSpPr>
          <p:cNvPr id="17" name="">
            <a:extLst xmlns:a="http://schemas.openxmlformats.org/drawingml/2006/main">
              <a:ext uri="{FF2B5EF4-FFF2-40B4-BE49-F238E27FC236}">
                <a16:creationId xmlns:a16="http://schemas.microsoft.com/office/drawing/2014/main" id="{F75FF29C-E8A6-43AC-BADD-565B995A3EFF}"/>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3B4BA250-ACA4-4892-AE76-0FF0420A1C4A}"/>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43B66D6C-8206-4243-9682-3D9BF68AB8D8}"/>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Care pathway</a:t>
            </a:r>
          </a:p>
        </p:txBody>
      </p:sp>
      <p:sp>
        <p:nvSpPr>
          <p:cNvPr id="20" name="">
            <a:extLst xmlns:a="http://schemas.openxmlformats.org/drawingml/2006/main">
              <a:ext uri="{FF2B5EF4-FFF2-40B4-BE49-F238E27FC236}">
                <a16:creationId xmlns:a16="http://schemas.microsoft.com/office/drawing/2014/main" id="{228DD5F0-27A7-4DC0-8397-D83E78A1B9F8}"/>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477935999"/>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202770C-91C8-40BE-9800-747038EA7A1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V7_B_N09</a:t>
            </a:r>
          </a:p>
        </p:txBody>
      </p:sp>
      <p:sp>
        <p:nvSpPr>
          <p:cNvPr id="2" name="">
            <a:extLst xmlns:a="http://schemas.openxmlformats.org/drawingml/2006/main">
              <a:ext uri="{FF2B5EF4-FFF2-40B4-BE49-F238E27FC236}">
                <a16:creationId xmlns:a16="http://schemas.microsoft.com/office/drawing/2014/main" id="{75D9C263-1737-443A-8CE0-6C3E70D2113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9B55DB37-0E50-4A87-8646-F1121968AFC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690D653-73AA-4032-8095-8E88E1CDDCB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496386DA-FE58-44AA-AFE9-AB879BF5EDDB}"/>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714F4F4B-F199-424F-9CBD-34B507572CDB}"/>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C9CC0880-CE1B-4FD2-A7F9-1AE903661E5D}"/>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nutrition signal supports confidential outreach without labeling a child.</a:t>
            </a:r>
          </a:p>
        </p:txBody>
      </p:sp>
      <p:sp>
        <p:nvSpPr>
          <p:cNvPr id="8" name="">
            <a:extLst xmlns:a="http://schemas.openxmlformats.org/drawingml/2006/main">
              <a:ext uri="{FF2B5EF4-FFF2-40B4-BE49-F238E27FC236}">
                <a16:creationId xmlns:a16="http://schemas.microsoft.com/office/drawing/2014/main" id="{2F6232FC-3BCB-4C85-8732-5059A53AF1B4}"/>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9CD08A7B-1836-4553-BA6C-992A0CAA72C8}"/>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41957C77-5485-44D9-8CE9-7DE332569FC8}"/>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1E88604B-E522-40D5-BB4D-EC46E500AC51}"/>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799160950"/>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0771BD4-FADB-4C3C-B258-887FB55955A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V7_B_N09</a:t>
            </a:r>
          </a:p>
        </p:txBody>
      </p:sp>
      <p:sp>
        <p:nvSpPr>
          <p:cNvPr id="2" name="">
            <a:extLst xmlns:a="http://schemas.openxmlformats.org/drawingml/2006/main">
              <a:ext uri="{FF2B5EF4-FFF2-40B4-BE49-F238E27FC236}">
                <a16:creationId xmlns:a16="http://schemas.microsoft.com/office/drawing/2014/main" id="{D277FB5C-8461-4FD4-8634-82991F5C31F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8A48B5B7-6992-4557-BC02-DEA34293BF6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EA77C97-0473-40DA-8A33-267B68F84F5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5429D20D-4968-439E-AA89-4419EC4471D5}"/>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Test privacy, uncertainty, and referral safeguards.</a:t>
            </a:r>
          </a:p>
        </p:txBody>
      </p:sp>
      <p:sp>
        <p:nvSpPr>
          <p:cNvPr id="6" name="">
            <a:extLst xmlns:a="http://schemas.openxmlformats.org/drawingml/2006/main">
              <a:ext uri="{FF2B5EF4-FFF2-40B4-BE49-F238E27FC236}">
                <a16:creationId xmlns:a16="http://schemas.microsoft.com/office/drawing/2014/main" id="{73106001-13E5-4DA7-8DD2-2E1C2BBC992A}"/>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0E72D06B-5C7D-4330-806A-3B189AA71A0C}"/>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5050434E-5249-407D-B90B-307098308EC8}"/>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FCA27194-917A-4048-BEEF-914C21F9516A}"/>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39240F95-A0E0-49D9-A56D-FD25BDA496B2}"/>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61151719-09CE-40DC-BED7-169285BE3442}"/>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05FEAEC1-20A8-44C7-BFD0-15B8A51B60AA}"/>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6D85314F-EABE-4FC3-B17B-EE1CC4A67BF2}"/>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3DBD45BA-13AE-4C5D-AEC5-5132048313E2}"/>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DF1EB421-27AE-451B-B7EA-493E5A613639}"/>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15B6FAE6-376F-4CD5-91DC-774B0DF6BE8E}"/>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35138431-B8C0-4DD4-BBA0-2066AF8C855E}"/>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590621608"/>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41C3AB2-245F-49A9-BB40-ACF3827FBF9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V7_B_N09</a:t>
            </a:r>
          </a:p>
        </p:txBody>
      </p:sp>
      <p:sp>
        <p:nvSpPr>
          <p:cNvPr id="2" name="">
            <a:extLst xmlns:a="http://schemas.openxmlformats.org/drawingml/2006/main">
              <a:ext uri="{FF2B5EF4-FFF2-40B4-BE49-F238E27FC236}">
                <a16:creationId xmlns:a16="http://schemas.microsoft.com/office/drawing/2014/main" id="{59EB6D0C-DD94-4B51-96EC-F5C2D58AFA8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C5565B52-05C1-43CF-90A2-7C66C7786DB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387D630-35B7-411F-830B-07CC28BF35E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7A1DA9CF-DB85-45FB-806F-68DFF4D927B0}"/>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30CE8DD2-E710-487C-BB04-9CEC95D1D4DF}"/>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9DE839BA-B45D-4581-BE41-EFD84BEB960C}"/>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980F73D5-CE96-4E48-BE3B-29E9B5472E64}"/>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2F234239-5C4C-4D2C-8543-E756A892BED8}"/>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127D6D25-5A09-4272-8C70-D2F4639F6CAF}"/>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4A54A71D-05F2-474F-B3B1-BF69DA20F1F0}"/>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7CF61EDD-3C1F-4000-A04F-B3732723E23C}"/>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85E4DDA6-9ADC-4083-A1EE-DA0B4C66A312}"/>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94AE7A5F-4CB9-45ED-BE2C-F92D0FCAEAB8}"/>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804571599"/>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BCE06A-1867-4B05-A67B-DFE2E201423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V7_B_N09</a:t>
            </a:r>
          </a:p>
        </p:txBody>
      </p:sp>
      <p:sp>
        <p:nvSpPr>
          <p:cNvPr id="2" name="">
            <a:extLst xmlns:a="http://schemas.openxmlformats.org/drawingml/2006/main">
              <a:ext uri="{FF2B5EF4-FFF2-40B4-BE49-F238E27FC236}">
                <a16:creationId xmlns:a16="http://schemas.microsoft.com/office/drawing/2014/main" id="{37E37AE5-A042-40D8-8F7E-E5935A8C8CA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EB232B2F-FC5B-40D2-85BD-F5F1E5303D2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3C605D0-2EEE-4F97-831B-843084B228C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007C5A63-DEEF-4420-A0CB-3B97DF0CF85E}"/>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4B878B2D-E4D3-4B33-8C4A-1702AAD54AE7}"/>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66695C33-CB2B-40BE-91DB-E3EDFB4CEE0C}"/>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95954409-BA9F-422B-B97C-B7885713D124}"/>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E375BA59-8665-4759-B919-1CD257631ED7}"/>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E06BAFEA-680A-4AB7-AE9F-235164C2000E}"/>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2034512362"/>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BA0E00B-4688-4412-A406-48858AD11619}"/>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E354288C-439E-4D28-A3A5-A683AA6CAD25}"/>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3097ABF4-C484-471C-8845-E7290FBFE102}"/>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Valid measure</a:t>
            </a:r>
          </a:p>
        </p:txBody>
      </p:sp>
      <p:sp>
        <p:nvSpPr>
          <p:cNvPr id="4" name="">
            <a:extLst xmlns:a="http://schemas.openxmlformats.org/drawingml/2006/main">
              <a:ext uri="{FF2B5EF4-FFF2-40B4-BE49-F238E27FC236}">
                <a16:creationId xmlns:a16="http://schemas.microsoft.com/office/drawing/2014/main" id="{1B4BD5AA-C9F9-44DE-AA83-1ABB11227EAD}"/>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4D6D0996-50FA-4D87-9456-9660F7FE4052}"/>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Reference standard</a:t>
            </a:r>
          </a:p>
        </p:txBody>
      </p:sp>
      <p:sp>
        <p:nvSpPr>
          <p:cNvPr id="6" name="">
            <a:extLst xmlns:a="http://schemas.openxmlformats.org/drawingml/2006/main">
              <a:ext uri="{FF2B5EF4-FFF2-40B4-BE49-F238E27FC236}">
                <a16:creationId xmlns:a16="http://schemas.microsoft.com/office/drawing/2014/main" id="{3334A4E8-8793-4D8E-950F-454E8DD25B66}"/>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E65C5E5E-1AE2-4839-950A-2D1C7AA84D46}"/>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Uncertainty</a:t>
            </a:r>
          </a:p>
        </p:txBody>
      </p:sp>
      <p:sp>
        <p:nvSpPr>
          <p:cNvPr id="8" name="">
            <a:extLst xmlns:a="http://schemas.openxmlformats.org/drawingml/2006/main">
              <a:ext uri="{FF2B5EF4-FFF2-40B4-BE49-F238E27FC236}">
                <a16:creationId xmlns:a16="http://schemas.microsoft.com/office/drawing/2014/main" id="{AF9CC7D8-21B7-4F60-920C-1CA8AE299522}"/>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F753BE65-9350-45CB-9826-D99A3FA75DC9}"/>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Privacy</a:t>
            </a:r>
          </a:p>
        </p:txBody>
      </p:sp>
      <p:sp>
        <p:nvSpPr>
          <p:cNvPr id="10" name="">
            <a:extLst xmlns:a="http://schemas.openxmlformats.org/drawingml/2006/main">
              <a:ext uri="{FF2B5EF4-FFF2-40B4-BE49-F238E27FC236}">
                <a16:creationId xmlns:a16="http://schemas.microsoft.com/office/drawing/2014/main" id="{562822CD-05C2-4C63-B983-03EEBAFA7BA3}"/>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7F1F52BE-721A-44A0-B039-8FED2C558599}"/>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Care pathway</a:t>
            </a:r>
          </a:p>
        </p:txBody>
      </p:sp>
      <p:sp>
        <p:nvSpPr>
          <p:cNvPr id="12" name="">
            <a:extLst xmlns:a="http://schemas.openxmlformats.org/drawingml/2006/main">
              <a:ext uri="{FF2B5EF4-FFF2-40B4-BE49-F238E27FC236}">
                <a16:creationId xmlns:a16="http://schemas.microsoft.com/office/drawing/2014/main" id="{2A28B044-8A1A-4647-8B74-5482C73A5325}"/>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5691842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2026-09-04T15:12:16.0610000Z</dcterms:created>
  <dcterms:modified xsi:type="dcterms:W3CDTF">2026-09-04T15:12:16.0610000Z</dcterms:modified>
</coreProperties>
</file>